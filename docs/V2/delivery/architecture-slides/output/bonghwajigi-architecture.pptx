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8f1a96f0d34928" /><Relationship Type="http://schemas.openxmlformats.org/officeDocument/2006/relationships/extended-properties" Target="/docProps/app.xml" Id="R6c5e39df05584b28" /><Relationship Type="http://schemas.openxmlformats.org/officeDocument/2006/relationships/officeDocument" Target="/ppt/presentation.xml" Id="R069f9de72fe44f33" /></Relationships>
</file>

<file path=ppt/presentation.xml><?xml version="1.0" encoding="utf-8"?>
<p:presentation xmlns:p="http://schemas.openxmlformats.org/presentationml/2006/main">
  <p:sldMasterIdLst>
    <p:sldMasterId xmlns:r="http://schemas.openxmlformats.org/officeDocument/2006/relationships" id="2147483648" r:id="Rdfdf6ec1844e44c4"/>
  </p:sldMasterIdLst>
  <p:notesMasterIdLst>
    <p:notesMasterId xmlns:r="http://schemas.openxmlformats.org/officeDocument/2006/relationships" r:id="R8cbe5dfff8bc4bc2"/>
  </p:notesMasterIdLst>
  <p:sldIdLst>
    <p:sldId xmlns:r="http://schemas.openxmlformats.org/officeDocument/2006/relationships" id="256" r:id="R3073d0439c8c40dc"/>
    <p:sldId xmlns:r="http://schemas.openxmlformats.org/officeDocument/2006/relationships" id="257" r:id="Rfbb850abecfa4ca5"/>
    <p:sldId xmlns:r="http://schemas.openxmlformats.org/officeDocument/2006/relationships" id="258" r:id="Rdd86b37d1710463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b9fc65c7c44c4e" /><Relationship Type="http://schemas.openxmlformats.org/officeDocument/2006/relationships/slideMaster" Target="/ppt/slideMasters/slideMaster1.xml" Id="Rdfdf6ec1844e44c4" /><Relationship Type="http://schemas.openxmlformats.org/officeDocument/2006/relationships/notesMaster" Target="/ppt/notesMasters/notesMaster1.xml" Id="R8cbe5dfff8bc4bc2" /><Relationship Type="http://schemas.openxmlformats.org/officeDocument/2006/relationships/presProps" Target="/ppt/presProps.xml" Id="R9b0720d92cf247f2" /><Relationship Type="http://schemas.openxmlformats.org/officeDocument/2006/relationships/tableStyles" Target="/ppt/tableStyles.xml" Id="R8ea22de97f62479a" /><Relationship Type="http://schemas.openxmlformats.org/officeDocument/2006/relationships/slide" Target="/ppt/slides/slide1.xml" Id="R3073d0439c8c40dc" /><Relationship Type="http://schemas.openxmlformats.org/officeDocument/2006/relationships/slide" Target="/ppt/slides/slide2.xml" Id="Rfbb850abecfa4ca5" /><Relationship Type="http://schemas.openxmlformats.org/officeDocument/2006/relationships/slide" Target="/ppt/slides/slide3.xml" Id="Rdd86b37d171046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d5169f51b846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341301d3e24128" /><Relationship Type="http://schemas.openxmlformats.org/officeDocument/2006/relationships/notesMaster" Target="/ppt/notesMasters/notesMaster1.xml" Id="R3853e4f027024a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934c557443441b" /><Relationship Type="http://schemas.openxmlformats.org/officeDocument/2006/relationships/notesMaster" Target="/ppt/notesMasters/notesMaster1.xml" Id="Rb94dd5e737ea4c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4c85737765410b" /><Relationship Type="http://schemas.openxmlformats.org/officeDocument/2006/relationships/notesMaster" Target="/ppt/notesMasters/notesMaster1.xml" Id="Rfeb414f750af4e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기준: 2026-11-01 KST 작업 트리 및 2026-10-31 배포 검증 기록. 현재 MVP는 simulation이며 실제 K8s 수집은 보류한다. 단계 2의 AI 처리는 개인 정책 평가의 필수 대기 조건이 아니다. 공식 원문과 고정 규칙은 GPU 없이도 처리된다. 서버는 Docker Compose로 PostgreSQL+pgvector, Redis/Celery와 분리 워커를 실행한다. 앱 통합과 실제 단말 검증은 진행 중이다. 실제 예측 모델은 앱에 미연결이며 FCM 실발신은 준비되지 않았다. 근거: deploy/compose/mvp.yaml; src/bonghwajigi/retrieval/pipeline.py; src/bonghwajigi/policy/service.py; src/bonghwajigi/events/urgent.py; docs/V2/delivery/mvp-server-runbook.md; docs/V2/delivery/mvp-server-evidence.json.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활성 모델은 Qwen/Qwen3-Embedding-0.6B 및 Qwen/Qwen3-4B-Instruct-2507. 임베딩은 1024차원 벡터를 만들고 일반 서버 pgvector가 관련 자료를 검색한다. Google News RSS는 제목·설명·링크·발표 시각을 가져오는 별도 검색 어댑터다. Qwen 요약은 summary_review_status=not_reviewed로 보관하며 확률·대응 단계·행동을 결정하지 않는다. XGBoost는 현재 연구 산출물이 여러 개이며 GOFER 접근 시간 AFT의 최초 실험을 포함한다. 연구 결과는 국내 개인 피해 확률이 아니고 확률 보정과 실시간 당시 입력 검증이 미완료다. Qwen 요약을 숫자 모델의 검증된 입력으로 자동 변환하지 않는다. ELMFIRE 등 후속 실험은 별도 연구 도구이며 이 MVP 서비스 배치에 포함하지 않는다. 근거: src/bonghwajigi/retrieval/pipeline.py; src/bonghwajigi/retrieval/web_search.py; src/bonghwajigi/policy/integration.py; src/bonghwajigi/policy/service.py; docs/V2/delivery/gpu-model-readiness.md; docs/V2/delivery/korea-wildfire-improvement.md의 접근 시간 모델 첫 실행 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긴급 큐는 발령 원문과 관련성부터 처리하고 사용자 변경 이벤트 및 별도 delivery 큐를 만든다. 실제 FCM 발신은 아직 연결 전이므로 원문 우선 전달은 서버 조회·전달 요청까지의 구현을 뜻하며 잠금 화면 단말 수신을 완료했다고 주장하지 않는다. 같은 단계에서도 행동·근거·버전이 바뀌면 갱신하며 내용이 같으면 반복 생성하지 않는다. 현 Compose 정책 실행 대기 간격은 1초, 만료 점검 간격은 10초지만 종단 지연 보장이 아니므로 도표에는 수치를 싣지 않는다. 위치/상태 만료와 자료 부족은 확인 중이며 안전/0으로 해석하지 않는다. 위급은 지원이 필요한 상황이며 자동 119 신고를 하지 않는다. 사용자가 확정한 명칭은 1 경고, 2 대피, 3 위급. 근거: src/bonghwajigi/events/urgent.py; src/bonghwajigi/notifications/service.py; src/bonghwajigi/policy/three_stage.py; src/bonghwajigi/policy/service.py; src/bonghwajigi/api/mobile.py; deploy/compose/mvp.yaml; docs/V2/delivery/response-policy.md.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3707fcd6924b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7771bf8a6d4a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f5f65b793543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e49924ba8b46d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bcc7ad5bf148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2413d1a72044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7F4283-0DDA-4670-93A0-3D0D451E4657}"/>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ABBC6B-33E5-4C5C-AFB6-DCFCF2835AEC}"/>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569E169-15F7-4C7C-B143-A95F6A59083E}"/>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096914-A936-46AC-AF22-74F253C869B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372C27C-8CFE-42D1-82E8-178AD5225B8B}"/>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A75CD80-6572-42D3-9988-B395D2E2BFF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0ED340-E49F-4990-89D4-E268503427A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E9CFC14-74A2-4FF0-AE12-D589E9E45B46}"/>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153E04-2279-488C-A4AC-363E8CF2A80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8C0B1D-5569-44DA-B54A-7A77883EBEB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e08f5175db4fcc" /><Relationship Type="http://schemas.openxmlformats.org/officeDocument/2006/relationships/slideLayout" Target="/ppt/slideLayouts/slideLayout1.xml" Id="R8af3dcee1c074f80" /><Relationship Type="http://schemas.openxmlformats.org/officeDocument/2006/relationships/slideLayout" Target="/ppt/slideLayouts/slideLayout2.xml" Id="Rac82165442aa4c2a" /><Relationship Type="http://schemas.openxmlformats.org/officeDocument/2006/relationships/slideLayout" Target="/ppt/slideLayouts/slideLayout3.xml" Id="Rba0d55f18bf64f1d" /><Relationship Type="http://schemas.openxmlformats.org/officeDocument/2006/relationships/slideLayout" Target="/ppt/slideLayouts/slideLayout4.xml" Id="Re9bfee4180a74a05" /><Relationship Type="http://schemas.openxmlformats.org/officeDocument/2006/relationships/slideLayout" Target="/ppt/slideLayouts/slideLayout5.xml" Id="Rd0cf5738fd324c14" /><Relationship Type="http://schemas.openxmlformats.org/officeDocument/2006/relationships/slideLayout" Target="/ppt/slideLayouts/slideLayout6.xml" Id="R8a0786e144b64c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f3dcee1c074f80"/>
    <p:sldLayoutId xmlns:r="http://schemas.openxmlformats.org/officeDocument/2006/relationships" id="2147483650" r:id="Rac82165442aa4c2a"/>
    <p:sldLayoutId xmlns:r="http://schemas.openxmlformats.org/officeDocument/2006/relationships" id="2147483651" r:id="Rba0d55f18bf64f1d"/>
    <p:sldLayoutId xmlns:r="http://schemas.openxmlformats.org/officeDocument/2006/relationships" id="2147483652" r:id="Re9bfee4180a74a05"/>
    <p:sldLayoutId xmlns:r="http://schemas.openxmlformats.org/officeDocument/2006/relationships" id="2147483653" r:id="Rd0cf5738fd324c14"/>
    <p:sldLayoutId xmlns:r="http://schemas.openxmlformats.org/officeDocument/2006/relationships" id="2147483654" r:id="R8a0786e144b64c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632ae70558b4cdf" /><Relationship Type="http://schemas.openxmlformats.org/officeDocument/2006/relationships/notesSlide" Target="/ppt/notesSlides/notesSlide1.xml" Id="Ra5256e66a4ad49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2c789130c44503" /><Relationship Type="http://schemas.openxmlformats.org/officeDocument/2006/relationships/notesSlide" Target="/ppt/notesSlides/notesSlide2.xml" Id="R3c0891d7a31340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d408c222ee74e90" /><Relationship Type="http://schemas.openxmlformats.org/officeDocument/2006/relationships/notesSlide" Target="/ppt/notesSlides/notesSlide3.xml" Id="Rf86ace095b194fb0" /></Relationships>
</file>

<file path=ppt/slides/slide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5" name="s1-0-rect">
            <a:extLst xmlns:a="http://schemas.openxmlformats.org/drawingml/2006/main">
              <a:ext uri="{FF2B5EF4-FFF2-40B4-BE49-F238E27FC236}">
                <a16:creationId xmlns:a16="http://schemas.microsoft.com/office/drawing/2014/main" id="{A394E0D4-F6C8-4A5C-AB34-56FB38EF3674}"/>
              </a:ext>
            </a:extLst>
          </p:cNvPr>
          <p:cNvSpPr>
            <a:spLocks xmlns:a="http://schemas.openxmlformats.org/drawingml/2006/main" noGrp="1"/>
          </p:cNvSpPr>
          <p:nvPr/>
        </p:nvSpPr>
        <p:spPr>
          <a:xfrm xmlns:a="http://schemas.openxmlformats.org/drawingml/2006/main">
            <a:off x="0" y="0"/>
            <a:ext cx="15240000" cy="8572500"/>
          </a:xfrm>
          <a:prstGeom xmlns:a="http://schemas.openxmlformats.org/drawingml/2006/main" prst="rect">
            <a:avLst/>
          </a:prstGeom>
          <a:solidFill xmlns:a="http://schemas.openxmlformats.org/drawingml/2006/main">
            <a:srgbClr val="F7F8F5"/>
          </a:solidFill>
          <a:ln xmlns:a="http://schemas.openxmlformats.org/drawingml/2006/main" w="9525">
            <a:noFill/>
            <a:prstDash val="solid"/>
          </a:ln>
        </p:spPr>
      </p:sp>
      <p:sp>
        <p:nvSpPr>
          <p:cNvPr id="2" name="s1-1-text">
            <a:extLst xmlns:a="http://schemas.openxmlformats.org/drawingml/2006/main">
              <a:ext uri="{FF2B5EF4-FFF2-40B4-BE49-F238E27FC236}">
                <a16:creationId xmlns:a16="http://schemas.microsoft.com/office/drawing/2014/main" id="{16F5270E-3D62-4FEA-9DF5-BEC0DE1B3B10}"/>
              </a:ext>
            </a:extLst>
          </p:cNvPr>
          <p:cNvSpPr>
            <a:spLocks xmlns:a="http://schemas.openxmlformats.org/drawingml/2006/main" noGrp="1"/>
          </p:cNvSpPr>
          <p:nvPr/>
        </p:nvSpPr>
        <p:spPr>
          <a:xfrm xmlns:a="http://schemas.openxmlformats.org/drawingml/2006/main">
            <a:off x="685800" y="457200"/>
            <a:ext cx="1238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600" b="1">
                <a:solidFill>
                  <a:srgbClr val="172E2A"/>
                </a:solidFill>
                <a:latin typeface="Apple SD Gothic Neo"/>
                <a:ea typeface="Apple SD Gothic Neo"/>
                <a:cs typeface="Apple SD Gothic Neo"/>
              </a:defRPr>
            </a:defPPr>
            <a:lvl1pPr algn="l">
              <a:defRPr sz="3600" b="1">
                <a:solidFill>
                  <a:srgbClr val="172E2A"/>
                </a:solidFill>
                <a:latin typeface="Apple SD Gothic Neo"/>
                <a:ea typeface="Apple SD Gothic Neo"/>
                <a:cs typeface="Apple SD Gothic Neo"/>
              </a:defRPr>
            </a:lvl1pPr>
            <a:lvl2pPr algn="l">
              <a:defRPr sz="3600" b="1">
                <a:solidFill>
                  <a:srgbClr val="172E2A"/>
                </a:solidFill>
                <a:latin typeface="Apple SD Gothic Neo"/>
                <a:ea typeface="Apple SD Gothic Neo"/>
                <a:cs typeface="Apple SD Gothic Neo"/>
              </a:defRPr>
            </a:lvl2pPr>
            <a:lvl3pPr algn="l">
              <a:defRPr sz="3600" b="1">
                <a:solidFill>
                  <a:srgbClr val="172E2A"/>
                </a:solidFill>
                <a:latin typeface="Apple SD Gothic Neo"/>
                <a:ea typeface="Apple SD Gothic Neo"/>
                <a:cs typeface="Apple SD Gothic Neo"/>
              </a:defRPr>
            </a:lvl3pPr>
            <a:lvl4pPr algn="l">
              <a:defRPr sz="3600" b="1">
                <a:solidFill>
                  <a:srgbClr val="172E2A"/>
                </a:solidFill>
                <a:latin typeface="Apple SD Gothic Neo"/>
                <a:ea typeface="Apple SD Gothic Neo"/>
                <a:cs typeface="Apple SD Gothic Neo"/>
              </a:defRPr>
            </a:lvl4pPr>
            <a:lvl5pPr algn="l">
              <a:defRPr sz="3600" b="1">
                <a:solidFill>
                  <a:srgbClr val="172E2A"/>
                </a:solidFill>
                <a:latin typeface="Apple SD Gothic Neo"/>
                <a:ea typeface="Apple SD Gothic Neo"/>
                <a:cs typeface="Apple SD Gothic Neo"/>
              </a:defRPr>
            </a:lvl5pPr>
            <a:lvl6pPr algn="l">
              <a:defRPr sz="3600" b="1">
                <a:solidFill>
                  <a:srgbClr val="172E2A"/>
                </a:solidFill>
                <a:latin typeface="Apple SD Gothic Neo"/>
                <a:ea typeface="Apple SD Gothic Neo"/>
                <a:cs typeface="Apple SD Gothic Neo"/>
              </a:defRPr>
            </a:lvl6pPr>
            <a:lvl7pPr algn="l">
              <a:defRPr sz="3600" b="1">
                <a:solidFill>
                  <a:srgbClr val="172E2A"/>
                </a:solidFill>
                <a:latin typeface="Apple SD Gothic Neo"/>
                <a:ea typeface="Apple SD Gothic Neo"/>
                <a:cs typeface="Apple SD Gothic Neo"/>
              </a:defRPr>
            </a:lvl7pPr>
            <a:lvl8pPr algn="l">
              <a:defRPr sz="3600" b="1">
                <a:solidFill>
                  <a:srgbClr val="172E2A"/>
                </a:solidFill>
                <a:latin typeface="Apple SD Gothic Neo"/>
                <a:ea typeface="Apple SD Gothic Neo"/>
                <a:cs typeface="Apple SD Gothic Neo"/>
              </a:defRPr>
            </a:lvl8pPr>
            <a:lvl9pPr algn="l">
              <a:defRPr sz="3600" b="1">
                <a:solidFill>
                  <a:srgbClr val="172E2A"/>
                </a:solidFill>
                <a:latin typeface="Apple SD Gothic Neo"/>
                <a:ea typeface="Apple SD Gothic Neo"/>
                <a:cs typeface="Apple SD Gothic Neo"/>
              </a:defRPr>
            </a:lvl9pPr>
          </a:lstStyle>
          <a:p xmlns:a="http://schemas.openxmlformats.org/drawingml/2006/main">
            <a:pPr algn="l">
              <a:defRPr sz="3600" b="1">
                <a:solidFill>
                  <a:srgbClr val="172E2A"/>
                </a:solidFill>
                <a:latin typeface="Apple SD Gothic Neo"/>
                <a:ea typeface="Apple SD Gothic Neo"/>
                <a:cs typeface="Apple SD Gothic Neo"/>
              </a:defRPr>
            </a:pPr>
            <a:r>
              <a:rPr sz="3600" b="1">
                <a:solidFill>
                  <a:srgbClr val="172E2A"/>
                </a:solidFill>
                <a:latin typeface="Apple SD Gothic Neo"/>
                <a:ea typeface="Apple SD Gothic Neo"/>
                <a:cs typeface="Apple SD Gothic Neo"/>
              </a:rPr>
              <a:t>봉화지기 전체 서비스 흐름</a:t>
            </a:r>
          </a:p>
        </p:txBody>
      </p:sp>
      <p:sp>
        <p:nvSpPr>
          <p:cNvPr id="3" name="s1-2-text">
            <a:extLst xmlns:a="http://schemas.openxmlformats.org/drawingml/2006/main">
              <a:ext uri="{FF2B5EF4-FFF2-40B4-BE49-F238E27FC236}">
                <a16:creationId xmlns:a16="http://schemas.microsoft.com/office/drawing/2014/main" id="{81FAE90F-51DA-43EE-B5F7-C9353C4AB658}"/>
              </a:ext>
            </a:extLst>
          </p:cNvPr>
          <p:cNvSpPr>
            <a:spLocks xmlns:a="http://schemas.openxmlformats.org/drawingml/2006/main" noGrp="1"/>
          </p:cNvSpPr>
          <p:nvPr/>
        </p:nvSpPr>
        <p:spPr>
          <a:xfrm xmlns:a="http://schemas.openxmlformats.org/drawingml/2006/main">
            <a:off x="704850" y="1143000"/>
            <a:ext cx="1371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61736F"/>
                </a:solidFill>
                <a:latin typeface="Apple SD Gothic Neo"/>
                <a:ea typeface="Apple SD Gothic Neo"/>
                <a:cs typeface="Apple SD Gothic Neo"/>
              </a:defRPr>
            </a:defPPr>
            <a:lvl1pPr algn="l">
              <a:defRPr sz="1875" b="0">
                <a:solidFill>
                  <a:srgbClr val="61736F"/>
                </a:solidFill>
                <a:latin typeface="Apple SD Gothic Neo"/>
                <a:ea typeface="Apple SD Gothic Neo"/>
                <a:cs typeface="Apple SD Gothic Neo"/>
              </a:defRPr>
            </a:lvl1pPr>
            <a:lvl2pPr algn="l">
              <a:defRPr sz="1875" b="0">
                <a:solidFill>
                  <a:srgbClr val="61736F"/>
                </a:solidFill>
                <a:latin typeface="Apple SD Gothic Neo"/>
                <a:ea typeface="Apple SD Gothic Neo"/>
                <a:cs typeface="Apple SD Gothic Neo"/>
              </a:defRPr>
            </a:lvl2pPr>
            <a:lvl3pPr algn="l">
              <a:defRPr sz="1875" b="0">
                <a:solidFill>
                  <a:srgbClr val="61736F"/>
                </a:solidFill>
                <a:latin typeface="Apple SD Gothic Neo"/>
                <a:ea typeface="Apple SD Gothic Neo"/>
                <a:cs typeface="Apple SD Gothic Neo"/>
              </a:defRPr>
            </a:lvl3pPr>
            <a:lvl4pPr algn="l">
              <a:defRPr sz="1875" b="0">
                <a:solidFill>
                  <a:srgbClr val="61736F"/>
                </a:solidFill>
                <a:latin typeface="Apple SD Gothic Neo"/>
                <a:ea typeface="Apple SD Gothic Neo"/>
                <a:cs typeface="Apple SD Gothic Neo"/>
              </a:defRPr>
            </a:lvl4pPr>
            <a:lvl5pPr algn="l">
              <a:defRPr sz="1875" b="0">
                <a:solidFill>
                  <a:srgbClr val="61736F"/>
                </a:solidFill>
                <a:latin typeface="Apple SD Gothic Neo"/>
                <a:ea typeface="Apple SD Gothic Neo"/>
                <a:cs typeface="Apple SD Gothic Neo"/>
              </a:defRPr>
            </a:lvl5pPr>
            <a:lvl6pPr algn="l">
              <a:defRPr sz="1875" b="0">
                <a:solidFill>
                  <a:srgbClr val="61736F"/>
                </a:solidFill>
                <a:latin typeface="Apple SD Gothic Neo"/>
                <a:ea typeface="Apple SD Gothic Neo"/>
                <a:cs typeface="Apple SD Gothic Neo"/>
              </a:defRPr>
            </a:lvl6pPr>
            <a:lvl7pPr algn="l">
              <a:defRPr sz="1875" b="0">
                <a:solidFill>
                  <a:srgbClr val="61736F"/>
                </a:solidFill>
                <a:latin typeface="Apple SD Gothic Neo"/>
                <a:ea typeface="Apple SD Gothic Neo"/>
                <a:cs typeface="Apple SD Gothic Neo"/>
              </a:defRPr>
            </a:lvl7pPr>
            <a:lvl8pPr algn="l">
              <a:defRPr sz="1875" b="0">
                <a:solidFill>
                  <a:srgbClr val="61736F"/>
                </a:solidFill>
                <a:latin typeface="Apple SD Gothic Neo"/>
                <a:ea typeface="Apple SD Gothic Neo"/>
                <a:cs typeface="Apple SD Gothic Neo"/>
              </a:defRPr>
            </a:lvl8pPr>
            <a:lvl9pPr algn="l">
              <a:defRPr sz="1875" b="0">
                <a:solidFill>
                  <a:srgbClr val="61736F"/>
                </a:solidFill>
                <a:latin typeface="Apple SD Gothic Neo"/>
                <a:ea typeface="Apple SD Gothic Neo"/>
                <a:cs typeface="Apple SD Gothic Neo"/>
              </a:defRPr>
            </a:lvl9pPr>
          </a:lstStyle>
          <a:p xmlns:a="http://schemas.openxmlformats.org/drawingml/2006/main">
            <a:pPr algn="l">
              <a:defRPr sz="1875" b="0">
                <a:solidFill>
                  <a:srgbClr val="61736F"/>
                </a:solidFill>
                <a:latin typeface="Apple SD Gothic Neo"/>
                <a:ea typeface="Apple SD Gothic Neo"/>
                <a:cs typeface="Apple SD Gothic Neo"/>
              </a:defRPr>
            </a:pPr>
            <a:r>
              <a:rPr sz="1875" b="0">
                <a:solidFill>
                  <a:srgbClr val="61736F"/>
                </a:solidFill>
                <a:latin typeface="Apple SD Gothic Neo"/>
                <a:ea typeface="Apple SD Gothic Neo"/>
                <a:cs typeface="Apple SD Gothic Neo"/>
              </a:rPr>
              <a:t>산불 자료를 받아, 각 사용자에게 필요한 행동 안내를 갱신합니다</a:t>
            </a:r>
          </a:p>
        </p:txBody>
      </p:sp>
      <p:sp>
        <p:nvSpPr>
          <p:cNvPr id="4" name="s1-3-rect">
            <a:extLst xmlns:a="http://schemas.openxmlformats.org/drawingml/2006/main">
              <a:ext uri="{FF2B5EF4-FFF2-40B4-BE49-F238E27FC236}">
                <a16:creationId xmlns:a16="http://schemas.microsoft.com/office/drawing/2014/main" id="{56065594-27AB-46E7-AA5B-C8B75DA00039}"/>
              </a:ext>
            </a:extLst>
          </p:cNvPr>
          <p:cNvSpPr>
            <a:spLocks xmlns:a="http://schemas.openxmlformats.org/drawingml/2006/main" noGrp="1"/>
          </p:cNvSpPr>
          <p:nvPr/>
        </p:nvSpPr>
        <p:spPr>
          <a:xfrm xmlns:a="http://schemas.openxmlformats.org/drawingml/2006/main">
            <a:off x="685800" y="1704975"/>
            <a:ext cx="523875" cy="47625"/>
          </a:xfrm>
          <a:prstGeom xmlns:a="http://schemas.openxmlformats.org/drawingml/2006/main" prst="rect">
            <a:avLst/>
          </a:prstGeom>
          <a:solidFill xmlns:a="http://schemas.openxmlformats.org/drawingml/2006/main">
            <a:srgbClr val="1C7055"/>
          </a:solidFill>
          <a:ln xmlns:a="http://schemas.openxmlformats.org/drawingml/2006/main" w="9525">
            <a:noFill/>
            <a:prstDash val="solid"/>
          </a:ln>
        </p:spPr>
      </p:sp>
      <p:sp>
        <p:nvSpPr>
          <p:cNvPr id="5" name="s1-4-text">
            <a:extLst xmlns:a="http://schemas.openxmlformats.org/drawingml/2006/main">
              <a:ext uri="{FF2B5EF4-FFF2-40B4-BE49-F238E27FC236}">
                <a16:creationId xmlns:a16="http://schemas.microsoft.com/office/drawing/2014/main" id="{63EA82CF-F1AA-4CB1-BAAF-8DE2330A82A6}"/>
              </a:ext>
            </a:extLst>
          </p:cNvPr>
          <p:cNvSpPr>
            <a:spLocks xmlns:a="http://schemas.openxmlformats.org/drawingml/2006/main" noGrp="1"/>
          </p:cNvSpPr>
          <p:nvPr/>
        </p:nvSpPr>
        <p:spPr>
          <a:xfrm xmlns:a="http://schemas.openxmlformats.org/drawingml/2006/main">
            <a:off x="685800" y="8124825"/>
            <a:ext cx="1238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61736F"/>
                </a:solidFill>
                <a:latin typeface="Apple SD Gothic Neo"/>
                <a:ea typeface="Apple SD Gothic Neo"/>
                <a:cs typeface="Apple SD Gothic Neo"/>
              </a:defRPr>
            </a:defPPr>
            <a:lvl1pPr algn="l">
              <a:defRPr sz="1350" b="0">
                <a:solidFill>
                  <a:srgbClr val="61736F"/>
                </a:solidFill>
                <a:latin typeface="Apple SD Gothic Neo"/>
                <a:ea typeface="Apple SD Gothic Neo"/>
                <a:cs typeface="Apple SD Gothic Neo"/>
              </a:defRPr>
            </a:lvl1pPr>
            <a:lvl2pPr algn="l">
              <a:defRPr sz="1350" b="0">
                <a:solidFill>
                  <a:srgbClr val="61736F"/>
                </a:solidFill>
                <a:latin typeface="Apple SD Gothic Neo"/>
                <a:ea typeface="Apple SD Gothic Neo"/>
                <a:cs typeface="Apple SD Gothic Neo"/>
              </a:defRPr>
            </a:lvl2pPr>
            <a:lvl3pPr algn="l">
              <a:defRPr sz="1350" b="0">
                <a:solidFill>
                  <a:srgbClr val="61736F"/>
                </a:solidFill>
                <a:latin typeface="Apple SD Gothic Neo"/>
                <a:ea typeface="Apple SD Gothic Neo"/>
                <a:cs typeface="Apple SD Gothic Neo"/>
              </a:defRPr>
            </a:lvl3pPr>
            <a:lvl4pPr algn="l">
              <a:defRPr sz="1350" b="0">
                <a:solidFill>
                  <a:srgbClr val="61736F"/>
                </a:solidFill>
                <a:latin typeface="Apple SD Gothic Neo"/>
                <a:ea typeface="Apple SD Gothic Neo"/>
                <a:cs typeface="Apple SD Gothic Neo"/>
              </a:defRPr>
            </a:lvl4pPr>
            <a:lvl5pPr algn="l">
              <a:defRPr sz="1350" b="0">
                <a:solidFill>
                  <a:srgbClr val="61736F"/>
                </a:solidFill>
                <a:latin typeface="Apple SD Gothic Neo"/>
                <a:ea typeface="Apple SD Gothic Neo"/>
                <a:cs typeface="Apple SD Gothic Neo"/>
              </a:defRPr>
            </a:lvl5pPr>
            <a:lvl6pPr algn="l">
              <a:defRPr sz="1350" b="0">
                <a:solidFill>
                  <a:srgbClr val="61736F"/>
                </a:solidFill>
                <a:latin typeface="Apple SD Gothic Neo"/>
                <a:ea typeface="Apple SD Gothic Neo"/>
                <a:cs typeface="Apple SD Gothic Neo"/>
              </a:defRPr>
            </a:lvl6pPr>
            <a:lvl7pPr algn="l">
              <a:defRPr sz="1350" b="0">
                <a:solidFill>
                  <a:srgbClr val="61736F"/>
                </a:solidFill>
                <a:latin typeface="Apple SD Gothic Neo"/>
                <a:ea typeface="Apple SD Gothic Neo"/>
                <a:cs typeface="Apple SD Gothic Neo"/>
              </a:defRPr>
            </a:lvl7pPr>
            <a:lvl8pPr algn="l">
              <a:defRPr sz="1350" b="0">
                <a:solidFill>
                  <a:srgbClr val="61736F"/>
                </a:solidFill>
                <a:latin typeface="Apple SD Gothic Neo"/>
                <a:ea typeface="Apple SD Gothic Neo"/>
                <a:cs typeface="Apple SD Gothic Neo"/>
              </a:defRPr>
            </a:lvl8pPr>
            <a:lvl9pPr algn="l">
              <a:defRPr sz="1350" b="0">
                <a:solidFill>
                  <a:srgbClr val="61736F"/>
                </a:solidFill>
                <a:latin typeface="Apple SD Gothic Neo"/>
                <a:ea typeface="Apple SD Gothic Neo"/>
                <a:cs typeface="Apple SD Gothic Neo"/>
              </a:defRPr>
            </a:lvl9pPr>
          </a:lstStyle>
          <a:p xmlns:a="http://schemas.openxmlformats.org/drawingml/2006/main">
            <a:pPr algn="l">
              <a:defRPr sz="1350" b="0">
                <a:solidFill>
                  <a:srgbClr val="61736F"/>
                </a:solidFill>
                <a:latin typeface="Apple SD Gothic Neo"/>
                <a:ea typeface="Apple SD Gothic Neo"/>
                <a:cs typeface="Apple SD Gothic Neo"/>
              </a:defRPr>
            </a:pPr>
            <a:r>
              <a:rPr sz="1350" b="0">
                <a:solidFill>
                  <a:srgbClr val="61736F"/>
                </a:solidFill>
                <a:latin typeface="Apple SD Gothic Neo"/>
                <a:ea typeface="Apple SD Gothic Neo"/>
                <a:cs typeface="Apple SD Gothic Neo"/>
              </a:rPr>
              <a:t>봉화지기  /  산불 MVP 시연 구성  /  2026.11.01 기준</a:t>
            </a:r>
          </a:p>
        </p:txBody>
      </p:sp>
      <p:sp>
        <p:nvSpPr>
          <p:cNvPr id="6" name="s1-5-text">
            <a:extLst xmlns:a="http://schemas.openxmlformats.org/drawingml/2006/main">
              <a:ext uri="{FF2B5EF4-FFF2-40B4-BE49-F238E27FC236}">
                <a16:creationId xmlns:a16="http://schemas.microsoft.com/office/drawing/2014/main" id="{E137CEFF-8619-45C1-BFDC-31DBCD66BA80}"/>
              </a:ext>
            </a:extLst>
          </p:cNvPr>
          <p:cNvSpPr>
            <a:spLocks xmlns:a="http://schemas.openxmlformats.org/drawingml/2006/main" noGrp="1"/>
          </p:cNvSpPr>
          <p:nvPr/>
        </p:nvSpPr>
        <p:spPr>
          <a:xfrm xmlns:a="http://schemas.openxmlformats.org/drawingml/2006/main">
            <a:off x="13811250" y="8067675"/>
            <a:ext cx="742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500" b="0">
                <a:solidFill>
                  <a:srgbClr val="61736F"/>
                </a:solidFill>
                <a:latin typeface="Apple SD Gothic Neo"/>
                <a:ea typeface="Apple SD Gothic Neo"/>
                <a:cs typeface="Apple SD Gothic Neo"/>
              </a:defRPr>
            </a:defPPr>
            <a:lvl1pPr algn="r">
              <a:defRPr sz="1500" b="0">
                <a:solidFill>
                  <a:srgbClr val="61736F"/>
                </a:solidFill>
                <a:latin typeface="Apple SD Gothic Neo"/>
                <a:ea typeface="Apple SD Gothic Neo"/>
                <a:cs typeface="Apple SD Gothic Neo"/>
              </a:defRPr>
            </a:lvl1pPr>
            <a:lvl2pPr algn="r">
              <a:defRPr sz="1500" b="0">
                <a:solidFill>
                  <a:srgbClr val="61736F"/>
                </a:solidFill>
                <a:latin typeface="Apple SD Gothic Neo"/>
                <a:ea typeface="Apple SD Gothic Neo"/>
                <a:cs typeface="Apple SD Gothic Neo"/>
              </a:defRPr>
            </a:lvl2pPr>
            <a:lvl3pPr algn="r">
              <a:defRPr sz="1500" b="0">
                <a:solidFill>
                  <a:srgbClr val="61736F"/>
                </a:solidFill>
                <a:latin typeface="Apple SD Gothic Neo"/>
                <a:ea typeface="Apple SD Gothic Neo"/>
                <a:cs typeface="Apple SD Gothic Neo"/>
              </a:defRPr>
            </a:lvl3pPr>
            <a:lvl4pPr algn="r">
              <a:defRPr sz="1500" b="0">
                <a:solidFill>
                  <a:srgbClr val="61736F"/>
                </a:solidFill>
                <a:latin typeface="Apple SD Gothic Neo"/>
                <a:ea typeface="Apple SD Gothic Neo"/>
                <a:cs typeface="Apple SD Gothic Neo"/>
              </a:defRPr>
            </a:lvl4pPr>
            <a:lvl5pPr algn="r">
              <a:defRPr sz="1500" b="0">
                <a:solidFill>
                  <a:srgbClr val="61736F"/>
                </a:solidFill>
                <a:latin typeface="Apple SD Gothic Neo"/>
                <a:ea typeface="Apple SD Gothic Neo"/>
                <a:cs typeface="Apple SD Gothic Neo"/>
              </a:defRPr>
            </a:lvl5pPr>
            <a:lvl6pPr algn="r">
              <a:defRPr sz="1500" b="0">
                <a:solidFill>
                  <a:srgbClr val="61736F"/>
                </a:solidFill>
                <a:latin typeface="Apple SD Gothic Neo"/>
                <a:ea typeface="Apple SD Gothic Neo"/>
                <a:cs typeface="Apple SD Gothic Neo"/>
              </a:defRPr>
            </a:lvl6pPr>
            <a:lvl7pPr algn="r">
              <a:defRPr sz="1500" b="0">
                <a:solidFill>
                  <a:srgbClr val="61736F"/>
                </a:solidFill>
                <a:latin typeface="Apple SD Gothic Neo"/>
                <a:ea typeface="Apple SD Gothic Neo"/>
                <a:cs typeface="Apple SD Gothic Neo"/>
              </a:defRPr>
            </a:lvl7pPr>
            <a:lvl8pPr algn="r">
              <a:defRPr sz="1500" b="0">
                <a:solidFill>
                  <a:srgbClr val="61736F"/>
                </a:solidFill>
                <a:latin typeface="Apple SD Gothic Neo"/>
                <a:ea typeface="Apple SD Gothic Neo"/>
                <a:cs typeface="Apple SD Gothic Neo"/>
              </a:defRPr>
            </a:lvl8pPr>
            <a:lvl9pPr algn="r">
              <a:defRPr sz="1500" b="0">
                <a:solidFill>
                  <a:srgbClr val="61736F"/>
                </a:solidFill>
                <a:latin typeface="Apple SD Gothic Neo"/>
                <a:ea typeface="Apple SD Gothic Neo"/>
                <a:cs typeface="Apple SD Gothic Neo"/>
              </a:defRPr>
            </a:lvl9pPr>
          </a:lstStyle>
          <a:p xmlns:a="http://schemas.openxmlformats.org/drawingml/2006/main">
            <a:pPr algn="r">
              <a:defRPr sz="1500" b="0">
                <a:solidFill>
                  <a:srgbClr val="61736F"/>
                </a:solidFill>
                <a:latin typeface="Apple SD Gothic Neo"/>
                <a:ea typeface="Apple SD Gothic Neo"/>
                <a:cs typeface="Apple SD Gothic Neo"/>
              </a:defRPr>
            </a:pPr>
            <a:r>
              <a:rPr sz="1500" b="0">
                <a:solidFill>
                  <a:srgbClr val="61736F"/>
                </a:solidFill>
                <a:latin typeface="Apple SD Gothic Neo"/>
                <a:ea typeface="Apple SD Gothic Neo"/>
                <a:cs typeface="Apple SD Gothic Neo"/>
              </a:rPr>
              <a:t>1 / 3</a:t>
            </a:r>
          </a:p>
        </p:txBody>
      </p:sp>
      <p:sp>
        <p:nvSpPr>
          <p:cNvPr id="7" name="s1-6-rect">
            <a:extLst xmlns:a="http://schemas.openxmlformats.org/drawingml/2006/main">
              <a:ext uri="{FF2B5EF4-FFF2-40B4-BE49-F238E27FC236}">
                <a16:creationId xmlns:a16="http://schemas.microsoft.com/office/drawing/2014/main" id="{41DB9F8C-68C0-46BB-B9E2-D679F5EC65C2}"/>
              </a:ext>
            </a:extLst>
          </p:cNvPr>
          <p:cNvSpPr>
            <a:spLocks xmlns:a="http://schemas.openxmlformats.org/drawingml/2006/main" noGrp="1"/>
          </p:cNvSpPr>
          <p:nvPr/>
        </p:nvSpPr>
        <p:spPr>
          <a:xfrm xmlns:a="http://schemas.openxmlformats.org/drawingml/2006/main">
            <a:off x="685800" y="1962150"/>
            <a:ext cx="13868400" cy="571500"/>
          </a:xfrm>
          <a:prstGeom xmlns:a="http://schemas.openxmlformats.org/drawingml/2006/main" prst="roundRect">
            <a:avLst>
              <a:gd name="adj" fmla="val 23333"/>
            </a:avLst>
          </a:prstGeom>
          <a:solidFill xmlns:a="http://schemas.openxmlformats.org/drawingml/2006/main">
            <a:srgbClr val="FBEDE8"/>
          </a:solidFill>
          <a:ln xmlns:a="http://schemas.openxmlformats.org/drawingml/2006/main" w="9525">
            <a:noFill/>
            <a:prstDash val="solid"/>
          </a:ln>
        </p:spPr>
      </p:sp>
      <p:sp>
        <p:nvSpPr>
          <p:cNvPr id="8" name="s1-7-poly">
            <a:extLst xmlns:a="http://schemas.openxmlformats.org/drawingml/2006/main">
              <a:ext uri="{FF2B5EF4-FFF2-40B4-BE49-F238E27FC236}">
                <a16:creationId xmlns:a16="http://schemas.microsoft.com/office/drawing/2014/main" id="{B884FB90-E8B3-4EF8-AC8A-091F79CB833B}"/>
              </a:ext>
            </a:extLst>
          </p:cNvPr>
          <p:cNvSpPr>
            <a:spLocks xmlns:a="http://schemas.openxmlformats.org/drawingml/2006/main" noGrp="1"/>
          </p:cNvSpPr>
          <p:nvPr/>
        </p:nvSpPr>
        <p:spPr>
          <a:xfrm xmlns:a="http://schemas.openxmlformats.org/drawingml/2006/main">
            <a:off x="885825" y="2105025"/>
            <a:ext cx="190500" cy="200025"/>
          </a:xfrm>
          <a:custGeom xmlns:a="http://schemas.openxmlformats.org/drawingml/2006/main">
            <a:pathLst>
              <a:path w="190500" h="200025">
                <a:moveTo>
                  <a:pt x="0" y="200025"/>
                </a:moveTo>
                <a:lnTo>
                  <a:pt x="19050" y="152400"/>
                </a:lnTo>
                <a:lnTo>
                  <a:pt x="19050" y="61913"/>
                </a:lnTo>
                <a:lnTo>
                  <a:pt x="52388" y="0"/>
                </a:lnTo>
                <a:lnTo>
                  <a:pt x="138113" y="0"/>
                </a:lnTo>
                <a:lnTo>
                  <a:pt x="171450" y="61913"/>
                </a:lnTo>
                <a:lnTo>
                  <a:pt x="171450" y="152400"/>
                </a:lnTo>
                <a:lnTo>
                  <a:pt x="190500" y="200025"/>
                </a:lnTo>
              </a:path>
            </a:pathLst>
          </a:custGeom>
          <a:noFill xmlns:a="http://schemas.openxmlformats.org/drawingml/2006/main"/>
          <a:ln xmlns:a="http://schemas.openxmlformats.org/drawingml/2006/main" w="19050">
            <a:solidFill>
              <a:srgbClr val="BD463E"/>
            </a:solidFill>
            <a:prstDash val="solid"/>
          </a:ln>
        </p:spPr>
      </p:sp>
      <p:sp>
        <p:nvSpPr>
          <p:cNvPr id="9" name="s1-8-poly">
            <a:extLst xmlns:a="http://schemas.openxmlformats.org/drawingml/2006/main">
              <a:ext uri="{FF2B5EF4-FFF2-40B4-BE49-F238E27FC236}">
                <a16:creationId xmlns:a16="http://schemas.microsoft.com/office/drawing/2014/main" id="{7ABC79BD-B53E-487B-AD18-9606CC844C00}"/>
              </a:ext>
            </a:extLst>
          </p:cNvPr>
          <p:cNvSpPr>
            <a:spLocks xmlns:a="http://schemas.openxmlformats.org/drawingml/2006/main" noGrp="1"/>
          </p:cNvSpPr>
          <p:nvPr/>
        </p:nvSpPr>
        <p:spPr>
          <a:xfrm xmlns:a="http://schemas.openxmlformats.org/drawingml/2006/main">
            <a:off x="885825" y="230505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BD463E"/>
            </a:solidFill>
            <a:prstDash val="solid"/>
          </a:ln>
        </p:spPr>
      </p:sp>
      <p:sp>
        <p:nvSpPr>
          <p:cNvPr id="10" name="s1-9-ellipse">
            <a:extLst xmlns:a="http://schemas.openxmlformats.org/drawingml/2006/main">
              <a:ext uri="{FF2B5EF4-FFF2-40B4-BE49-F238E27FC236}">
                <a16:creationId xmlns:a16="http://schemas.microsoft.com/office/drawing/2014/main" id="{60605F28-CAA1-4501-87E4-6EE51A5DCB68}"/>
              </a:ext>
            </a:extLst>
          </p:cNvPr>
          <p:cNvSpPr>
            <a:spLocks xmlns:a="http://schemas.openxmlformats.org/drawingml/2006/main" noGrp="1"/>
          </p:cNvSpPr>
          <p:nvPr/>
        </p:nvSpPr>
        <p:spPr>
          <a:xfrm xmlns:a="http://schemas.openxmlformats.org/drawingml/2006/main">
            <a:off x="952500" y="2328863"/>
            <a:ext cx="57150" cy="57150"/>
          </a:xfrm>
          <a:prstGeom xmlns:a="http://schemas.openxmlformats.org/drawingml/2006/main" prst="ellipse">
            <a:avLst/>
          </a:prstGeom>
          <a:solidFill xmlns:a="http://schemas.openxmlformats.org/drawingml/2006/main">
            <a:srgbClr val="BD463E"/>
          </a:solidFill>
          <a:ln xmlns:a="http://schemas.openxmlformats.org/drawingml/2006/main" w="9525">
            <a:noFill/>
            <a:prstDash val="solid"/>
          </a:ln>
        </p:spPr>
      </p:sp>
      <p:sp>
        <p:nvSpPr>
          <p:cNvPr id="11" name="s1-10-poly">
            <a:extLst xmlns:a="http://schemas.openxmlformats.org/drawingml/2006/main">
              <a:ext uri="{FF2B5EF4-FFF2-40B4-BE49-F238E27FC236}">
                <a16:creationId xmlns:a16="http://schemas.microsoft.com/office/drawing/2014/main" id="{3744F4F0-E502-48FA-BB55-9EC5C37391B0}"/>
              </a:ext>
            </a:extLst>
          </p:cNvPr>
          <p:cNvSpPr>
            <a:spLocks xmlns:a="http://schemas.openxmlformats.org/drawingml/2006/main" noGrp="1"/>
          </p:cNvSpPr>
          <p:nvPr/>
        </p:nvSpPr>
        <p:spPr>
          <a:xfrm xmlns:a="http://schemas.openxmlformats.org/drawingml/2006/main">
            <a:off x="981075" y="2071688"/>
            <a:ext cx="9525" cy="33338"/>
          </a:xfrm>
          <a:custGeom xmlns:a="http://schemas.openxmlformats.org/drawingml/2006/main">
            <a:pathLst>
              <a:path w="9525" h="33338">
                <a:moveTo>
                  <a:pt x="0" y="0"/>
                </a:moveTo>
                <a:lnTo>
                  <a:pt x="0" y="33338"/>
                </a:lnTo>
              </a:path>
            </a:pathLst>
          </a:custGeom>
          <a:noFill xmlns:a="http://schemas.openxmlformats.org/drawingml/2006/main"/>
          <a:ln xmlns:a="http://schemas.openxmlformats.org/drawingml/2006/main" w="19050">
            <a:solidFill>
              <a:srgbClr val="BD463E"/>
            </a:solidFill>
            <a:prstDash val="solid"/>
          </a:ln>
        </p:spPr>
      </p:sp>
      <p:sp>
        <p:nvSpPr>
          <p:cNvPr id="12" name="s1-11-text">
            <a:extLst xmlns:a="http://schemas.openxmlformats.org/drawingml/2006/main">
              <a:ext uri="{FF2B5EF4-FFF2-40B4-BE49-F238E27FC236}">
                <a16:creationId xmlns:a16="http://schemas.microsoft.com/office/drawing/2014/main" id="{DB98D6F1-D874-4ADA-8635-C36CBA938D9F}"/>
              </a:ext>
            </a:extLst>
          </p:cNvPr>
          <p:cNvSpPr>
            <a:spLocks xmlns:a="http://schemas.openxmlformats.org/drawingml/2006/main" noGrp="1"/>
          </p:cNvSpPr>
          <p:nvPr/>
        </p:nvSpPr>
        <p:spPr>
          <a:xfrm xmlns:a="http://schemas.openxmlformats.org/drawingml/2006/main">
            <a:off x="1257300" y="20859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BD463E"/>
                </a:solidFill>
                <a:latin typeface="Apple SD Gothic Neo"/>
                <a:ea typeface="Apple SD Gothic Neo"/>
                <a:cs typeface="Apple SD Gothic Neo"/>
              </a:defRPr>
            </a:defPPr>
            <a:lvl1pPr algn="l">
              <a:defRPr sz="1950" b="1">
                <a:solidFill>
                  <a:srgbClr val="BD463E"/>
                </a:solidFill>
                <a:latin typeface="Apple SD Gothic Neo"/>
                <a:ea typeface="Apple SD Gothic Neo"/>
                <a:cs typeface="Apple SD Gothic Neo"/>
              </a:defRPr>
            </a:lvl1pPr>
            <a:lvl2pPr algn="l">
              <a:defRPr sz="1950" b="1">
                <a:solidFill>
                  <a:srgbClr val="BD463E"/>
                </a:solidFill>
                <a:latin typeface="Apple SD Gothic Neo"/>
                <a:ea typeface="Apple SD Gothic Neo"/>
                <a:cs typeface="Apple SD Gothic Neo"/>
              </a:defRPr>
            </a:lvl2pPr>
            <a:lvl3pPr algn="l">
              <a:defRPr sz="1950" b="1">
                <a:solidFill>
                  <a:srgbClr val="BD463E"/>
                </a:solidFill>
                <a:latin typeface="Apple SD Gothic Neo"/>
                <a:ea typeface="Apple SD Gothic Neo"/>
                <a:cs typeface="Apple SD Gothic Neo"/>
              </a:defRPr>
            </a:lvl3pPr>
            <a:lvl4pPr algn="l">
              <a:defRPr sz="1950" b="1">
                <a:solidFill>
                  <a:srgbClr val="BD463E"/>
                </a:solidFill>
                <a:latin typeface="Apple SD Gothic Neo"/>
                <a:ea typeface="Apple SD Gothic Neo"/>
                <a:cs typeface="Apple SD Gothic Neo"/>
              </a:defRPr>
            </a:lvl4pPr>
            <a:lvl5pPr algn="l">
              <a:defRPr sz="1950" b="1">
                <a:solidFill>
                  <a:srgbClr val="BD463E"/>
                </a:solidFill>
                <a:latin typeface="Apple SD Gothic Neo"/>
                <a:ea typeface="Apple SD Gothic Neo"/>
                <a:cs typeface="Apple SD Gothic Neo"/>
              </a:defRPr>
            </a:lvl5pPr>
            <a:lvl6pPr algn="l">
              <a:defRPr sz="1950" b="1">
                <a:solidFill>
                  <a:srgbClr val="BD463E"/>
                </a:solidFill>
                <a:latin typeface="Apple SD Gothic Neo"/>
                <a:ea typeface="Apple SD Gothic Neo"/>
                <a:cs typeface="Apple SD Gothic Neo"/>
              </a:defRPr>
            </a:lvl6pPr>
            <a:lvl7pPr algn="l">
              <a:defRPr sz="1950" b="1">
                <a:solidFill>
                  <a:srgbClr val="BD463E"/>
                </a:solidFill>
                <a:latin typeface="Apple SD Gothic Neo"/>
                <a:ea typeface="Apple SD Gothic Neo"/>
                <a:cs typeface="Apple SD Gothic Neo"/>
              </a:defRPr>
            </a:lvl7pPr>
            <a:lvl8pPr algn="l">
              <a:defRPr sz="1950" b="1">
                <a:solidFill>
                  <a:srgbClr val="BD463E"/>
                </a:solidFill>
                <a:latin typeface="Apple SD Gothic Neo"/>
                <a:ea typeface="Apple SD Gothic Neo"/>
                <a:cs typeface="Apple SD Gothic Neo"/>
              </a:defRPr>
            </a:lvl8pPr>
            <a:lvl9pPr algn="l">
              <a:defRPr sz="1950" b="1">
                <a:solidFill>
                  <a:srgbClr val="BD463E"/>
                </a:solidFill>
                <a:latin typeface="Apple SD Gothic Neo"/>
                <a:ea typeface="Apple SD Gothic Neo"/>
                <a:cs typeface="Apple SD Gothic Neo"/>
              </a:defRPr>
            </a:lvl9pPr>
          </a:lstStyle>
          <a:p xmlns:a="http://schemas.openxmlformats.org/drawingml/2006/main">
            <a:pPr algn="l">
              <a:defRPr sz="1950" b="1">
                <a:solidFill>
                  <a:srgbClr val="BD463E"/>
                </a:solidFill>
                <a:latin typeface="Apple SD Gothic Neo"/>
                <a:ea typeface="Apple SD Gothic Neo"/>
                <a:cs typeface="Apple SD Gothic Neo"/>
              </a:defRPr>
            </a:pPr>
            <a:r>
              <a:rPr sz="1950" b="1">
                <a:solidFill>
                  <a:srgbClr val="BD463E"/>
                </a:solidFill>
                <a:latin typeface="Apple SD Gothic Neo"/>
                <a:ea typeface="Apple SD Gothic Neo"/>
                <a:cs typeface="Apple SD Gothic Neo"/>
              </a:rPr>
              <a:t>공식 긴급 경보</a:t>
            </a:r>
          </a:p>
        </p:txBody>
      </p:sp>
      <p:sp>
        <p:nvSpPr>
          <p:cNvPr id="13" name="s1-12-poly">
            <a:extLst xmlns:a="http://schemas.openxmlformats.org/drawingml/2006/main">
              <a:ext uri="{FF2B5EF4-FFF2-40B4-BE49-F238E27FC236}">
                <a16:creationId xmlns:a16="http://schemas.microsoft.com/office/drawing/2014/main" id="{E4C96112-49C4-4468-904B-EEA6F4E8E840}"/>
              </a:ext>
            </a:extLst>
          </p:cNvPr>
          <p:cNvSpPr>
            <a:spLocks xmlns:a="http://schemas.openxmlformats.org/drawingml/2006/main" noGrp="1"/>
          </p:cNvSpPr>
          <p:nvPr/>
        </p:nvSpPr>
        <p:spPr>
          <a:xfrm xmlns:a="http://schemas.openxmlformats.org/drawingml/2006/main">
            <a:off x="3743325" y="2247900"/>
            <a:ext cx="533400" cy="9525"/>
          </a:xfrm>
          <a:custGeom xmlns:a="http://schemas.openxmlformats.org/drawingml/2006/main">
            <a:pathLst>
              <a:path w="533400" h="9525">
                <a:moveTo>
                  <a:pt x="0" y="0"/>
                </a:moveTo>
                <a:lnTo>
                  <a:pt x="533400" y="0"/>
                </a:lnTo>
              </a:path>
            </a:pathLst>
          </a:custGeom>
          <a:noFill xmlns:a="http://schemas.openxmlformats.org/drawingml/2006/main"/>
          <a:ln xmlns:a="http://schemas.openxmlformats.org/drawingml/2006/main" w="23813">
            <a:solidFill>
              <a:srgbClr val="BD463E"/>
            </a:solidFill>
            <a:prstDash val="solid"/>
          </a:ln>
        </p:spPr>
      </p:sp>
      <p:sp>
        <p:nvSpPr>
          <p:cNvPr id="14" name="s1-13-poly">
            <a:extLst xmlns:a="http://schemas.openxmlformats.org/drawingml/2006/main">
              <a:ext uri="{FF2B5EF4-FFF2-40B4-BE49-F238E27FC236}">
                <a16:creationId xmlns:a16="http://schemas.microsoft.com/office/drawing/2014/main" id="{02E1D2F3-E7D2-4B2C-B67F-2B7A8127C44B}"/>
              </a:ext>
            </a:extLst>
          </p:cNvPr>
          <p:cNvSpPr>
            <a:spLocks xmlns:a="http://schemas.openxmlformats.org/drawingml/2006/main" noGrp="1"/>
          </p:cNvSpPr>
          <p:nvPr/>
        </p:nvSpPr>
        <p:spPr>
          <a:xfrm xmlns:a="http://schemas.openxmlformats.org/drawingml/2006/main">
            <a:off x="4200525" y="2181225"/>
            <a:ext cx="152400" cy="133350"/>
          </a:xfrm>
          <a:custGeom xmlns:a="http://schemas.openxmlformats.org/drawingml/2006/main">
            <a:pathLst>
              <a:path w="152400" h="133350">
                <a:moveTo>
                  <a:pt x="0" y="0"/>
                </a:moveTo>
                <a:lnTo>
                  <a:pt x="152400" y="66675"/>
                </a:lnTo>
                <a:lnTo>
                  <a:pt x="0" y="133350"/>
                </a:lnTo>
              </a:path>
            </a:pathLst>
          </a:custGeom>
          <a:noFill xmlns:a="http://schemas.openxmlformats.org/drawingml/2006/main"/>
          <a:ln xmlns:a="http://schemas.openxmlformats.org/drawingml/2006/main" w="23813">
            <a:solidFill>
              <a:srgbClr val="BD463E"/>
            </a:solidFill>
            <a:prstDash val="solid"/>
          </a:ln>
        </p:spPr>
      </p:sp>
      <p:sp>
        <p:nvSpPr>
          <p:cNvPr id="15" name="s1-14-text">
            <a:extLst xmlns:a="http://schemas.openxmlformats.org/drawingml/2006/main">
              <a:ext uri="{FF2B5EF4-FFF2-40B4-BE49-F238E27FC236}">
                <a16:creationId xmlns:a16="http://schemas.microsoft.com/office/drawing/2014/main" id="{976E0B39-EFAA-44F6-BB14-8BE68B7EF7CC}"/>
              </a:ext>
            </a:extLst>
          </p:cNvPr>
          <p:cNvSpPr>
            <a:spLocks xmlns:a="http://schemas.openxmlformats.org/drawingml/2006/main" noGrp="1"/>
          </p:cNvSpPr>
          <p:nvPr/>
        </p:nvSpPr>
        <p:spPr>
          <a:xfrm xmlns:a="http://schemas.openxmlformats.org/drawingml/2006/main">
            <a:off x="4552950" y="2095500"/>
            <a:ext cx="2667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1">
                <a:solidFill>
                  <a:srgbClr val="BD463E"/>
                </a:solidFill>
                <a:latin typeface="Apple SD Gothic Neo"/>
                <a:ea typeface="Apple SD Gothic Neo"/>
                <a:cs typeface="Apple SD Gothic Neo"/>
              </a:defRPr>
            </a:defPPr>
            <a:lvl1pPr algn="l">
              <a:defRPr sz="1800" b="1">
                <a:solidFill>
                  <a:srgbClr val="BD463E"/>
                </a:solidFill>
                <a:latin typeface="Apple SD Gothic Neo"/>
                <a:ea typeface="Apple SD Gothic Neo"/>
                <a:cs typeface="Apple SD Gothic Neo"/>
              </a:defRPr>
            </a:lvl1pPr>
            <a:lvl2pPr algn="l">
              <a:defRPr sz="1800" b="1">
                <a:solidFill>
                  <a:srgbClr val="BD463E"/>
                </a:solidFill>
                <a:latin typeface="Apple SD Gothic Neo"/>
                <a:ea typeface="Apple SD Gothic Neo"/>
                <a:cs typeface="Apple SD Gothic Neo"/>
              </a:defRPr>
            </a:lvl2pPr>
            <a:lvl3pPr algn="l">
              <a:defRPr sz="1800" b="1">
                <a:solidFill>
                  <a:srgbClr val="BD463E"/>
                </a:solidFill>
                <a:latin typeface="Apple SD Gothic Neo"/>
                <a:ea typeface="Apple SD Gothic Neo"/>
                <a:cs typeface="Apple SD Gothic Neo"/>
              </a:defRPr>
            </a:lvl3pPr>
            <a:lvl4pPr algn="l">
              <a:defRPr sz="1800" b="1">
                <a:solidFill>
                  <a:srgbClr val="BD463E"/>
                </a:solidFill>
                <a:latin typeface="Apple SD Gothic Neo"/>
                <a:ea typeface="Apple SD Gothic Neo"/>
                <a:cs typeface="Apple SD Gothic Neo"/>
              </a:defRPr>
            </a:lvl4pPr>
            <a:lvl5pPr algn="l">
              <a:defRPr sz="1800" b="1">
                <a:solidFill>
                  <a:srgbClr val="BD463E"/>
                </a:solidFill>
                <a:latin typeface="Apple SD Gothic Neo"/>
                <a:ea typeface="Apple SD Gothic Neo"/>
                <a:cs typeface="Apple SD Gothic Neo"/>
              </a:defRPr>
            </a:lvl5pPr>
            <a:lvl6pPr algn="l">
              <a:defRPr sz="1800" b="1">
                <a:solidFill>
                  <a:srgbClr val="BD463E"/>
                </a:solidFill>
                <a:latin typeface="Apple SD Gothic Neo"/>
                <a:ea typeface="Apple SD Gothic Neo"/>
                <a:cs typeface="Apple SD Gothic Neo"/>
              </a:defRPr>
            </a:lvl6pPr>
            <a:lvl7pPr algn="l">
              <a:defRPr sz="1800" b="1">
                <a:solidFill>
                  <a:srgbClr val="BD463E"/>
                </a:solidFill>
                <a:latin typeface="Apple SD Gothic Neo"/>
                <a:ea typeface="Apple SD Gothic Neo"/>
                <a:cs typeface="Apple SD Gothic Neo"/>
              </a:defRPr>
            </a:lvl7pPr>
            <a:lvl8pPr algn="l">
              <a:defRPr sz="1800" b="1">
                <a:solidFill>
                  <a:srgbClr val="BD463E"/>
                </a:solidFill>
                <a:latin typeface="Apple SD Gothic Neo"/>
                <a:ea typeface="Apple SD Gothic Neo"/>
                <a:cs typeface="Apple SD Gothic Neo"/>
              </a:defRPr>
            </a:lvl8pPr>
            <a:lvl9pPr algn="l">
              <a:defRPr sz="1800" b="1">
                <a:solidFill>
                  <a:srgbClr val="BD463E"/>
                </a:solidFill>
                <a:latin typeface="Apple SD Gothic Neo"/>
                <a:ea typeface="Apple SD Gothic Neo"/>
                <a:cs typeface="Apple SD Gothic Neo"/>
              </a:defRPr>
            </a:lvl9pPr>
          </a:lstStyle>
          <a:p xmlns:a="http://schemas.openxmlformats.org/drawingml/2006/main">
            <a:pPr algn="l">
              <a:defRPr sz="1800" b="1">
                <a:solidFill>
                  <a:srgbClr val="BD463E"/>
                </a:solidFill>
                <a:latin typeface="Apple SD Gothic Neo"/>
                <a:ea typeface="Apple SD Gothic Neo"/>
                <a:cs typeface="Apple SD Gothic Neo"/>
              </a:defRPr>
            </a:pPr>
            <a:r>
              <a:rPr sz="1800" b="1">
                <a:solidFill>
                  <a:srgbClr val="BD463E"/>
                </a:solidFill>
                <a:latin typeface="Apple SD Gothic Neo"/>
                <a:ea typeface="Apple SD Gothic Neo"/>
                <a:cs typeface="Apple SD Gothic Neo"/>
              </a:rPr>
              <a:t>발령 대상 확인</a:t>
            </a:r>
          </a:p>
        </p:txBody>
      </p:sp>
      <p:sp>
        <p:nvSpPr>
          <p:cNvPr id="16" name="s1-15-poly">
            <a:extLst xmlns:a="http://schemas.openxmlformats.org/drawingml/2006/main">
              <a:ext uri="{FF2B5EF4-FFF2-40B4-BE49-F238E27FC236}">
                <a16:creationId xmlns:a16="http://schemas.microsoft.com/office/drawing/2014/main" id="{731FF57C-0768-4BAD-ADC8-73857200F40C}"/>
              </a:ext>
            </a:extLst>
          </p:cNvPr>
          <p:cNvSpPr>
            <a:spLocks xmlns:a="http://schemas.openxmlformats.org/drawingml/2006/main" noGrp="1"/>
          </p:cNvSpPr>
          <p:nvPr/>
        </p:nvSpPr>
        <p:spPr>
          <a:xfrm xmlns:a="http://schemas.openxmlformats.org/drawingml/2006/main">
            <a:off x="7067550" y="2247900"/>
            <a:ext cx="571500" cy="9525"/>
          </a:xfrm>
          <a:custGeom xmlns:a="http://schemas.openxmlformats.org/drawingml/2006/main">
            <a:pathLst>
              <a:path w="571500" h="9525">
                <a:moveTo>
                  <a:pt x="0" y="0"/>
                </a:moveTo>
                <a:lnTo>
                  <a:pt x="571500" y="0"/>
                </a:lnTo>
              </a:path>
            </a:pathLst>
          </a:custGeom>
          <a:noFill xmlns:a="http://schemas.openxmlformats.org/drawingml/2006/main"/>
          <a:ln xmlns:a="http://schemas.openxmlformats.org/drawingml/2006/main" w="23813">
            <a:solidFill>
              <a:srgbClr val="BD463E"/>
            </a:solidFill>
            <a:prstDash val="solid"/>
          </a:ln>
        </p:spPr>
      </p:sp>
      <p:sp>
        <p:nvSpPr>
          <p:cNvPr id="17" name="s1-16-poly">
            <a:extLst xmlns:a="http://schemas.openxmlformats.org/drawingml/2006/main">
              <a:ext uri="{FF2B5EF4-FFF2-40B4-BE49-F238E27FC236}">
                <a16:creationId xmlns:a16="http://schemas.microsoft.com/office/drawing/2014/main" id="{7726A12E-CFBD-4D13-A154-71E3DADA3F57}"/>
              </a:ext>
            </a:extLst>
          </p:cNvPr>
          <p:cNvSpPr>
            <a:spLocks xmlns:a="http://schemas.openxmlformats.org/drawingml/2006/main" noGrp="1"/>
          </p:cNvSpPr>
          <p:nvPr/>
        </p:nvSpPr>
        <p:spPr>
          <a:xfrm xmlns:a="http://schemas.openxmlformats.org/drawingml/2006/main">
            <a:off x="7562850" y="2181225"/>
            <a:ext cx="152400" cy="133350"/>
          </a:xfrm>
          <a:custGeom xmlns:a="http://schemas.openxmlformats.org/drawingml/2006/main">
            <a:pathLst>
              <a:path w="152400" h="133350">
                <a:moveTo>
                  <a:pt x="0" y="0"/>
                </a:moveTo>
                <a:lnTo>
                  <a:pt x="152400" y="66675"/>
                </a:lnTo>
                <a:lnTo>
                  <a:pt x="0" y="133350"/>
                </a:lnTo>
              </a:path>
            </a:pathLst>
          </a:custGeom>
          <a:noFill xmlns:a="http://schemas.openxmlformats.org/drawingml/2006/main"/>
          <a:ln xmlns:a="http://schemas.openxmlformats.org/drawingml/2006/main" w="23813">
            <a:solidFill>
              <a:srgbClr val="BD463E"/>
            </a:solidFill>
            <a:prstDash val="solid"/>
          </a:ln>
        </p:spPr>
      </p:sp>
      <p:sp>
        <p:nvSpPr>
          <p:cNvPr id="18" name="s1-17-text">
            <a:extLst xmlns:a="http://schemas.openxmlformats.org/drawingml/2006/main">
              <a:ext uri="{FF2B5EF4-FFF2-40B4-BE49-F238E27FC236}">
                <a16:creationId xmlns:a16="http://schemas.microsoft.com/office/drawing/2014/main" id="{210096D9-7815-4C42-8DAA-C0E32CC8B5EF}"/>
              </a:ext>
            </a:extLst>
          </p:cNvPr>
          <p:cNvSpPr>
            <a:spLocks xmlns:a="http://schemas.openxmlformats.org/drawingml/2006/main" noGrp="1"/>
          </p:cNvSpPr>
          <p:nvPr/>
        </p:nvSpPr>
        <p:spPr>
          <a:xfrm xmlns:a="http://schemas.openxmlformats.org/drawingml/2006/main">
            <a:off x="7924800" y="2095500"/>
            <a:ext cx="2524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1">
                <a:solidFill>
                  <a:srgbClr val="BD463E"/>
                </a:solidFill>
                <a:latin typeface="Apple SD Gothic Neo"/>
                <a:ea typeface="Apple SD Gothic Neo"/>
                <a:cs typeface="Apple SD Gothic Neo"/>
              </a:defRPr>
            </a:defPPr>
            <a:lvl1pPr algn="l">
              <a:defRPr sz="1800" b="1">
                <a:solidFill>
                  <a:srgbClr val="BD463E"/>
                </a:solidFill>
                <a:latin typeface="Apple SD Gothic Neo"/>
                <a:ea typeface="Apple SD Gothic Neo"/>
                <a:cs typeface="Apple SD Gothic Neo"/>
              </a:defRPr>
            </a:lvl1pPr>
            <a:lvl2pPr algn="l">
              <a:defRPr sz="1800" b="1">
                <a:solidFill>
                  <a:srgbClr val="BD463E"/>
                </a:solidFill>
                <a:latin typeface="Apple SD Gothic Neo"/>
                <a:ea typeface="Apple SD Gothic Neo"/>
                <a:cs typeface="Apple SD Gothic Neo"/>
              </a:defRPr>
            </a:lvl2pPr>
            <a:lvl3pPr algn="l">
              <a:defRPr sz="1800" b="1">
                <a:solidFill>
                  <a:srgbClr val="BD463E"/>
                </a:solidFill>
                <a:latin typeface="Apple SD Gothic Neo"/>
                <a:ea typeface="Apple SD Gothic Neo"/>
                <a:cs typeface="Apple SD Gothic Neo"/>
              </a:defRPr>
            </a:lvl3pPr>
            <a:lvl4pPr algn="l">
              <a:defRPr sz="1800" b="1">
                <a:solidFill>
                  <a:srgbClr val="BD463E"/>
                </a:solidFill>
                <a:latin typeface="Apple SD Gothic Neo"/>
                <a:ea typeface="Apple SD Gothic Neo"/>
                <a:cs typeface="Apple SD Gothic Neo"/>
              </a:defRPr>
            </a:lvl4pPr>
            <a:lvl5pPr algn="l">
              <a:defRPr sz="1800" b="1">
                <a:solidFill>
                  <a:srgbClr val="BD463E"/>
                </a:solidFill>
                <a:latin typeface="Apple SD Gothic Neo"/>
                <a:ea typeface="Apple SD Gothic Neo"/>
                <a:cs typeface="Apple SD Gothic Neo"/>
              </a:defRPr>
            </a:lvl5pPr>
            <a:lvl6pPr algn="l">
              <a:defRPr sz="1800" b="1">
                <a:solidFill>
                  <a:srgbClr val="BD463E"/>
                </a:solidFill>
                <a:latin typeface="Apple SD Gothic Neo"/>
                <a:ea typeface="Apple SD Gothic Neo"/>
                <a:cs typeface="Apple SD Gothic Neo"/>
              </a:defRPr>
            </a:lvl6pPr>
            <a:lvl7pPr algn="l">
              <a:defRPr sz="1800" b="1">
                <a:solidFill>
                  <a:srgbClr val="BD463E"/>
                </a:solidFill>
                <a:latin typeface="Apple SD Gothic Neo"/>
                <a:ea typeface="Apple SD Gothic Neo"/>
                <a:cs typeface="Apple SD Gothic Neo"/>
              </a:defRPr>
            </a:lvl7pPr>
            <a:lvl8pPr algn="l">
              <a:defRPr sz="1800" b="1">
                <a:solidFill>
                  <a:srgbClr val="BD463E"/>
                </a:solidFill>
                <a:latin typeface="Apple SD Gothic Neo"/>
                <a:ea typeface="Apple SD Gothic Neo"/>
                <a:cs typeface="Apple SD Gothic Neo"/>
              </a:defRPr>
            </a:lvl8pPr>
            <a:lvl9pPr algn="l">
              <a:defRPr sz="1800" b="1">
                <a:solidFill>
                  <a:srgbClr val="BD463E"/>
                </a:solidFill>
                <a:latin typeface="Apple SD Gothic Neo"/>
                <a:ea typeface="Apple SD Gothic Neo"/>
                <a:cs typeface="Apple SD Gothic Neo"/>
              </a:defRPr>
            </a:lvl9pPr>
          </a:lstStyle>
          <a:p xmlns:a="http://schemas.openxmlformats.org/drawingml/2006/main">
            <a:pPr algn="l">
              <a:defRPr sz="1800" b="1">
                <a:solidFill>
                  <a:srgbClr val="BD463E"/>
                </a:solidFill>
                <a:latin typeface="Apple SD Gothic Neo"/>
                <a:ea typeface="Apple SD Gothic Neo"/>
                <a:cs typeface="Apple SD Gothic Neo"/>
              </a:defRPr>
            </a:pPr>
            <a:r>
              <a:rPr sz="1800" b="1">
                <a:solidFill>
                  <a:srgbClr val="BD463E"/>
                </a:solidFill>
                <a:latin typeface="Apple SD Gothic Neo"/>
                <a:ea typeface="Apple SD Gothic Neo"/>
                <a:cs typeface="Apple SD Gothic Neo"/>
              </a:rPr>
              <a:t>원문 우선 전달</a:t>
            </a:r>
          </a:p>
        </p:txBody>
      </p:sp>
      <p:sp>
        <p:nvSpPr>
          <p:cNvPr id="19" name="s1-18-text">
            <a:extLst xmlns:a="http://schemas.openxmlformats.org/drawingml/2006/main">
              <a:ext uri="{FF2B5EF4-FFF2-40B4-BE49-F238E27FC236}">
                <a16:creationId xmlns:a16="http://schemas.microsoft.com/office/drawing/2014/main" id="{742E96D3-67CC-44E3-9D9E-33869DA3DB33}"/>
              </a:ext>
            </a:extLst>
          </p:cNvPr>
          <p:cNvSpPr>
            <a:spLocks xmlns:a="http://schemas.openxmlformats.org/drawingml/2006/main" noGrp="1"/>
          </p:cNvSpPr>
          <p:nvPr/>
        </p:nvSpPr>
        <p:spPr>
          <a:xfrm xmlns:a="http://schemas.openxmlformats.org/drawingml/2006/main">
            <a:off x="10839450" y="21145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650" b="0">
                <a:solidFill>
                  <a:srgbClr val="BD463E"/>
                </a:solidFill>
                <a:latin typeface="Apple SD Gothic Neo"/>
                <a:ea typeface="Apple SD Gothic Neo"/>
                <a:cs typeface="Apple SD Gothic Neo"/>
              </a:defRPr>
            </a:defPPr>
            <a:lvl1pPr algn="r">
              <a:defRPr sz="1650" b="0">
                <a:solidFill>
                  <a:srgbClr val="BD463E"/>
                </a:solidFill>
                <a:latin typeface="Apple SD Gothic Neo"/>
                <a:ea typeface="Apple SD Gothic Neo"/>
                <a:cs typeface="Apple SD Gothic Neo"/>
              </a:defRPr>
            </a:lvl1pPr>
            <a:lvl2pPr algn="r">
              <a:defRPr sz="1650" b="0">
                <a:solidFill>
                  <a:srgbClr val="BD463E"/>
                </a:solidFill>
                <a:latin typeface="Apple SD Gothic Neo"/>
                <a:ea typeface="Apple SD Gothic Neo"/>
                <a:cs typeface="Apple SD Gothic Neo"/>
              </a:defRPr>
            </a:lvl2pPr>
            <a:lvl3pPr algn="r">
              <a:defRPr sz="1650" b="0">
                <a:solidFill>
                  <a:srgbClr val="BD463E"/>
                </a:solidFill>
                <a:latin typeface="Apple SD Gothic Neo"/>
                <a:ea typeface="Apple SD Gothic Neo"/>
                <a:cs typeface="Apple SD Gothic Neo"/>
              </a:defRPr>
            </a:lvl3pPr>
            <a:lvl4pPr algn="r">
              <a:defRPr sz="1650" b="0">
                <a:solidFill>
                  <a:srgbClr val="BD463E"/>
                </a:solidFill>
                <a:latin typeface="Apple SD Gothic Neo"/>
                <a:ea typeface="Apple SD Gothic Neo"/>
                <a:cs typeface="Apple SD Gothic Neo"/>
              </a:defRPr>
            </a:lvl4pPr>
            <a:lvl5pPr algn="r">
              <a:defRPr sz="1650" b="0">
                <a:solidFill>
                  <a:srgbClr val="BD463E"/>
                </a:solidFill>
                <a:latin typeface="Apple SD Gothic Neo"/>
                <a:ea typeface="Apple SD Gothic Neo"/>
                <a:cs typeface="Apple SD Gothic Neo"/>
              </a:defRPr>
            </a:lvl5pPr>
            <a:lvl6pPr algn="r">
              <a:defRPr sz="1650" b="0">
                <a:solidFill>
                  <a:srgbClr val="BD463E"/>
                </a:solidFill>
                <a:latin typeface="Apple SD Gothic Neo"/>
                <a:ea typeface="Apple SD Gothic Neo"/>
                <a:cs typeface="Apple SD Gothic Neo"/>
              </a:defRPr>
            </a:lvl6pPr>
            <a:lvl7pPr algn="r">
              <a:defRPr sz="1650" b="0">
                <a:solidFill>
                  <a:srgbClr val="BD463E"/>
                </a:solidFill>
                <a:latin typeface="Apple SD Gothic Neo"/>
                <a:ea typeface="Apple SD Gothic Neo"/>
                <a:cs typeface="Apple SD Gothic Neo"/>
              </a:defRPr>
            </a:lvl7pPr>
            <a:lvl8pPr algn="r">
              <a:defRPr sz="1650" b="0">
                <a:solidFill>
                  <a:srgbClr val="BD463E"/>
                </a:solidFill>
                <a:latin typeface="Apple SD Gothic Neo"/>
                <a:ea typeface="Apple SD Gothic Neo"/>
                <a:cs typeface="Apple SD Gothic Neo"/>
              </a:defRPr>
            </a:lvl8pPr>
            <a:lvl9pPr algn="r">
              <a:defRPr sz="1650" b="0">
                <a:solidFill>
                  <a:srgbClr val="BD463E"/>
                </a:solidFill>
                <a:latin typeface="Apple SD Gothic Neo"/>
                <a:ea typeface="Apple SD Gothic Neo"/>
                <a:cs typeface="Apple SD Gothic Neo"/>
              </a:defRPr>
            </a:lvl9pPr>
          </a:lstStyle>
          <a:p xmlns:a="http://schemas.openxmlformats.org/drawingml/2006/main">
            <a:pPr algn="r">
              <a:defRPr sz="1650" b="0">
                <a:solidFill>
                  <a:srgbClr val="BD463E"/>
                </a:solidFill>
                <a:latin typeface="Apple SD Gothic Neo"/>
                <a:ea typeface="Apple SD Gothic Neo"/>
                <a:cs typeface="Apple SD Gothic Neo"/>
              </a:defRPr>
            </a:pPr>
            <a:r>
              <a:rPr sz="1650" b="0">
                <a:solidFill>
                  <a:srgbClr val="BD463E"/>
                </a:solidFill>
                <a:latin typeface="Apple SD Gothic Neo"/>
                <a:ea typeface="Apple SD Gothic Neo"/>
                <a:cs typeface="Apple SD Gothic Neo"/>
              </a:rPr>
              <a:t>AI 분석과 독립적으로 처리</a:t>
            </a:r>
          </a:p>
        </p:txBody>
      </p:sp>
      <p:sp>
        <p:nvSpPr>
          <p:cNvPr id="20" name="s1-19-text">
            <a:extLst xmlns:a="http://schemas.openxmlformats.org/drawingml/2006/main">
              <a:ext uri="{FF2B5EF4-FFF2-40B4-BE49-F238E27FC236}">
                <a16:creationId xmlns:a16="http://schemas.microsoft.com/office/drawing/2014/main" id="{34D047CD-3DC5-410F-B2F2-FFE635A97A50}"/>
              </a:ext>
            </a:extLst>
          </p:cNvPr>
          <p:cNvSpPr>
            <a:spLocks xmlns:a="http://schemas.openxmlformats.org/drawingml/2006/main" noGrp="1"/>
          </p:cNvSpPr>
          <p:nvPr/>
        </p:nvSpPr>
        <p:spPr>
          <a:xfrm xmlns:a="http://schemas.openxmlformats.org/drawingml/2006/main">
            <a:off x="685800" y="2695575"/>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1C7055"/>
                </a:solidFill>
                <a:latin typeface="Apple SD Gothic Neo"/>
                <a:ea typeface="Apple SD Gothic Neo"/>
                <a:cs typeface="Apple SD Gothic Neo"/>
              </a:defRPr>
            </a:defPPr>
            <a:lvl1pPr algn="l">
              <a:defRPr sz="1950" b="1">
                <a:solidFill>
                  <a:srgbClr val="1C7055"/>
                </a:solidFill>
                <a:latin typeface="Apple SD Gothic Neo"/>
                <a:ea typeface="Apple SD Gothic Neo"/>
                <a:cs typeface="Apple SD Gothic Neo"/>
              </a:defRPr>
            </a:lvl1pPr>
            <a:lvl2pPr algn="l">
              <a:defRPr sz="1950" b="1">
                <a:solidFill>
                  <a:srgbClr val="1C7055"/>
                </a:solidFill>
                <a:latin typeface="Apple SD Gothic Neo"/>
                <a:ea typeface="Apple SD Gothic Neo"/>
                <a:cs typeface="Apple SD Gothic Neo"/>
              </a:defRPr>
            </a:lvl2pPr>
            <a:lvl3pPr algn="l">
              <a:defRPr sz="1950" b="1">
                <a:solidFill>
                  <a:srgbClr val="1C7055"/>
                </a:solidFill>
                <a:latin typeface="Apple SD Gothic Neo"/>
                <a:ea typeface="Apple SD Gothic Neo"/>
                <a:cs typeface="Apple SD Gothic Neo"/>
              </a:defRPr>
            </a:lvl3pPr>
            <a:lvl4pPr algn="l">
              <a:defRPr sz="1950" b="1">
                <a:solidFill>
                  <a:srgbClr val="1C7055"/>
                </a:solidFill>
                <a:latin typeface="Apple SD Gothic Neo"/>
                <a:ea typeface="Apple SD Gothic Neo"/>
                <a:cs typeface="Apple SD Gothic Neo"/>
              </a:defRPr>
            </a:lvl4pPr>
            <a:lvl5pPr algn="l">
              <a:defRPr sz="1950" b="1">
                <a:solidFill>
                  <a:srgbClr val="1C7055"/>
                </a:solidFill>
                <a:latin typeface="Apple SD Gothic Neo"/>
                <a:ea typeface="Apple SD Gothic Neo"/>
                <a:cs typeface="Apple SD Gothic Neo"/>
              </a:defRPr>
            </a:lvl5pPr>
            <a:lvl6pPr algn="l">
              <a:defRPr sz="1950" b="1">
                <a:solidFill>
                  <a:srgbClr val="1C7055"/>
                </a:solidFill>
                <a:latin typeface="Apple SD Gothic Neo"/>
                <a:ea typeface="Apple SD Gothic Neo"/>
                <a:cs typeface="Apple SD Gothic Neo"/>
              </a:defRPr>
            </a:lvl6pPr>
            <a:lvl7pPr algn="l">
              <a:defRPr sz="1950" b="1">
                <a:solidFill>
                  <a:srgbClr val="1C7055"/>
                </a:solidFill>
                <a:latin typeface="Apple SD Gothic Neo"/>
                <a:ea typeface="Apple SD Gothic Neo"/>
                <a:cs typeface="Apple SD Gothic Neo"/>
              </a:defRPr>
            </a:lvl7pPr>
            <a:lvl8pPr algn="l">
              <a:defRPr sz="1950" b="1">
                <a:solidFill>
                  <a:srgbClr val="1C7055"/>
                </a:solidFill>
                <a:latin typeface="Apple SD Gothic Neo"/>
                <a:ea typeface="Apple SD Gothic Neo"/>
                <a:cs typeface="Apple SD Gothic Neo"/>
              </a:defRPr>
            </a:lvl8pPr>
            <a:lvl9pPr algn="l">
              <a:defRPr sz="1950" b="1">
                <a:solidFill>
                  <a:srgbClr val="1C7055"/>
                </a:solidFill>
                <a:latin typeface="Apple SD Gothic Neo"/>
                <a:ea typeface="Apple SD Gothic Neo"/>
                <a:cs typeface="Apple SD Gothic Neo"/>
              </a:defRPr>
            </a:lvl9pPr>
          </a:lstStyle>
          <a:p xmlns:a="http://schemas.openxmlformats.org/drawingml/2006/main">
            <a:pPr algn="l">
              <a:defRPr sz="1950" b="1">
                <a:solidFill>
                  <a:srgbClr val="1C7055"/>
                </a:solidFill>
                <a:latin typeface="Apple SD Gothic Neo"/>
                <a:ea typeface="Apple SD Gothic Neo"/>
                <a:cs typeface="Apple SD Gothic Neo"/>
              </a:defRPr>
            </a:pPr>
            <a:r>
              <a:rPr sz="1950" b="1">
                <a:solidFill>
                  <a:srgbClr val="1C7055"/>
                </a:solidFill>
                <a:latin typeface="Apple SD Gothic Neo"/>
                <a:ea typeface="Apple SD Gothic Neo"/>
                <a:cs typeface="Apple SD Gothic Neo"/>
              </a:rPr>
              <a:t>01</a:t>
            </a:r>
          </a:p>
        </p:txBody>
      </p:sp>
      <p:sp>
        <p:nvSpPr>
          <p:cNvPr id="21" name="s1-20-text">
            <a:extLst xmlns:a="http://schemas.openxmlformats.org/drawingml/2006/main">
              <a:ext uri="{FF2B5EF4-FFF2-40B4-BE49-F238E27FC236}">
                <a16:creationId xmlns:a16="http://schemas.microsoft.com/office/drawing/2014/main" id="{E3B60D06-81BA-4911-BA6B-F7B9FE80B937}"/>
              </a:ext>
            </a:extLst>
          </p:cNvPr>
          <p:cNvSpPr>
            <a:spLocks xmlns:a="http://schemas.openxmlformats.org/drawingml/2006/main" noGrp="1"/>
          </p:cNvSpPr>
          <p:nvPr/>
        </p:nvSpPr>
        <p:spPr>
          <a:xfrm xmlns:a="http://schemas.openxmlformats.org/drawingml/2006/main">
            <a:off x="685800" y="3105150"/>
            <a:ext cx="3105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1">
                <a:solidFill>
                  <a:srgbClr val="172E2A"/>
                </a:solidFill>
                <a:latin typeface="Apple SD Gothic Neo"/>
                <a:ea typeface="Apple SD Gothic Neo"/>
                <a:cs typeface="Apple SD Gothic Neo"/>
              </a:defRPr>
            </a:defPPr>
            <a:lvl1pPr algn="l">
              <a:defRPr sz="2475" b="1">
                <a:solidFill>
                  <a:srgbClr val="172E2A"/>
                </a:solidFill>
                <a:latin typeface="Apple SD Gothic Neo"/>
                <a:ea typeface="Apple SD Gothic Neo"/>
                <a:cs typeface="Apple SD Gothic Neo"/>
              </a:defRPr>
            </a:lvl1pPr>
            <a:lvl2pPr algn="l">
              <a:defRPr sz="2475" b="1">
                <a:solidFill>
                  <a:srgbClr val="172E2A"/>
                </a:solidFill>
                <a:latin typeface="Apple SD Gothic Neo"/>
                <a:ea typeface="Apple SD Gothic Neo"/>
                <a:cs typeface="Apple SD Gothic Neo"/>
              </a:defRPr>
            </a:lvl2pPr>
            <a:lvl3pPr algn="l">
              <a:defRPr sz="2475" b="1">
                <a:solidFill>
                  <a:srgbClr val="172E2A"/>
                </a:solidFill>
                <a:latin typeface="Apple SD Gothic Neo"/>
                <a:ea typeface="Apple SD Gothic Neo"/>
                <a:cs typeface="Apple SD Gothic Neo"/>
              </a:defRPr>
            </a:lvl3pPr>
            <a:lvl4pPr algn="l">
              <a:defRPr sz="2475" b="1">
                <a:solidFill>
                  <a:srgbClr val="172E2A"/>
                </a:solidFill>
                <a:latin typeface="Apple SD Gothic Neo"/>
                <a:ea typeface="Apple SD Gothic Neo"/>
                <a:cs typeface="Apple SD Gothic Neo"/>
              </a:defRPr>
            </a:lvl4pPr>
            <a:lvl5pPr algn="l">
              <a:defRPr sz="2475" b="1">
                <a:solidFill>
                  <a:srgbClr val="172E2A"/>
                </a:solidFill>
                <a:latin typeface="Apple SD Gothic Neo"/>
                <a:ea typeface="Apple SD Gothic Neo"/>
                <a:cs typeface="Apple SD Gothic Neo"/>
              </a:defRPr>
            </a:lvl5pPr>
            <a:lvl6pPr algn="l">
              <a:defRPr sz="2475" b="1">
                <a:solidFill>
                  <a:srgbClr val="172E2A"/>
                </a:solidFill>
                <a:latin typeface="Apple SD Gothic Neo"/>
                <a:ea typeface="Apple SD Gothic Neo"/>
                <a:cs typeface="Apple SD Gothic Neo"/>
              </a:defRPr>
            </a:lvl6pPr>
            <a:lvl7pPr algn="l">
              <a:defRPr sz="2475" b="1">
                <a:solidFill>
                  <a:srgbClr val="172E2A"/>
                </a:solidFill>
                <a:latin typeface="Apple SD Gothic Neo"/>
                <a:ea typeface="Apple SD Gothic Neo"/>
                <a:cs typeface="Apple SD Gothic Neo"/>
              </a:defRPr>
            </a:lvl7pPr>
            <a:lvl8pPr algn="l">
              <a:defRPr sz="2475" b="1">
                <a:solidFill>
                  <a:srgbClr val="172E2A"/>
                </a:solidFill>
                <a:latin typeface="Apple SD Gothic Neo"/>
                <a:ea typeface="Apple SD Gothic Neo"/>
                <a:cs typeface="Apple SD Gothic Neo"/>
              </a:defRPr>
            </a:lvl8pPr>
            <a:lvl9pPr algn="l">
              <a:defRPr sz="2475" b="1">
                <a:solidFill>
                  <a:srgbClr val="172E2A"/>
                </a:solidFill>
                <a:latin typeface="Apple SD Gothic Neo"/>
                <a:ea typeface="Apple SD Gothic Neo"/>
                <a:cs typeface="Apple SD Gothic Neo"/>
              </a:defRPr>
            </a:lvl9pPr>
          </a:lstStyle>
          <a:p xmlns:a="http://schemas.openxmlformats.org/drawingml/2006/main">
            <a:pPr algn="l">
              <a:defRPr sz="2475" b="1">
                <a:solidFill>
                  <a:srgbClr val="172E2A"/>
                </a:solidFill>
                <a:latin typeface="Apple SD Gothic Neo"/>
                <a:ea typeface="Apple SD Gothic Neo"/>
                <a:cs typeface="Apple SD Gothic Neo"/>
              </a:defRPr>
            </a:pPr>
            <a:r>
              <a:rPr sz="2475" b="1">
                <a:solidFill>
                  <a:srgbClr val="172E2A"/>
                </a:solidFill>
                <a:latin typeface="Apple SD Gothic Neo"/>
                <a:ea typeface="Apple SD Gothic Neo"/>
                <a:cs typeface="Apple SD Gothic Neo"/>
              </a:rPr>
              <a:t>자료 받기</a:t>
            </a:r>
          </a:p>
        </p:txBody>
      </p:sp>
      <p:sp>
        <p:nvSpPr>
          <p:cNvPr id="22" name="s1-21-text">
            <a:extLst xmlns:a="http://schemas.openxmlformats.org/drawingml/2006/main">
              <a:ext uri="{FF2B5EF4-FFF2-40B4-BE49-F238E27FC236}">
                <a16:creationId xmlns:a16="http://schemas.microsoft.com/office/drawing/2014/main" id="{2B80F794-69D9-48F1-86A1-D08E10082248}"/>
              </a:ext>
            </a:extLst>
          </p:cNvPr>
          <p:cNvSpPr>
            <a:spLocks xmlns:a="http://schemas.openxmlformats.org/drawingml/2006/main" noGrp="1"/>
          </p:cNvSpPr>
          <p:nvPr/>
        </p:nvSpPr>
        <p:spPr>
          <a:xfrm xmlns:a="http://schemas.openxmlformats.org/drawingml/2006/main">
            <a:off x="685800" y="5343525"/>
            <a:ext cx="309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61736F"/>
                </a:solidFill>
                <a:latin typeface="Apple SD Gothic Neo"/>
                <a:ea typeface="Apple SD Gothic Neo"/>
                <a:cs typeface="Apple SD Gothic Neo"/>
              </a:defRPr>
            </a:defPPr>
            <a:lvl1pPr algn="l">
              <a:defRPr sz="1800" b="0">
                <a:solidFill>
                  <a:srgbClr val="61736F"/>
                </a:solidFill>
                <a:latin typeface="Apple SD Gothic Neo"/>
                <a:ea typeface="Apple SD Gothic Neo"/>
                <a:cs typeface="Apple SD Gothic Neo"/>
              </a:defRPr>
            </a:lvl1pPr>
            <a:lvl2pPr algn="l">
              <a:defRPr sz="1800" b="0">
                <a:solidFill>
                  <a:srgbClr val="61736F"/>
                </a:solidFill>
                <a:latin typeface="Apple SD Gothic Neo"/>
                <a:ea typeface="Apple SD Gothic Neo"/>
                <a:cs typeface="Apple SD Gothic Neo"/>
              </a:defRPr>
            </a:lvl2pPr>
            <a:lvl3pPr algn="l">
              <a:defRPr sz="1800" b="0">
                <a:solidFill>
                  <a:srgbClr val="61736F"/>
                </a:solidFill>
                <a:latin typeface="Apple SD Gothic Neo"/>
                <a:ea typeface="Apple SD Gothic Neo"/>
                <a:cs typeface="Apple SD Gothic Neo"/>
              </a:defRPr>
            </a:lvl3pPr>
            <a:lvl4pPr algn="l">
              <a:defRPr sz="1800" b="0">
                <a:solidFill>
                  <a:srgbClr val="61736F"/>
                </a:solidFill>
                <a:latin typeface="Apple SD Gothic Neo"/>
                <a:ea typeface="Apple SD Gothic Neo"/>
                <a:cs typeface="Apple SD Gothic Neo"/>
              </a:defRPr>
            </a:lvl4pPr>
            <a:lvl5pPr algn="l">
              <a:defRPr sz="1800" b="0">
                <a:solidFill>
                  <a:srgbClr val="61736F"/>
                </a:solidFill>
                <a:latin typeface="Apple SD Gothic Neo"/>
                <a:ea typeface="Apple SD Gothic Neo"/>
                <a:cs typeface="Apple SD Gothic Neo"/>
              </a:defRPr>
            </a:lvl5pPr>
            <a:lvl6pPr algn="l">
              <a:defRPr sz="1800" b="0">
                <a:solidFill>
                  <a:srgbClr val="61736F"/>
                </a:solidFill>
                <a:latin typeface="Apple SD Gothic Neo"/>
                <a:ea typeface="Apple SD Gothic Neo"/>
                <a:cs typeface="Apple SD Gothic Neo"/>
              </a:defRPr>
            </a:lvl6pPr>
            <a:lvl7pPr algn="l">
              <a:defRPr sz="1800" b="0">
                <a:solidFill>
                  <a:srgbClr val="61736F"/>
                </a:solidFill>
                <a:latin typeface="Apple SD Gothic Neo"/>
                <a:ea typeface="Apple SD Gothic Neo"/>
                <a:cs typeface="Apple SD Gothic Neo"/>
              </a:defRPr>
            </a:lvl7pPr>
            <a:lvl8pPr algn="l">
              <a:defRPr sz="1800" b="0">
                <a:solidFill>
                  <a:srgbClr val="61736F"/>
                </a:solidFill>
                <a:latin typeface="Apple SD Gothic Neo"/>
                <a:ea typeface="Apple SD Gothic Neo"/>
                <a:cs typeface="Apple SD Gothic Neo"/>
              </a:defRPr>
            </a:lvl8pPr>
            <a:lvl9pPr algn="l">
              <a:defRPr sz="1800" b="0">
                <a:solidFill>
                  <a:srgbClr val="61736F"/>
                </a:solidFill>
                <a:latin typeface="Apple SD Gothic Neo"/>
                <a:ea typeface="Apple SD Gothic Neo"/>
                <a:cs typeface="Apple SD Gothic Neo"/>
              </a:defRPr>
            </a:lvl9pPr>
          </a:lstStyle>
          <a:p xmlns:a="http://schemas.openxmlformats.org/drawingml/2006/main">
            <a:pPr algn="l">
              <a:defRPr sz="1800" b="0">
                <a:solidFill>
                  <a:srgbClr val="61736F"/>
                </a:solidFill>
                <a:latin typeface="Apple SD Gothic Neo"/>
                <a:ea typeface="Apple SD Gothic Neo"/>
                <a:cs typeface="Apple SD Gothic Neo"/>
              </a:defRPr>
            </a:pPr>
            <a:r>
              <a:rPr sz="1800" b="0">
                <a:solidFill>
                  <a:srgbClr val="61736F"/>
                </a:solidFill>
                <a:latin typeface="Apple SD Gothic Neo"/>
                <a:ea typeface="Apple SD Gothic Neo"/>
                <a:cs typeface="Apple SD Gothic Neo"/>
              </a:rPr>
              <a:t>공식 경보·기상·관측·뉴스</a:t>
            </a:r>
          </a:p>
        </p:txBody>
      </p:sp>
      <p:sp>
        <p:nvSpPr>
          <p:cNvPr id="23" name="s1-22-text">
            <a:extLst xmlns:a="http://schemas.openxmlformats.org/drawingml/2006/main">
              <a:ext uri="{FF2B5EF4-FFF2-40B4-BE49-F238E27FC236}">
                <a16:creationId xmlns:a16="http://schemas.microsoft.com/office/drawing/2014/main" id="{A85B5142-68B5-420D-836D-0B51A28DEA5B}"/>
              </a:ext>
            </a:extLst>
          </p:cNvPr>
          <p:cNvSpPr>
            <a:spLocks xmlns:a="http://schemas.openxmlformats.org/drawingml/2006/main" noGrp="1"/>
          </p:cNvSpPr>
          <p:nvPr/>
        </p:nvSpPr>
        <p:spPr>
          <a:xfrm xmlns:a="http://schemas.openxmlformats.org/drawingml/2006/main">
            <a:off x="685800" y="5667375"/>
            <a:ext cx="309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61736F"/>
                </a:solidFill>
                <a:latin typeface="Apple SD Gothic Neo"/>
                <a:ea typeface="Apple SD Gothic Neo"/>
                <a:cs typeface="Apple SD Gothic Neo"/>
              </a:defRPr>
            </a:defPPr>
            <a:lvl1pPr algn="l">
              <a:defRPr sz="1800" b="0">
                <a:solidFill>
                  <a:srgbClr val="61736F"/>
                </a:solidFill>
                <a:latin typeface="Apple SD Gothic Neo"/>
                <a:ea typeface="Apple SD Gothic Neo"/>
                <a:cs typeface="Apple SD Gothic Neo"/>
              </a:defRPr>
            </a:lvl1pPr>
            <a:lvl2pPr algn="l">
              <a:defRPr sz="1800" b="0">
                <a:solidFill>
                  <a:srgbClr val="61736F"/>
                </a:solidFill>
                <a:latin typeface="Apple SD Gothic Neo"/>
                <a:ea typeface="Apple SD Gothic Neo"/>
                <a:cs typeface="Apple SD Gothic Neo"/>
              </a:defRPr>
            </a:lvl2pPr>
            <a:lvl3pPr algn="l">
              <a:defRPr sz="1800" b="0">
                <a:solidFill>
                  <a:srgbClr val="61736F"/>
                </a:solidFill>
                <a:latin typeface="Apple SD Gothic Neo"/>
                <a:ea typeface="Apple SD Gothic Neo"/>
                <a:cs typeface="Apple SD Gothic Neo"/>
              </a:defRPr>
            </a:lvl3pPr>
            <a:lvl4pPr algn="l">
              <a:defRPr sz="1800" b="0">
                <a:solidFill>
                  <a:srgbClr val="61736F"/>
                </a:solidFill>
                <a:latin typeface="Apple SD Gothic Neo"/>
                <a:ea typeface="Apple SD Gothic Neo"/>
                <a:cs typeface="Apple SD Gothic Neo"/>
              </a:defRPr>
            </a:lvl4pPr>
            <a:lvl5pPr algn="l">
              <a:defRPr sz="1800" b="0">
                <a:solidFill>
                  <a:srgbClr val="61736F"/>
                </a:solidFill>
                <a:latin typeface="Apple SD Gothic Neo"/>
                <a:ea typeface="Apple SD Gothic Neo"/>
                <a:cs typeface="Apple SD Gothic Neo"/>
              </a:defRPr>
            </a:lvl5pPr>
            <a:lvl6pPr algn="l">
              <a:defRPr sz="1800" b="0">
                <a:solidFill>
                  <a:srgbClr val="61736F"/>
                </a:solidFill>
                <a:latin typeface="Apple SD Gothic Neo"/>
                <a:ea typeface="Apple SD Gothic Neo"/>
                <a:cs typeface="Apple SD Gothic Neo"/>
              </a:defRPr>
            </a:lvl6pPr>
            <a:lvl7pPr algn="l">
              <a:defRPr sz="1800" b="0">
                <a:solidFill>
                  <a:srgbClr val="61736F"/>
                </a:solidFill>
                <a:latin typeface="Apple SD Gothic Neo"/>
                <a:ea typeface="Apple SD Gothic Neo"/>
                <a:cs typeface="Apple SD Gothic Neo"/>
              </a:defRPr>
            </a:lvl7pPr>
            <a:lvl8pPr algn="l">
              <a:defRPr sz="1800" b="0">
                <a:solidFill>
                  <a:srgbClr val="61736F"/>
                </a:solidFill>
                <a:latin typeface="Apple SD Gothic Neo"/>
                <a:ea typeface="Apple SD Gothic Neo"/>
                <a:cs typeface="Apple SD Gothic Neo"/>
              </a:defRPr>
            </a:lvl8pPr>
            <a:lvl9pPr algn="l">
              <a:defRPr sz="1800" b="0">
                <a:solidFill>
                  <a:srgbClr val="61736F"/>
                </a:solidFill>
                <a:latin typeface="Apple SD Gothic Neo"/>
                <a:ea typeface="Apple SD Gothic Neo"/>
                <a:cs typeface="Apple SD Gothic Neo"/>
              </a:defRPr>
            </a:lvl9pPr>
          </a:lstStyle>
          <a:p xmlns:a="http://schemas.openxmlformats.org/drawingml/2006/main">
            <a:pPr algn="l">
              <a:defRPr sz="1800" b="0">
                <a:solidFill>
                  <a:srgbClr val="61736F"/>
                </a:solidFill>
                <a:latin typeface="Apple SD Gothic Neo"/>
                <a:ea typeface="Apple SD Gothic Neo"/>
                <a:cs typeface="Apple SD Gothic Neo"/>
              </a:defRPr>
            </a:pPr>
            <a:r>
              <a:rPr sz="1800" b="0">
                <a:solidFill>
                  <a:srgbClr val="61736F"/>
                </a:solidFill>
                <a:latin typeface="Apple SD Gothic Neo"/>
                <a:ea typeface="Apple SD Gothic Neo"/>
                <a:cs typeface="Apple SD Gothic Neo"/>
              </a:rPr>
              <a:t>확보 자료를 시나리오로 입력</a:t>
            </a:r>
          </a:p>
        </p:txBody>
      </p:sp>
      <p:sp>
        <p:nvSpPr>
          <p:cNvPr id="24" name="s1-23-text">
            <a:extLst xmlns:a="http://schemas.openxmlformats.org/drawingml/2006/main">
              <a:ext uri="{FF2B5EF4-FFF2-40B4-BE49-F238E27FC236}">
                <a16:creationId xmlns:a16="http://schemas.microsoft.com/office/drawing/2014/main" id="{495F2D64-10ED-47D9-8955-A2214B05CDB3}"/>
              </a:ext>
            </a:extLst>
          </p:cNvPr>
          <p:cNvSpPr>
            <a:spLocks xmlns:a="http://schemas.openxmlformats.org/drawingml/2006/main" noGrp="1"/>
          </p:cNvSpPr>
          <p:nvPr/>
        </p:nvSpPr>
        <p:spPr>
          <a:xfrm xmlns:a="http://schemas.openxmlformats.org/drawingml/2006/main">
            <a:off x="4324350" y="2695575"/>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146C76"/>
                </a:solidFill>
                <a:latin typeface="Apple SD Gothic Neo"/>
                <a:ea typeface="Apple SD Gothic Neo"/>
                <a:cs typeface="Apple SD Gothic Neo"/>
              </a:defRPr>
            </a:defPPr>
            <a:lvl1pPr algn="l">
              <a:defRPr sz="1950" b="1">
                <a:solidFill>
                  <a:srgbClr val="146C76"/>
                </a:solidFill>
                <a:latin typeface="Apple SD Gothic Neo"/>
                <a:ea typeface="Apple SD Gothic Neo"/>
                <a:cs typeface="Apple SD Gothic Neo"/>
              </a:defRPr>
            </a:lvl1pPr>
            <a:lvl2pPr algn="l">
              <a:defRPr sz="1950" b="1">
                <a:solidFill>
                  <a:srgbClr val="146C76"/>
                </a:solidFill>
                <a:latin typeface="Apple SD Gothic Neo"/>
                <a:ea typeface="Apple SD Gothic Neo"/>
                <a:cs typeface="Apple SD Gothic Neo"/>
              </a:defRPr>
            </a:lvl2pPr>
            <a:lvl3pPr algn="l">
              <a:defRPr sz="1950" b="1">
                <a:solidFill>
                  <a:srgbClr val="146C76"/>
                </a:solidFill>
                <a:latin typeface="Apple SD Gothic Neo"/>
                <a:ea typeface="Apple SD Gothic Neo"/>
                <a:cs typeface="Apple SD Gothic Neo"/>
              </a:defRPr>
            </a:lvl3pPr>
            <a:lvl4pPr algn="l">
              <a:defRPr sz="1950" b="1">
                <a:solidFill>
                  <a:srgbClr val="146C76"/>
                </a:solidFill>
                <a:latin typeface="Apple SD Gothic Neo"/>
                <a:ea typeface="Apple SD Gothic Neo"/>
                <a:cs typeface="Apple SD Gothic Neo"/>
              </a:defRPr>
            </a:lvl4pPr>
            <a:lvl5pPr algn="l">
              <a:defRPr sz="1950" b="1">
                <a:solidFill>
                  <a:srgbClr val="146C76"/>
                </a:solidFill>
                <a:latin typeface="Apple SD Gothic Neo"/>
                <a:ea typeface="Apple SD Gothic Neo"/>
                <a:cs typeface="Apple SD Gothic Neo"/>
              </a:defRPr>
            </a:lvl5pPr>
            <a:lvl6pPr algn="l">
              <a:defRPr sz="1950" b="1">
                <a:solidFill>
                  <a:srgbClr val="146C76"/>
                </a:solidFill>
                <a:latin typeface="Apple SD Gothic Neo"/>
                <a:ea typeface="Apple SD Gothic Neo"/>
                <a:cs typeface="Apple SD Gothic Neo"/>
              </a:defRPr>
            </a:lvl6pPr>
            <a:lvl7pPr algn="l">
              <a:defRPr sz="1950" b="1">
                <a:solidFill>
                  <a:srgbClr val="146C76"/>
                </a:solidFill>
                <a:latin typeface="Apple SD Gothic Neo"/>
                <a:ea typeface="Apple SD Gothic Neo"/>
                <a:cs typeface="Apple SD Gothic Neo"/>
              </a:defRPr>
            </a:lvl7pPr>
            <a:lvl8pPr algn="l">
              <a:defRPr sz="1950" b="1">
                <a:solidFill>
                  <a:srgbClr val="146C76"/>
                </a:solidFill>
                <a:latin typeface="Apple SD Gothic Neo"/>
                <a:ea typeface="Apple SD Gothic Neo"/>
                <a:cs typeface="Apple SD Gothic Neo"/>
              </a:defRPr>
            </a:lvl8pPr>
            <a:lvl9pPr algn="l">
              <a:defRPr sz="1950" b="1">
                <a:solidFill>
                  <a:srgbClr val="146C76"/>
                </a:solidFill>
                <a:latin typeface="Apple SD Gothic Neo"/>
                <a:ea typeface="Apple SD Gothic Neo"/>
                <a:cs typeface="Apple SD Gothic Neo"/>
              </a:defRPr>
            </a:lvl9pPr>
          </a:lstStyle>
          <a:p xmlns:a="http://schemas.openxmlformats.org/drawingml/2006/main">
            <a:pPr algn="l">
              <a:defRPr sz="1950" b="1">
                <a:solidFill>
                  <a:srgbClr val="146C76"/>
                </a:solidFill>
                <a:latin typeface="Apple SD Gothic Neo"/>
                <a:ea typeface="Apple SD Gothic Neo"/>
                <a:cs typeface="Apple SD Gothic Neo"/>
              </a:defRPr>
            </a:pPr>
            <a:r>
              <a:rPr sz="1950" b="1">
                <a:solidFill>
                  <a:srgbClr val="146C76"/>
                </a:solidFill>
                <a:latin typeface="Apple SD Gothic Neo"/>
                <a:ea typeface="Apple SD Gothic Neo"/>
                <a:cs typeface="Apple SD Gothic Neo"/>
              </a:rPr>
              <a:t>02</a:t>
            </a:r>
          </a:p>
        </p:txBody>
      </p:sp>
      <p:sp>
        <p:nvSpPr>
          <p:cNvPr id="25" name="s1-24-text">
            <a:extLst xmlns:a="http://schemas.openxmlformats.org/drawingml/2006/main">
              <a:ext uri="{FF2B5EF4-FFF2-40B4-BE49-F238E27FC236}">
                <a16:creationId xmlns:a16="http://schemas.microsoft.com/office/drawing/2014/main" id="{36815F87-C912-4684-81A0-1DA6669A4439}"/>
              </a:ext>
            </a:extLst>
          </p:cNvPr>
          <p:cNvSpPr>
            <a:spLocks xmlns:a="http://schemas.openxmlformats.org/drawingml/2006/main" noGrp="1"/>
          </p:cNvSpPr>
          <p:nvPr/>
        </p:nvSpPr>
        <p:spPr>
          <a:xfrm xmlns:a="http://schemas.openxmlformats.org/drawingml/2006/main">
            <a:off x="4324350" y="3105150"/>
            <a:ext cx="3105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1">
                <a:solidFill>
                  <a:srgbClr val="172E2A"/>
                </a:solidFill>
                <a:latin typeface="Apple SD Gothic Neo"/>
                <a:ea typeface="Apple SD Gothic Neo"/>
                <a:cs typeface="Apple SD Gothic Neo"/>
              </a:defRPr>
            </a:defPPr>
            <a:lvl1pPr algn="l">
              <a:defRPr sz="2475" b="1">
                <a:solidFill>
                  <a:srgbClr val="172E2A"/>
                </a:solidFill>
                <a:latin typeface="Apple SD Gothic Neo"/>
                <a:ea typeface="Apple SD Gothic Neo"/>
                <a:cs typeface="Apple SD Gothic Neo"/>
              </a:defRPr>
            </a:lvl1pPr>
            <a:lvl2pPr algn="l">
              <a:defRPr sz="2475" b="1">
                <a:solidFill>
                  <a:srgbClr val="172E2A"/>
                </a:solidFill>
                <a:latin typeface="Apple SD Gothic Neo"/>
                <a:ea typeface="Apple SD Gothic Neo"/>
                <a:cs typeface="Apple SD Gothic Neo"/>
              </a:defRPr>
            </a:lvl2pPr>
            <a:lvl3pPr algn="l">
              <a:defRPr sz="2475" b="1">
                <a:solidFill>
                  <a:srgbClr val="172E2A"/>
                </a:solidFill>
                <a:latin typeface="Apple SD Gothic Neo"/>
                <a:ea typeface="Apple SD Gothic Neo"/>
                <a:cs typeface="Apple SD Gothic Neo"/>
              </a:defRPr>
            </a:lvl3pPr>
            <a:lvl4pPr algn="l">
              <a:defRPr sz="2475" b="1">
                <a:solidFill>
                  <a:srgbClr val="172E2A"/>
                </a:solidFill>
                <a:latin typeface="Apple SD Gothic Neo"/>
                <a:ea typeface="Apple SD Gothic Neo"/>
                <a:cs typeface="Apple SD Gothic Neo"/>
              </a:defRPr>
            </a:lvl4pPr>
            <a:lvl5pPr algn="l">
              <a:defRPr sz="2475" b="1">
                <a:solidFill>
                  <a:srgbClr val="172E2A"/>
                </a:solidFill>
                <a:latin typeface="Apple SD Gothic Neo"/>
                <a:ea typeface="Apple SD Gothic Neo"/>
                <a:cs typeface="Apple SD Gothic Neo"/>
              </a:defRPr>
            </a:lvl5pPr>
            <a:lvl6pPr algn="l">
              <a:defRPr sz="2475" b="1">
                <a:solidFill>
                  <a:srgbClr val="172E2A"/>
                </a:solidFill>
                <a:latin typeface="Apple SD Gothic Neo"/>
                <a:ea typeface="Apple SD Gothic Neo"/>
                <a:cs typeface="Apple SD Gothic Neo"/>
              </a:defRPr>
            </a:lvl6pPr>
            <a:lvl7pPr algn="l">
              <a:defRPr sz="2475" b="1">
                <a:solidFill>
                  <a:srgbClr val="172E2A"/>
                </a:solidFill>
                <a:latin typeface="Apple SD Gothic Neo"/>
                <a:ea typeface="Apple SD Gothic Neo"/>
                <a:cs typeface="Apple SD Gothic Neo"/>
              </a:defRPr>
            </a:lvl7pPr>
            <a:lvl8pPr algn="l">
              <a:defRPr sz="2475" b="1">
                <a:solidFill>
                  <a:srgbClr val="172E2A"/>
                </a:solidFill>
                <a:latin typeface="Apple SD Gothic Neo"/>
                <a:ea typeface="Apple SD Gothic Neo"/>
                <a:cs typeface="Apple SD Gothic Neo"/>
              </a:defRPr>
            </a:lvl8pPr>
            <a:lvl9pPr algn="l">
              <a:defRPr sz="2475" b="1">
                <a:solidFill>
                  <a:srgbClr val="172E2A"/>
                </a:solidFill>
                <a:latin typeface="Apple SD Gothic Neo"/>
                <a:ea typeface="Apple SD Gothic Neo"/>
                <a:cs typeface="Apple SD Gothic Neo"/>
              </a:defRPr>
            </a:lvl9pPr>
          </a:lstStyle>
          <a:p xmlns:a="http://schemas.openxmlformats.org/drawingml/2006/main">
            <a:pPr algn="l">
              <a:defRPr sz="2475" b="1">
                <a:solidFill>
                  <a:srgbClr val="172E2A"/>
                </a:solidFill>
                <a:latin typeface="Apple SD Gothic Neo"/>
                <a:ea typeface="Apple SD Gothic Neo"/>
                <a:cs typeface="Apple SD Gothic Neo"/>
              </a:defRPr>
            </a:pPr>
            <a:r>
              <a:rPr sz="2475" b="1">
                <a:solidFill>
                  <a:srgbClr val="172E2A"/>
                </a:solidFill>
                <a:latin typeface="Apple SD Gothic Neo"/>
                <a:ea typeface="Apple SD Gothic Neo"/>
                <a:cs typeface="Apple SD Gothic Neo"/>
              </a:rPr>
              <a:t>근거 정리하기</a:t>
            </a:r>
          </a:p>
        </p:txBody>
      </p:sp>
      <p:sp>
        <p:nvSpPr>
          <p:cNvPr id="26" name="s1-25-text">
            <a:extLst xmlns:a="http://schemas.openxmlformats.org/drawingml/2006/main">
              <a:ext uri="{FF2B5EF4-FFF2-40B4-BE49-F238E27FC236}">
                <a16:creationId xmlns:a16="http://schemas.microsoft.com/office/drawing/2014/main" id="{0205B5DC-AAA2-4CD3-9E0E-9E6AFCBA2D62}"/>
              </a:ext>
            </a:extLst>
          </p:cNvPr>
          <p:cNvSpPr>
            <a:spLocks xmlns:a="http://schemas.openxmlformats.org/drawingml/2006/main" noGrp="1"/>
          </p:cNvSpPr>
          <p:nvPr/>
        </p:nvSpPr>
        <p:spPr>
          <a:xfrm xmlns:a="http://schemas.openxmlformats.org/drawingml/2006/main">
            <a:off x="4324350" y="5343525"/>
            <a:ext cx="309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61736F"/>
                </a:solidFill>
                <a:latin typeface="Apple SD Gothic Neo"/>
                <a:ea typeface="Apple SD Gothic Neo"/>
                <a:cs typeface="Apple SD Gothic Neo"/>
              </a:defRPr>
            </a:defPPr>
            <a:lvl1pPr algn="l">
              <a:defRPr sz="1800" b="0">
                <a:solidFill>
                  <a:srgbClr val="61736F"/>
                </a:solidFill>
                <a:latin typeface="Apple SD Gothic Neo"/>
                <a:ea typeface="Apple SD Gothic Neo"/>
                <a:cs typeface="Apple SD Gothic Neo"/>
              </a:defRPr>
            </a:lvl1pPr>
            <a:lvl2pPr algn="l">
              <a:defRPr sz="1800" b="0">
                <a:solidFill>
                  <a:srgbClr val="61736F"/>
                </a:solidFill>
                <a:latin typeface="Apple SD Gothic Neo"/>
                <a:ea typeface="Apple SD Gothic Neo"/>
                <a:cs typeface="Apple SD Gothic Neo"/>
              </a:defRPr>
            </a:lvl2pPr>
            <a:lvl3pPr algn="l">
              <a:defRPr sz="1800" b="0">
                <a:solidFill>
                  <a:srgbClr val="61736F"/>
                </a:solidFill>
                <a:latin typeface="Apple SD Gothic Neo"/>
                <a:ea typeface="Apple SD Gothic Neo"/>
                <a:cs typeface="Apple SD Gothic Neo"/>
              </a:defRPr>
            </a:lvl3pPr>
            <a:lvl4pPr algn="l">
              <a:defRPr sz="1800" b="0">
                <a:solidFill>
                  <a:srgbClr val="61736F"/>
                </a:solidFill>
                <a:latin typeface="Apple SD Gothic Neo"/>
                <a:ea typeface="Apple SD Gothic Neo"/>
                <a:cs typeface="Apple SD Gothic Neo"/>
              </a:defRPr>
            </a:lvl4pPr>
            <a:lvl5pPr algn="l">
              <a:defRPr sz="1800" b="0">
                <a:solidFill>
                  <a:srgbClr val="61736F"/>
                </a:solidFill>
                <a:latin typeface="Apple SD Gothic Neo"/>
                <a:ea typeface="Apple SD Gothic Neo"/>
                <a:cs typeface="Apple SD Gothic Neo"/>
              </a:defRPr>
            </a:lvl5pPr>
            <a:lvl6pPr algn="l">
              <a:defRPr sz="1800" b="0">
                <a:solidFill>
                  <a:srgbClr val="61736F"/>
                </a:solidFill>
                <a:latin typeface="Apple SD Gothic Neo"/>
                <a:ea typeface="Apple SD Gothic Neo"/>
                <a:cs typeface="Apple SD Gothic Neo"/>
              </a:defRPr>
            </a:lvl6pPr>
            <a:lvl7pPr algn="l">
              <a:defRPr sz="1800" b="0">
                <a:solidFill>
                  <a:srgbClr val="61736F"/>
                </a:solidFill>
                <a:latin typeface="Apple SD Gothic Neo"/>
                <a:ea typeface="Apple SD Gothic Neo"/>
                <a:cs typeface="Apple SD Gothic Neo"/>
              </a:defRPr>
            </a:lvl7pPr>
            <a:lvl8pPr algn="l">
              <a:defRPr sz="1800" b="0">
                <a:solidFill>
                  <a:srgbClr val="61736F"/>
                </a:solidFill>
                <a:latin typeface="Apple SD Gothic Neo"/>
                <a:ea typeface="Apple SD Gothic Neo"/>
                <a:cs typeface="Apple SD Gothic Neo"/>
              </a:defRPr>
            </a:lvl8pPr>
            <a:lvl9pPr algn="l">
              <a:defRPr sz="1800" b="0">
                <a:solidFill>
                  <a:srgbClr val="61736F"/>
                </a:solidFill>
                <a:latin typeface="Apple SD Gothic Neo"/>
                <a:ea typeface="Apple SD Gothic Neo"/>
                <a:cs typeface="Apple SD Gothic Neo"/>
              </a:defRPr>
            </a:lvl9pPr>
          </a:lstStyle>
          <a:p xmlns:a="http://schemas.openxmlformats.org/drawingml/2006/main">
            <a:pPr algn="l">
              <a:defRPr sz="1800" b="0">
                <a:solidFill>
                  <a:srgbClr val="61736F"/>
                </a:solidFill>
                <a:latin typeface="Apple SD Gothic Neo"/>
                <a:ea typeface="Apple SD Gothic Neo"/>
                <a:cs typeface="Apple SD Gothic Neo"/>
              </a:defRPr>
            </a:pPr>
            <a:r>
              <a:rPr sz="1800" b="0">
                <a:solidFill>
                  <a:srgbClr val="61736F"/>
                </a:solidFill>
                <a:latin typeface="Apple SD Gothic Neo"/>
                <a:ea typeface="Apple SD Gothic Neo"/>
                <a:cs typeface="Apple SD Gothic Neo"/>
              </a:rPr>
              <a:t>저장 자료와 인터넷 뉴스 검색</a:t>
            </a:r>
          </a:p>
        </p:txBody>
      </p:sp>
      <p:sp>
        <p:nvSpPr>
          <p:cNvPr id="27" name="s1-26-text">
            <a:extLst xmlns:a="http://schemas.openxmlformats.org/drawingml/2006/main">
              <a:ext uri="{FF2B5EF4-FFF2-40B4-BE49-F238E27FC236}">
                <a16:creationId xmlns:a16="http://schemas.microsoft.com/office/drawing/2014/main" id="{8D1A62EE-37A1-4A47-A65D-DF0E149272C0}"/>
              </a:ext>
            </a:extLst>
          </p:cNvPr>
          <p:cNvSpPr>
            <a:spLocks xmlns:a="http://schemas.openxmlformats.org/drawingml/2006/main" noGrp="1"/>
          </p:cNvSpPr>
          <p:nvPr/>
        </p:nvSpPr>
        <p:spPr>
          <a:xfrm xmlns:a="http://schemas.openxmlformats.org/drawingml/2006/main">
            <a:off x="4324350" y="5667375"/>
            <a:ext cx="309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61736F"/>
                </a:solidFill>
                <a:latin typeface="Apple SD Gothic Neo"/>
                <a:ea typeface="Apple SD Gothic Neo"/>
                <a:cs typeface="Apple SD Gothic Neo"/>
              </a:defRPr>
            </a:defPPr>
            <a:lvl1pPr algn="l">
              <a:defRPr sz="1800" b="0">
                <a:solidFill>
                  <a:srgbClr val="61736F"/>
                </a:solidFill>
                <a:latin typeface="Apple SD Gothic Neo"/>
                <a:ea typeface="Apple SD Gothic Neo"/>
                <a:cs typeface="Apple SD Gothic Neo"/>
              </a:defRPr>
            </a:lvl1pPr>
            <a:lvl2pPr algn="l">
              <a:defRPr sz="1800" b="0">
                <a:solidFill>
                  <a:srgbClr val="61736F"/>
                </a:solidFill>
                <a:latin typeface="Apple SD Gothic Neo"/>
                <a:ea typeface="Apple SD Gothic Neo"/>
                <a:cs typeface="Apple SD Gothic Neo"/>
              </a:defRPr>
            </a:lvl2pPr>
            <a:lvl3pPr algn="l">
              <a:defRPr sz="1800" b="0">
                <a:solidFill>
                  <a:srgbClr val="61736F"/>
                </a:solidFill>
                <a:latin typeface="Apple SD Gothic Neo"/>
                <a:ea typeface="Apple SD Gothic Neo"/>
                <a:cs typeface="Apple SD Gothic Neo"/>
              </a:defRPr>
            </a:lvl3pPr>
            <a:lvl4pPr algn="l">
              <a:defRPr sz="1800" b="0">
                <a:solidFill>
                  <a:srgbClr val="61736F"/>
                </a:solidFill>
                <a:latin typeface="Apple SD Gothic Neo"/>
                <a:ea typeface="Apple SD Gothic Neo"/>
                <a:cs typeface="Apple SD Gothic Neo"/>
              </a:defRPr>
            </a:lvl4pPr>
            <a:lvl5pPr algn="l">
              <a:defRPr sz="1800" b="0">
                <a:solidFill>
                  <a:srgbClr val="61736F"/>
                </a:solidFill>
                <a:latin typeface="Apple SD Gothic Neo"/>
                <a:ea typeface="Apple SD Gothic Neo"/>
                <a:cs typeface="Apple SD Gothic Neo"/>
              </a:defRPr>
            </a:lvl5pPr>
            <a:lvl6pPr algn="l">
              <a:defRPr sz="1800" b="0">
                <a:solidFill>
                  <a:srgbClr val="61736F"/>
                </a:solidFill>
                <a:latin typeface="Apple SD Gothic Neo"/>
                <a:ea typeface="Apple SD Gothic Neo"/>
                <a:cs typeface="Apple SD Gothic Neo"/>
              </a:defRPr>
            </a:lvl6pPr>
            <a:lvl7pPr algn="l">
              <a:defRPr sz="1800" b="0">
                <a:solidFill>
                  <a:srgbClr val="61736F"/>
                </a:solidFill>
                <a:latin typeface="Apple SD Gothic Neo"/>
                <a:ea typeface="Apple SD Gothic Neo"/>
                <a:cs typeface="Apple SD Gothic Neo"/>
              </a:defRPr>
            </a:lvl7pPr>
            <a:lvl8pPr algn="l">
              <a:defRPr sz="1800" b="0">
                <a:solidFill>
                  <a:srgbClr val="61736F"/>
                </a:solidFill>
                <a:latin typeface="Apple SD Gothic Neo"/>
                <a:ea typeface="Apple SD Gothic Neo"/>
                <a:cs typeface="Apple SD Gothic Neo"/>
              </a:defRPr>
            </a:lvl8pPr>
            <a:lvl9pPr algn="l">
              <a:defRPr sz="1800" b="0">
                <a:solidFill>
                  <a:srgbClr val="61736F"/>
                </a:solidFill>
                <a:latin typeface="Apple SD Gothic Neo"/>
                <a:ea typeface="Apple SD Gothic Neo"/>
                <a:cs typeface="Apple SD Gothic Neo"/>
              </a:defRPr>
            </a:lvl9pPr>
          </a:lstStyle>
          <a:p xmlns:a="http://schemas.openxmlformats.org/drawingml/2006/main">
            <a:pPr algn="l">
              <a:defRPr sz="1800" b="0">
                <a:solidFill>
                  <a:srgbClr val="61736F"/>
                </a:solidFill>
                <a:latin typeface="Apple SD Gothic Neo"/>
                <a:ea typeface="Apple SD Gothic Neo"/>
                <a:cs typeface="Apple SD Gothic Neo"/>
              </a:defRPr>
            </a:pPr>
            <a:r>
              <a:rPr sz="1800" b="0">
                <a:solidFill>
                  <a:srgbClr val="61736F"/>
                </a:solidFill>
                <a:latin typeface="Apple SD Gothic Neo"/>
                <a:ea typeface="Apple SD Gothic Neo"/>
                <a:cs typeface="Apple SD Gothic Neo"/>
              </a:rPr>
              <a:t>관련 근거와 출처를 정리</a:t>
            </a:r>
          </a:p>
        </p:txBody>
      </p:sp>
      <p:sp>
        <p:nvSpPr>
          <p:cNvPr id="28" name="s1-27-text">
            <a:extLst xmlns:a="http://schemas.openxmlformats.org/drawingml/2006/main">
              <a:ext uri="{FF2B5EF4-FFF2-40B4-BE49-F238E27FC236}">
                <a16:creationId xmlns:a16="http://schemas.microsoft.com/office/drawing/2014/main" id="{01ADD560-A05B-4E2C-9057-3B917DC99662}"/>
              </a:ext>
            </a:extLst>
          </p:cNvPr>
          <p:cNvSpPr>
            <a:spLocks xmlns:a="http://schemas.openxmlformats.org/drawingml/2006/main" noGrp="1"/>
          </p:cNvSpPr>
          <p:nvPr/>
        </p:nvSpPr>
        <p:spPr>
          <a:xfrm xmlns:a="http://schemas.openxmlformats.org/drawingml/2006/main">
            <a:off x="7962900" y="2695575"/>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B96928"/>
                </a:solidFill>
                <a:latin typeface="Apple SD Gothic Neo"/>
                <a:ea typeface="Apple SD Gothic Neo"/>
                <a:cs typeface="Apple SD Gothic Neo"/>
              </a:defRPr>
            </a:defPPr>
            <a:lvl1pPr algn="l">
              <a:defRPr sz="1950" b="1">
                <a:solidFill>
                  <a:srgbClr val="B96928"/>
                </a:solidFill>
                <a:latin typeface="Apple SD Gothic Neo"/>
                <a:ea typeface="Apple SD Gothic Neo"/>
                <a:cs typeface="Apple SD Gothic Neo"/>
              </a:defRPr>
            </a:lvl1pPr>
            <a:lvl2pPr algn="l">
              <a:defRPr sz="1950" b="1">
                <a:solidFill>
                  <a:srgbClr val="B96928"/>
                </a:solidFill>
                <a:latin typeface="Apple SD Gothic Neo"/>
                <a:ea typeface="Apple SD Gothic Neo"/>
                <a:cs typeface="Apple SD Gothic Neo"/>
              </a:defRPr>
            </a:lvl2pPr>
            <a:lvl3pPr algn="l">
              <a:defRPr sz="1950" b="1">
                <a:solidFill>
                  <a:srgbClr val="B96928"/>
                </a:solidFill>
                <a:latin typeface="Apple SD Gothic Neo"/>
                <a:ea typeface="Apple SD Gothic Neo"/>
                <a:cs typeface="Apple SD Gothic Neo"/>
              </a:defRPr>
            </a:lvl3pPr>
            <a:lvl4pPr algn="l">
              <a:defRPr sz="1950" b="1">
                <a:solidFill>
                  <a:srgbClr val="B96928"/>
                </a:solidFill>
                <a:latin typeface="Apple SD Gothic Neo"/>
                <a:ea typeface="Apple SD Gothic Neo"/>
                <a:cs typeface="Apple SD Gothic Neo"/>
              </a:defRPr>
            </a:lvl4pPr>
            <a:lvl5pPr algn="l">
              <a:defRPr sz="1950" b="1">
                <a:solidFill>
                  <a:srgbClr val="B96928"/>
                </a:solidFill>
                <a:latin typeface="Apple SD Gothic Neo"/>
                <a:ea typeface="Apple SD Gothic Neo"/>
                <a:cs typeface="Apple SD Gothic Neo"/>
              </a:defRPr>
            </a:lvl5pPr>
            <a:lvl6pPr algn="l">
              <a:defRPr sz="1950" b="1">
                <a:solidFill>
                  <a:srgbClr val="B96928"/>
                </a:solidFill>
                <a:latin typeface="Apple SD Gothic Neo"/>
                <a:ea typeface="Apple SD Gothic Neo"/>
                <a:cs typeface="Apple SD Gothic Neo"/>
              </a:defRPr>
            </a:lvl6pPr>
            <a:lvl7pPr algn="l">
              <a:defRPr sz="1950" b="1">
                <a:solidFill>
                  <a:srgbClr val="B96928"/>
                </a:solidFill>
                <a:latin typeface="Apple SD Gothic Neo"/>
                <a:ea typeface="Apple SD Gothic Neo"/>
                <a:cs typeface="Apple SD Gothic Neo"/>
              </a:defRPr>
            </a:lvl7pPr>
            <a:lvl8pPr algn="l">
              <a:defRPr sz="1950" b="1">
                <a:solidFill>
                  <a:srgbClr val="B96928"/>
                </a:solidFill>
                <a:latin typeface="Apple SD Gothic Neo"/>
                <a:ea typeface="Apple SD Gothic Neo"/>
                <a:cs typeface="Apple SD Gothic Neo"/>
              </a:defRPr>
            </a:lvl8pPr>
            <a:lvl9pPr algn="l">
              <a:defRPr sz="1950" b="1">
                <a:solidFill>
                  <a:srgbClr val="B96928"/>
                </a:solidFill>
                <a:latin typeface="Apple SD Gothic Neo"/>
                <a:ea typeface="Apple SD Gothic Neo"/>
                <a:cs typeface="Apple SD Gothic Neo"/>
              </a:defRPr>
            </a:lvl9pPr>
          </a:lstStyle>
          <a:p xmlns:a="http://schemas.openxmlformats.org/drawingml/2006/main">
            <a:pPr algn="l">
              <a:defRPr sz="1950" b="1">
                <a:solidFill>
                  <a:srgbClr val="B96928"/>
                </a:solidFill>
                <a:latin typeface="Apple SD Gothic Neo"/>
                <a:ea typeface="Apple SD Gothic Neo"/>
                <a:cs typeface="Apple SD Gothic Neo"/>
              </a:defRPr>
            </a:pPr>
            <a:r>
              <a:rPr sz="1950" b="1">
                <a:solidFill>
                  <a:srgbClr val="B96928"/>
                </a:solidFill>
                <a:latin typeface="Apple SD Gothic Neo"/>
                <a:ea typeface="Apple SD Gothic Neo"/>
                <a:cs typeface="Apple SD Gothic Neo"/>
              </a:rPr>
              <a:t>03</a:t>
            </a:r>
          </a:p>
        </p:txBody>
      </p:sp>
      <p:sp>
        <p:nvSpPr>
          <p:cNvPr id="29" name="s1-28-text">
            <a:extLst xmlns:a="http://schemas.openxmlformats.org/drawingml/2006/main">
              <a:ext uri="{FF2B5EF4-FFF2-40B4-BE49-F238E27FC236}">
                <a16:creationId xmlns:a16="http://schemas.microsoft.com/office/drawing/2014/main" id="{1A36CAF5-F74F-4A22-B604-460D50E51D94}"/>
              </a:ext>
            </a:extLst>
          </p:cNvPr>
          <p:cNvSpPr>
            <a:spLocks xmlns:a="http://schemas.openxmlformats.org/drawingml/2006/main" noGrp="1"/>
          </p:cNvSpPr>
          <p:nvPr/>
        </p:nvSpPr>
        <p:spPr>
          <a:xfrm xmlns:a="http://schemas.openxmlformats.org/drawingml/2006/main">
            <a:off x="7962900" y="3105150"/>
            <a:ext cx="3105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1">
                <a:solidFill>
                  <a:srgbClr val="172E2A"/>
                </a:solidFill>
                <a:latin typeface="Apple SD Gothic Neo"/>
                <a:ea typeface="Apple SD Gothic Neo"/>
                <a:cs typeface="Apple SD Gothic Neo"/>
              </a:defRPr>
            </a:defPPr>
            <a:lvl1pPr algn="l">
              <a:defRPr sz="2475" b="1">
                <a:solidFill>
                  <a:srgbClr val="172E2A"/>
                </a:solidFill>
                <a:latin typeface="Apple SD Gothic Neo"/>
                <a:ea typeface="Apple SD Gothic Neo"/>
                <a:cs typeface="Apple SD Gothic Neo"/>
              </a:defRPr>
            </a:lvl1pPr>
            <a:lvl2pPr algn="l">
              <a:defRPr sz="2475" b="1">
                <a:solidFill>
                  <a:srgbClr val="172E2A"/>
                </a:solidFill>
                <a:latin typeface="Apple SD Gothic Neo"/>
                <a:ea typeface="Apple SD Gothic Neo"/>
                <a:cs typeface="Apple SD Gothic Neo"/>
              </a:defRPr>
            </a:lvl2pPr>
            <a:lvl3pPr algn="l">
              <a:defRPr sz="2475" b="1">
                <a:solidFill>
                  <a:srgbClr val="172E2A"/>
                </a:solidFill>
                <a:latin typeface="Apple SD Gothic Neo"/>
                <a:ea typeface="Apple SD Gothic Neo"/>
                <a:cs typeface="Apple SD Gothic Neo"/>
              </a:defRPr>
            </a:lvl3pPr>
            <a:lvl4pPr algn="l">
              <a:defRPr sz="2475" b="1">
                <a:solidFill>
                  <a:srgbClr val="172E2A"/>
                </a:solidFill>
                <a:latin typeface="Apple SD Gothic Neo"/>
                <a:ea typeface="Apple SD Gothic Neo"/>
                <a:cs typeface="Apple SD Gothic Neo"/>
              </a:defRPr>
            </a:lvl4pPr>
            <a:lvl5pPr algn="l">
              <a:defRPr sz="2475" b="1">
                <a:solidFill>
                  <a:srgbClr val="172E2A"/>
                </a:solidFill>
                <a:latin typeface="Apple SD Gothic Neo"/>
                <a:ea typeface="Apple SD Gothic Neo"/>
                <a:cs typeface="Apple SD Gothic Neo"/>
              </a:defRPr>
            </a:lvl5pPr>
            <a:lvl6pPr algn="l">
              <a:defRPr sz="2475" b="1">
                <a:solidFill>
                  <a:srgbClr val="172E2A"/>
                </a:solidFill>
                <a:latin typeface="Apple SD Gothic Neo"/>
                <a:ea typeface="Apple SD Gothic Neo"/>
                <a:cs typeface="Apple SD Gothic Neo"/>
              </a:defRPr>
            </a:lvl6pPr>
            <a:lvl7pPr algn="l">
              <a:defRPr sz="2475" b="1">
                <a:solidFill>
                  <a:srgbClr val="172E2A"/>
                </a:solidFill>
                <a:latin typeface="Apple SD Gothic Neo"/>
                <a:ea typeface="Apple SD Gothic Neo"/>
                <a:cs typeface="Apple SD Gothic Neo"/>
              </a:defRPr>
            </a:lvl7pPr>
            <a:lvl8pPr algn="l">
              <a:defRPr sz="2475" b="1">
                <a:solidFill>
                  <a:srgbClr val="172E2A"/>
                </a:solidFill>
                <a:latin typeface="Apple SD Gothic Neo"/>
                <a:ea typeface="Apple SD Gothic Neo"/>
                <a:cs typeface="Apple SD Gothic Neo"/>
              </a:defRPr>
            </a:lvl8pPr>
            <a:lvl9pPr algn="l">
              <a:defRPr sz="2475" b="1">
                <a:solidFill>
                  <a:srgbClr val="172E2A"/>
                </a:solidFill>
                <a:latin typeface="Apple SD Gothic Neo"/>
                <a:ea typeface="Apple SD Gothic Neo"/>
                <a:cs typeface="Apple SD Gothic Neo"/>
              </a:defRPr>
            </a:lvl9pPr>
          </a:lstStyle>
          <a:p xmlns:a="http://schemas.openxmlformats.org/drawingml/2006/main">
            <a:pPr algn="l">
              <a:defRPr sz="2475" b="1">
                <a:solidFill>
                  <a:srgbClr val="172E2A"/>
                </a:solidFill>
                <a:latin typeface="Apple SD Gothic Neo"/>
                <a:ea typeface="Apple SD Gothic Neo"/>
                <a:cs typeface="Apple SD Gothic Neo"/>
              </a:defRPr>
            </a:pPr>
            <a:r>
              <a:rPr sz="2475" b="1">
                <a:solidFill>
                  <a:srgbClr val="172E2A"/>
                </a:solidFill>
                <a:latin typeface="Apple SD Gothic Neo"/>
                <a:ea typeface="Apple SD Gothic Neo"/>
                <a:cs typeface="Apple SD Gothic Neo"/>
              </a:rPr>
              <a:t>나에게 맞추기</a:t>
            </a:r>
          </a:p>
        </p:txBody>
      </p:sp>
      <p:sp>
        <p:nvSpPr>
          <p:cNvPr id="30" name="s1-29-text">
            <a:extLst xmlns:a="http://schemas.openxmlformats.org/drawingml/2006/main">
              <a:ext uri="{FF2B5EF4-FFF2-40B4-BE49-F238E27FC236}">
                <a16:creationId xmlns:a16="http://schemas.microsoft.com/office/drawing/2014/main" id="{91B82495-11B7-43A2-9452-65F231823087}"/>
              </a:ext>
            </a:extLst>
          </p:cNvPr>
          <p:cNvSpPr>
            <a:spLocks xmlns:a="http://schemas.openxmlformats.org/drawingml/2006/main" noGrp="1"/>
          </p:cNvSpPr>
          <p:nvPr/>
        </p:nvSpPr>
        <p:spPr>
          <a:xfrm xmlns:a="http://schemas.openxmlformats.org/drawingml/2006/main">
            <a:off x="7962900" y="5343525"/>
            <a:ext cx="309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61736F"/>
                </a:solidFill>
                <a:latin typeface="Apple SD Gothic Neo"/>
                <a:ea typeface="Apple SD Gothic Neo"/>
                <a:cs typeface="Apple SD Gothic Neo"/>
              </a:defRPr>
            </a:defPPr>
            <a:lvl1pPr algn="l">
              <a:defRPr sz="1800" b="0">
                <a:solidFill>
                  <a:srgbClr val="61736F"/>
                </a:solidFill>
                <a:latin typeface="Apple SD Gothic Neo"/>
                <a:ea typeface="Apple SD Gothic Neo"/>
                <a:cs typeface="Apple SD Gothic Neo"/>
              </a:defRPr>
            </a:lvl1pPr>
            <a:lvl2pPr algn="l">
              <a:defRPr sz="1800" b="0">
                <a:solidFill>
                  <a:srgbClr val="61736F"/>
                </a:solidFill>
                <a:latin typeface="Apple SD Gothic Neo"/>
                <a:ea typeface="Apple SD Gothic Neo"/>
                <a:cs typeface="Apple SD Gothic Neo"/>
              </a:defRPr>
            </a:lvl2pPr>
            <a:lvl3pPr algn="l">
              <a:defRPr sz="1800" b="0">
                <a:solidFill>
                  <a:srgbClr val="61736F"/>
                </a:solidFill>
                <a:latin typeface="Apple SD Gothic Neo"/>
                <a:ea typeface="Apple SD Gothic Neo"/>
                <a:cs typeface="Apple SD Gothic Neo"/>
              </a:defRPr>
            </a:lvl3pPr>
            <a:lvl4pPr algn="l">
              <a:defRPr sz="1800" b="0">
                <a:solidFill>
                  <a:srgbClr val="61736F"/>
                </a:solidFill>
                <a:latin typeface="Apple SD Gothic Neo"/>
                <a:ea typeface="Apple SD Gothic Neo"/>
                <a:cs typeface="Apple SD Gothic Neo"/>
              </a:defRPr>
            </a:lvl4pPr>
            <a:lvl5pPr algn="l">
              <a:defRPr sz="1800" b="0">
                <a:solidFill>
                  <a:srgbClr val="61736F"/>
                </a:solidFill>
                <a:latin typeface="Apple SD Gothic Neo"/>
                <a:ea typeface="Apple SD Gothic Neo"/>
                <a:cs typeface="Apple SD Gothic Neo"/>
              </a:defRPr>
            </a:lvl5pPr>
            <a:lvl6pPr algn="l">
              <a:defRPr sz="1800" b="0">
                <a:solidFill>
                  <a:srgbClr val="61736F"/>
                </a:solidFill>
                <a:latin typeface="Apple SD Gothic Neo"/>
                <a:ea typeface="Apple SD Gothic Neo"/>
                <a:cs typeface="Apple SD Gothic Neo"/>
              </a:defRPr>
            </a:lvl6pPr>
            <a:lvl7pPr algn="l">
              <a:defRPr sz="1800" b="0">
                <a:solidFill>
                  <a:srgbClr val="61736F"/>
                </a:solidFill>
                <a:latin typeface="Apple SD Gothic Neo"/>
                <a:ea typeface="Apple SD Gothic Neo"/>
                <a:cs typeface="Apple SD Gothic Neo"/>
              </a:defRPr>
            </a:lvl7pPr>
            <a:lvl8pPr algn="l">
              <a:defRPr sz="1800" b="0">
                <a:solidFill>
                  <a:srgbClr val="61736F"/>
                </a:solidFill>
                <a:latin typeface="Apple SD Gothic Neo"/>
                <a:ea typeface="Apple SD Gothic Neo"/>
                <a:cs typeface="Apple SD Gothic Neo"/>
              </a:defRPr>
            </a:lvl8pPr>
            <a:lvl9pPr algn="l">
              <a:defRPr sz="1800" b="0">
                <a:solidFill>
                  <a:srgbClr val="61736F"/>
                </a:solidFill>
                <a:latin typeface="Apple SD Gothic Neo"/>
                <a:ea typeface="Apple SD Gothic Neo"/>
                <a:cs typeface="Apple SD Gothic Neo"/>
              </a:defRPr>
            </a:lvl9pPr>
          </a:lstStyle>
          <a:p xmlns:a="http://schemas.openxmlformats.org/drawingml/2006/main">
            <a:pPr algn="l">
              <a:defRPr sz="1800" b="0">
                <a:solidFill>
                  <a:srgbClr val="61736F"/>
                </a:solidFill>
                <a:latin typeface="Apple SD Gothic Neo"/>
                <a:ea typeface="Apple SD Gothic Neo"/>
                <a:cs typeface="Apple SD Gothic Neo"/>
              </a:defRPr>
            </a:pPr>
            <a:r>
              <a:rPr sz="1800" b="0">
                <a:solidFill>
                  <a:srgbClr val="61736F"/>
                </a:solidFill>
                <a:latin typeface="Apple SD Gothic Neo"/>
                <a:ea typeface="Apple SD Gothic Neo"/>
                <a:cs typeface="Apple SD Gothic Neo"/>
              </a:rPr>
              <a:t>위치·이동 능력·현재 상태</a:t>
            </a:r>
          </a:p>
        </p:txBody>
      </p:sp>
      <p:sp>
        <p:nvSpPr>
          <p:cNvPr id="31" name="s1-30-text">
            <a:extLst xmlns:a="http://schemas.openxmlformats.org/drawingml/2006/main">
              <a:ext uri="{FF2B5EF4-FFF2-40B4-BE49-F238E27FC236}">
                <a16:creationId xmlns:a16="http://schemas.microsoft.com/office/drawing/2014/main" id="{772BC0C1-DA99-4E53-B1AB-FEE13FDD4A1D}"/>
              </a:ext>
            </a:extLst>
          </p:cNvPr>
          <p:cNvSpPr>
            <a:spLocks xmlns:a="http://schemas.openxmlformats.org/drawingml/2006/main" noGrp="1"/>
          </p:cNvSpPr>
          <p:nvPr/>
        </p:nvSpPr>
        <p:spPr>
          <a:xfrm xmlns:a="http://schemas.openxmlformats.org/drawingml/2006/main">
            <a:off x="7962900" y="5667375"/>
            <a:ext cx="309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61736F"/>
                </a:solidFill>
                <a:latin typeface="Apple SD Gothic Neo"/>
                <a:ea typeface="Apple SD Gothic Neo"/>
                <a:cs typeface="Apple SD Gothic Neo"/>
              </a:defRPr>
            </a:defPPr>
            <a:lvl1pPr algn="l">
              <a:defRPr sz="1800" b="0">
                <a:solidFill>
                  <a:srgbClr val="61736F"/>
                </a:solidFill>
                <a:latin typeface="Apple SD Gothic Neo"/>
                <a:ea typeface="Apple SD Gothic Neo"/>
                <a:cs typeface="Apple SD Gothic Neo"/>
              </a:defRPr>
            </a:lvl1pPr>
            <a:lvl2pPr algn="l">
              <a:defRPr sz="1800" b="0">
                <a:solidFill>
                  <a:srgbClr val="61736F"/>
                </a:solidFill>
                <a:latin typeface="Apple SD Gothic Neo"/>
                <a:ea typeface="Apple SD Gothic Neo"/>
                <a:cs typeface="Apple SD Gothic Neo"/>
              </a:defRPr>
            </a:lvl2pPr>
            <a:lvl3pPr algn="l">
              <a:defRPr sz="1800" b="0">
                <a:solidFill>
                  <a:srgbClr val="61736F"/>
                </a:solidFill>
                <a:latin typeface="Apple SD Gothic Neo"/>
                <a:ea typeface="Apple SD Gothic Neo"/>
                <a:cs typeface="Apple SD Gothic Neo"/>
              </a:defRPr>
            </a:lvl3pPr>
            <a:lvl4pPr algn="l">
              <a:defRPr sz="1800" b="0">
                <a:solidFill>
                  <a:srgbClr val="61736F"/>
                </a:solidFill>
                <a:latin typeface="Apple SD Gothic Neo"/>
                <a:ea typeface="Apple SD Gothic Neo"/>
                <a:cs typeface="Apple SD Gothic Neo"/>
              </a:defRPr>
            </a:lvl4pPr>
            <a:lvl5pPr algn="l">
              <a:defRPr sz="1800" b="0">
                <a:solidFill>
                  <a:srgbClr val="61736F"/>
                </a:solidFill>
                <a:latin typeface="Apple SD Gothic Neo"/>
                <a:ea typeface="Apple SD Gothic Neo"/>
                <a:cs typeface="Apple SD Gothic Neo"/>
              </a:defRPr>
            </a:lvl5pPr>
            <a:lvl6pPr algn="l">
              <a:defRPr sz="1800" b="0">
                <a:solidFill>
                  <a:srgbClr val="61736F"/>
                </a:solidFill>
                <a:latin typeface="Apple SD Gothic Neo"/>
                <a:ea typeface="Apple SD Gothic Neo"/>
                <a:cs typeface="Apple SD Gothic Neo"/>
              </a:defRPr>
            </a:lvl6pPr>
            <a:lvl7pPr algn="l">
              <a:defRPr sz="1800" b="0">
                <a:solidFill>
                  <a:srgbClr val="61736F"/>
                </a:solidFill>
                <a:latin typeface="Apple SD Gothic Neo"/>
                <a:ea typeface="Apple SD Gothic Neo"/>
                <a:cs typeface="Apple SD Gothic Neo"/>
              </a:defRPr>
            </a:lvl7pPr>
            <a:lvl8pPr algn="l">
              <a:defRPr sz="1800" b="0">
                <a:solidFill>
                  <a:srgbClr val="61736F"/>
                </a:solidFill>
                <a:latin typeface="Apple SD Gothic Neo"/>
                <a:ea typeface="Apple SD Gothic Neo"/>
                <a:cs typeface="Apple SD Gothic Neo"/>
              </a:defRPr>
            </a:lvl8pPr>
            <a:lvl9pPr algn="l">
              <a:defRPr sz="1800" b="0">
                <a:solidFill>
                  <a:srgbClr val="61736F"/>
                </a:solidFill>
                <a:latin typeface="Apple SD Gothic Neo"/>
                <a:ea typeface="Apple SD Gothic Neo"/>
                <a:cs typeface="Apple SD Gothic Neo"/>
              </a:defRPr>
            </a:lvl9pPr>
          </a:lstStyle>
          <a:p xmlns:a="http://schemas.openxmlformats.org/drawingml/2006/main">
            <a:pPr algn="l">
              <a:defRPr sz="1800" b="0">
                <a:solidFill>
                  <a:srgbClr val="61736F"/>
                </a:solidFill>
                <a:latin typeface="Apple SD Gothic Neo"/>
                <a:ea typeface="Apple SD Gothic Neo"/>
                <a:cs typeface="Apple SD Gothic Neo"/>
              </a:defRPr>
            </a:pPr>
            <a:r>
              <a:rPr sz="1800" b="0">
                <a:solidFill>
                  <a:srgbClr val="61736F"/>
                </a:solidFill>
                <a:latin typeface="Apple SD Gothic Neo"/>
                <a:ea typeface="Apple SD Gothic Neo"/>
                <a:cs typeface="Apple SD Gothic Neo"/>
              </a:rPr>
              <a:t>DB의 기본 지침과 규칙 적용</a:t>
            </a:r>
          </a:p>
        </p:txBody>
      </p:sp>
      <p:sp>
        <p:nvSpPr>
          <p:cNvPr id="32" name="s1-31-text">
            <a:extLst xmlns:a="http://schemas.openxmlformats.org/drawingml/2006/main">
              <a:ext uri="{FF2B5EF4-FFF2-40B4-BE49-F238E27FC236}">
                <a16:creationId xmlns:a16="http://schemas.microsoft.com/office/drawing/2014/main" id="{6380669B-333E-4254-90B1-8DF913654CF6}"/>
              </a:ext>
            </a:extLst>
          </p:cNvPr>
          <p:cNvSpPr>
            <a:spLocks xmlns:a="http://schemas.openxmlformats.org/drawingml/2006/main" noGrp="1"/>
          </p:cNvSpPr>
          <p:nvPr/>
        </p:nvSpPr>
        <p:spPr>
          <a:xfrm xmlns:a="http://schemas.openxmlformats.org/drawingml/2006/main">
            <a:off x="11601450" y="2695575"/>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BD463E"/>
                </a:solidFill>
                <a:latin typeface="Apple SD Gothic Neo"/>
                <a:ea typeface="Apple SD Gothic Neo"/>
                <a:cs typeface="Apple SD Gothic Neo"/>
              </a:defRPr>
            </a:defPPr>
            <a:lvl1pPr algn="l">
              <a:defRPr sz="1950" b="1">
                <a:solidFill>
                  <a:srgbClr val="BD463E"/>
                </a:solidFill>
                <a:latin typeface="Apple SD Gothic Neo"/>
                <a:ea typeface="Apple SD Gothic Neo"/>
                <a:cs typeface="Apple SD Gothic Neo"/>
              </a:defRPr>
            </a:lvl1pPr>
            <a:lvl2pPr algn="l">
              <a:defRPr sz="1950" b="1">
                <a:solidFill>
                  <a:srgbClr val="BD463E"/>
                </a:solidFill>
                <a:latin typeface="Apple SD Gothic Neo"/>
                <a:ea typeface="Apple SD Gothic Neo"/>
                <a:cs typeface="Apple SD Gothic Neo"/>
              </a:defRPr>
            </a:lvl2pPr>
            <a:lvl3pPr algn="l">
              <a:defRPr sz="1950" b="1">
                <a:solidFill>
                  <a:srgbClr val="BD463E"/>
                </a:solidFill>
                <a:latin typeface="Apple SD Gothic Neo"/>
                <a:ea typeface="Apple SD Gothic Neo"/>
                <a:cs typeface="Apple SD Gothic Neo"/>
              </a:defRPr>
            </a:lvl3pPr>
            <a:lvl4pPr algn="l">
              <a:defRPr sz="1950" b="1">
                <a:solidFill>
                  <a:srgbClr val="BD463E"/>
                </a:solidFill>
                <a:latin typeface="Apple SD Gothic Neo"/>
                <a:ea typeface="Apple SD Gothic Neo"/>
                <a:cs typeface="Apple SD Gothic Neo"/>
              </a:defRPr>
            </a:lvl4pPr>
            <a:lvl5pPr algn="l">
              <a:defRPr sz="1950" b="1">
                <a:solidFill>
                  <a:srgbClr val="BD463E"/>
                </a:solidFill>
                <a:latin typeface="Apple SD Gothic Neo"/>
                <a:ea typeface="Apple SD Gothic Neo"/>
                <a:cs typeface="Apple SD Gothic Neo"/>
              </a:defRPr>
            </a:lvl5pPr>
            <a:lvl6pPr algn="l">
              <a:defRPr sz="1950" b="1">
                <a:solidFill>
                  <a:srgbClr val="BD463E"/>
                </a:solidFill>
                <a:latin typeface="Apple SD Gothic Neo"/>
                <a:ea typeface="Apple SD Gothic Neo"/>
                <a:cs typeface="Apple SD Gothic Neo"/>
              </a:defRPr>
            </a:lvl6pPr>
            <a:lvl7pPr algn="l">
              <a:defRPr sz="1950" b="1">
                <a:solidFill>
                  <a:srgbClr val="BD463E"/>
                </a:solidFill>
                <a:latin typeface="Apple SD Gothic Neo"/>
                <a:ea typeface="Apple SD Gothic Neo"/>
                <a:cs typeface="Apple SD Gothic Neo"/>
              </a:defRPr>
            </a:lvl7pPr>
            <a:lvl8pPr algn="l">
              <a:defRPr sz="1950" b="1">
                <a:solidFill>
                  <a:srgbClr val="BD463E"/>
                </a:solidFill>
                <a:latin typeface="Apple SD Gothic Neo"/>
                <a:ea typeface="Apple SD Gothic Neo"/>
                <a:cs typeface="Apple SD Gothic Neo"/>
              </a:defRPr>
            </a:lvl8pPr>
            <a:lvl9pPr algn="l">
              <a:defRPr sz="1950" b="1">
                <a:solidFill>
                  <a:srgbClr val="BD463E"/>
                </a:solidFill>
                <a:latin typeface="Apple SD Gothic Neo"/>
                <a:ea typeface="Apple SD Gothic Neo"/>
                <a:cs typeface="Apple SD Gothic Neo"/>
              </a:defRPr>
            </a:lvl9pPr>
          </a:lstStyle>
          <a:p xmlns:a="http://schemas.openxmlformats.org/drawingml/2006/main">
            <a:pPr algn="l">
              <a:defRPr sz="1950" b="1">
                <a:solidFill>
                  <a:srgbClr val="BD463E"/>
                </a:solidFill>
                <a:latin typeface="Apple SD Gothic Neo"/>
                <a:ea typeface="Apple SD Gothic Neo"/>
                <a:cs typeface="Apple SD Gothic Neo"/>
              </a:defRPr>
            </a:pPr>
            <a:r>
              <a:rPr sz="1950" b="1">
                <a:solidFill>
                  <a:srgbClr val="BD463E"/>
                </a:solidFill>
                <a:latin typeface="Apple SD Gothic Neo"/>
                <a:ea typeface="Apple SD Gothic Neo"/>
                <a:cs typeface="Apple SD Gothic Neo"/>
              </a:rPr>
              <a:t>04</a:t>
            </a:r>
          </a:p>
        </p:txBody>
      </p:sp>
      <p:sp>
        <p:nvSpPr>
          <p:cNvPr id="33" name="s1-32-text">
            <a:extLst xmlns:a="http://schemas.openxmlformats.org/drawingml/2006/main">
              <a:ext uri="{FF2B5EF4-FFF2-40B4-BE49-F238E27FC236}">
                <a16:creationId xmlns:a16="http://schemas.microsoft.com/office/drawing/2014/main" id="{809BD0E0-B43C-48EF-A1D7-781F7BB3F20F}"/>
              </a:ext>
            </a:extLst>
          </p:cNvPr>
          <p:cNvSpPr>
            <a:spLocks xmlns:a="http://schemas.openxmlformats.org/drawingml/2006/main" noGrp="1"/>
          </p:cNvSpPr>
          <p:nvPr/>
        </p:nvSpPr>
        <p:spPr>
          <a:xfrm xmlns:a="http://schemas.openxmlformats.org/drawingml/2006/main">
            <a:off x="11601450" y="3105150"/>
            <a:ext cx="3105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1">
                <a:solidFill>
                  <a:srgbClr val="172E2A"/>
                </a:solidFill>
                <a:latin typeface="Apple SD Gothic Neo"/>
                <a:ea typeface="Apple SD Gothic Neo"/>
                <a:cs typeface="Apple SD Gothic Neo"/>
              </a:defRPr>
            </a:defPPr>
            <a:lvl1pPr algn="l">
              <a:defRPr sz="2475" b="1">
                <a:solidFill>
                  <a:srgbClr val="172E2A"/>
                </a:solidFill>
                <a:latin typeface="Apple SD Gothic Neo"/>
                <a:ea typeface="Apple SD Gothic Neo"/>
                <a:cs typeface="Apple SD Gothic Neo"/>
              </a:defRPr>
            </a:lvl1pPr>
            <a:lvl2pPr algn="l">
              <a:defRPr sz="2475" b="1">
                <a:solidFill>
                  <a:srgbClr val="172E2A"/>
                </a:solidFill>
                <a:latin typeface="Apple SD Gothic Neo"/>
                <a:ea typeface="Apple SD Gothic Neo"/>
                <a:cs typeface="Apple SD Gothic Neo"/>
              </a:defRPr>
            </a:lvl2pPr>
            <a:lvl3pPr algn="l">
              <a:defRPr sz="2475" b="1">
                <a:solidFill>
                  <a:srgbClr val="172E2A"/>
                </a:solidFill>
                <a:latin typeface="Apple SD Gothic Neo"/>
                <a:ea typeface="Apple SD Gothic Neo"/>
                <a:cs typeface="Apple SD Gothic Neo"/>
              </a:defRPr>
            </a:lvl3pPr>
            <a:lvl4pPr algn="l">
              <a:defRPr sz="2475" b="1">
                <a:solidFill>
                  <a:srgbClr val="172E2A"/>
                </a:solidFill>
                <a:latin typeface="Apple SD Gothic Neo"/>
                <a:ea typeface="Apple SD Gothic Neo"/>
                <a:cs typeface="Apple SD Gothic Neo"/>
              </a:defRPr>
            </a:lvl4pPr>
            <a:lvl5pPr algn="l">
              <a:defRPr sz="2475" b="1">
                <a:solidFill>
                  <a:srgbClr val="172E2A"/>
                </a:solidFill>
                <a:latin typeface="Apple SD Gothic Neo"/>
                <a:ea typeface="Apple SD Gothic Neo"/>
                <a:cs typeface="Apple SD Gothic Neo"/>
              </a:defRPr>
            </a:lvl5pPr>
            <a:lvl6pPr algn="l">
              <a:defRPr sz="2475" b="1">
                <a:solidFill>
                  <a:srgbClr val="172E2A"/>
                </a:solidFill>
                <a:latin typeface="Apple SD Gothic Neo"/>
                <a:ea typeface="Apple SD Gothic Neo"/>
                <a:cs typeface="Apple SD Gothic Neo"/>
              </a:defRPr>
            </a:lvl6pPr>
            <a:lvl7pPr algn="l">
              <a:defRPr sz="2475" b="1">
                <a:solidFill>
                  <a:srgbClr val="172E2A"/>
                </a:solidFill>
                <a:latin typeface="Apple SD Gothic Neo"/>
                <a:ea typeface="Apple SD Gothic Neo"/>
                <a:cs typeface="Apple SD Gothic Neo"/>
              </a:defRPr>
            </a:lvl7pPr>
            <a:lvl8pPr algn="l">
              <a:defRPr sz="2475" b="1">
                <a:solidFill>
                  <a:srgbClr val="172E2A"/>
                </a:solidFill>
                <a:latin typeface="Apple SD Gothic Neo"/>
                <a:ea typeface="Apple SD Gothic Neo"/>
                <a:cs typeface="Apple SD Gothic Neo"/>
              </a:defRPr>
            </a:lvl8pPr>
            <a:lvl9pPr algn="l">
              <a:defRPr sz="2475" b="1">
                <a:solidFill>
                  <a:srgbClr val="172E2A"/>
                </a:solidFill>
                <a:latin typeface="Apple SD Gothic Neo"/>
                <a:ea typeface="Apple SD Gothic Neo"/>
                <a:cs typeface="Apple SD Gothic Neo"/>
              </a:defRPr>
            </a:lvl9pPr>
          </a:lstStyle>
          <a:p xmlns:a="http://schemas.openxmlformats.org/drawingml/2006/main">
            <a:pPr algn="l">
              <a:defRPr sz="2475" b="1">
                <a:solidFill>
                  <a:srgbClr val="172E2A"/>
                </a:solidFill>
                <a:latin typeface="Apple SD Gothic Neo"/>
                <a:ea typeface="Apple SD Gothic Neo"/>
                <a:cs typeface="Apple SD Gothic Neo"/>
              </a:defRPr>
            </a:pPr>
            <a:r>
              <a:rPr sz="2475" b="1">
                <a:solidFill>
                  <a:srgbClr val="172E2A"/>
                </a:solidFill>
                <a:latin typeface="Apple SD Gothic Neo"/>
                <a:ea typeface="Apple SD Gothic Neo"/>
                <a:cs typeface="Apple SD Gothic Neo"/>
              </a:rPr>
              <a:t>안내 갱신하기</a:t>
            </a:r>
          </a:p>
        </p:txBody>
      </p:sp>
      <p:sp>
        <p:nvSpPr>
          <p:cNvPr id="34" name="s1-33-text">
            <a:extLst xmlns:a="http://schemas.openxmlformats.org/drawingml/2006/main">
              <a:ext uri="{FF2B5EF4-FFF2-40B4-BE49-F238E27FC236}">
                <a16:creationId xmlns:a16="http://schemas.microsoft.com/office/drawing/2014/main" id="{14B33BEF-DBD8-4E44-AC55-FD7F80CF1E0D}"/>
              </a:ext>
            </a:extLst>
          </p:cNvPr>
          <p:cNvSpPr>
            <a:spLocks xmlns:a="http://schemas.openxmlformats.org/drawingml/2006/main" noGrp="1"/>
          </p:cNvSpPr>
          <p:nvPr/>
        </p:nvSpPr>
        <p:spPr>
          <a:xfrm xmlns:a="http://schemas.openxmlformats.org/drawingml/2006/main">
            <a:off x="11601450" y="5343525"/>
            <a:ext cx="309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61736F"/>
                </a:solidFill>
                <a:latin typeface="Apple SD Gothic Neo"/>
                <a:ea typeface="Apple SD Gothic Neo"/>
                <a:cs typeface="Apple SD Gothic Neo"/>
              </a:defRPr>
            </a:defPPr>
            <a:lvl1pPr algn="l">
              <a:defRPr sz="1800" b="0">
                <a:solidFill>
                  <a:srgbClr val="61736F"/>
                </a:solidFill>
                <a:latin typeface="Apple SD Gothic Neo"/>
                <a:ea typeface="Apple SD Gothic Neo"/>
                <a:cs typeface="Apple SD Gothic Neo"/>
              </a:defRPr>
            </a:lvl1pPr>
            <a:lvl2pPr algn="l">
              <a:defRPr sz="1800" b="0">
                <a:solidFill>
                  <a:srgbClr val="61736F"/>
                </a:solidFill>
                <a:latin typeface="Apple SD Gothic Neo"/>
                <a:ea typeface="Apple SD Gothic Neo"/>
                <a:cs typeface="Apple SD Gothic Neo"/>
              </a:defRPr>
            </a:lvl2pPr>
            <a:lvl3pPr algn="l">
              <a:defRPr sz="1800" b="0">
                <a:solidFill>
                  <a:srgbClr val="61736F"/>
                </a:solidFill>
                <a:latin typeface="Apple SD Gothic Neo"/>
                <a:ea typeface="Apple SD Gothic Neo"/>
                <a:cs typeface="Apple SD Gothic Neo"/>
              </a:defRPr>
            </a:lvl3pPr>
            <a:lvl4pPr algn="l">
              <a:defRPr sz="1800" b="0">
                <a:solidFill>
                  <a:srgbClr val="61736F"/>
                </a:solidFill>
                <a:latin typeface="Apple SD Gothic Neo"/>
                <a:ea typeface="Apple SD Gothic Neo"/>
                <a:cs typeface="Apple SD Gothic Neo"/>
              </a:defRPr>
            </a:lvl4pPr>
            <a:lvl5pPr algn="l">
              <a:defRPr sz="1800" b="0">
                <a:solidFill>
                  <a:srgbClr val="61736F"/>
                </a:solidFill>
                <a:latin typeface="Apple SD Gothic Neo"/>
                <a:ea typeface="Apple SD Gothic Neo"/>
                <a:cs typeface="Apple SD Gothic Neo"/>
              </a:defRPr>
            </a:lvl5pPr>
            <a:lvl6pPr algn="l">
              <a:defRPr sz="1800" b="0">
                <a:solidFill>
                  <a:srgbClr val="61736F"/>
                </a:solidFill>
                <a:latin typeface="Apple SD Gothic Neo"/>
                <a:ea typeface="Apple SD Gothic Neo"/>
                <a:cs typeface="Apple SD Gothic Neo"/>
              </a:defRPr>
            </a:lvl6pPr>
            <a:lvl7pPr algn="l">
              <a:defRPr sz="1800" b="0">
                <a:solidFill>
                  <a:srgbClr val="61736F"/>
                </a:solidFill>
                <a:latin typeface="Apple SD Gothic Neo"/>
                <a:ea typeface="Apple SD Gothic Neo"/>
                <a:cs typeface="Apple SD Gothic Neo"/>
              </a:defRPr>
            </a:lvl7pPr>
            <a:lvl8pPr algn="l">
              <a:defRPr sz="1800" b="0">
                <a:solidFill>
                  <a:srgbClr val="61736F"/>
                </a:solidFill>
                <a:latin typeface="Apple SD Gothic Neo"/>
                <a:ea typeface="Apple SD Gothic Neo"/>
                <a:cs typeface="Apple SD Gothic Neo"/>
              </a:defRPr>
            </a:lvl8pPr>
            <a:lvl9pPr algn="l">
              <a:defRPr sz="1800" b="0">
                <a:solidFill>
                  <a:srgbClr val="61736F"/>
                </a:solidFill>
                <a:latin typeface="Apple SD Gothic Neo"/>
                <a:ea typeface="Apple SD Gothic Neo"/>
                <a:cs typeface="Apple SD Gothic Neo"/>
              </a:defRPr>
            </a:lvl9pPr>
          </a:lstStyle>
          <a:p xmlns:a="http://schemas.openxmlformats.org/drawingml/2006/main">
            <a:pPr algn="l">
              <a:defRPr sz="1800" b="0">
                <a:solidFill>
                  <a:srgbClr val="61736F"/>
                </a:solidFill>
                <a:latin typeface="Apple SD Gothic Neo"/>
                <a:ea typeface="Apple SD Gothic Neo"/>
                <a:cs typeface="Apple SD Gothic Neo"/>
              </a:defRPr>
            </a:pPr>
            <a:r>
              <a:rPr sz="1800" b="0">
                <a:solidFill>
                  <a:srgbClr val="61736F"/>
                </a:solidFill>
                <a:latin typeface="Apple SD Gothic Neo"/>
                <a:ea typeface="Apple SD Gothic Neo"/>
                <a:cs typeface="Apple SD Gothic Neo"/>
              </a:rPr>
              <a:t>경고·대피·위급과 행동 안내</a:t>
            </a:r>
          </a:p>
        </p:txBody>
      </p:sp>
      <p:sp>
        <p:nvSpPr>
          <p:cNvPr id="35" name="s1-34-text">
            <a:extLst xmlns:a="http://schemas.openxmlformats.org/drawingml/2006/main">
              <a:ext uri="{FF2B5EF4-FFF2-40B4-BE49-F238E27FC236}">
                <a16:creationId xmlns:a16="http://schemas.microsoft.com/office/drawing/2014/main" id="{2008C4F7-74C2-437D-B505-ABC0B84288FB}"/>
              </a:ext>
            </a:extLst>
          </p:cNvPr>
          <p:cNvSpPr>
            <a:spLocks xmlns:a="http://schemas.openxmlformats.org/drawingml/2006/main" noGrp="1"/>
          </p:cNvSpPr>
          <p:nvPr/>
        </p:nvSpPr>
        <p:spPr>
          <a:xfrm xmlns:a="http://schemas.openxmlformats.org/drawingml/2006/main">
            <a:off x="11601450" y="5667375"/>
            <a:ext cx="3095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61736F"/>
                </a:solidFill>
                <a:latin typeface="Apple SD Gothic Neo"/>
                <a:ea typeface="Apple SD Gothic Neo"/>
                <a:cs typeface="Apple SD Gothic Neo"/>
              </a:defRPr>
            </a:defPPr>
            <a:lvl1pPr algn="l">
              <a:defRPr sz="1800" b="0">
                <a:solidFill>
                  <a:srgbClr val="61736F"/>
                </a:solidFill>
                <a:latin typeface="Apple SD Gothic Neo"/>
                <a:ea typeface="Apple SD Gothic Neo"/>
                <a:cs typeface="Apple SD Gothic Neo"/>
              </a:defRPr>
            </a:lvl1pPr>
            <a:lvl2pPr algn="l">
              <a:defRPr sz="1800" b="0">
                <a:solidFill>
                  <a:srgbClr val="61736F"/>
                </a:solidFill>
                <a:latin typeface="Apple SD Gothic Neo"/>
                <a:ea typeface="Apple SD Gothic Neo"/>
                <a:cs typeface="Apple SD Gothic Neo"/>
              </a:defRPr>
            </a:lvl2pPr>
            <a:lvl3pPr algn="l">
              <a:defRPr sz="1800" b="0">
                <a:solidFill>
                  <a:srgbClr val="61736F"/>
                </a:solidFill>
                <a:latin typeface="Apple SD Gothic Neo"/>
                <a:ea typeface="Apple SD Gothic Neo"/>
                <a:cs typeface="Apple SD Gothic Neo"/>
              </a:defRPr>
            </a:lvl3pPr>
            <a:lvl4pPr algn="l">
              <a:defRPr sz="1800" b="0">
                <a:solidFill>
                  <a:srgbClr val="61736F"/>
                </a:solidFill>
                <a:latin typeface="Apple SD Gothic Neo"/>
                <a:ea typeface="Apple SD Gothic Neo"/>
                <a:cs typeface="Apple SD Gothic Neo"/>
              </a:defRPr>
            </a:lvl4pPr>
            <a:lvl5pPr algn="l">
              <a:defRPr sz="1800" b="0">
                <a:solidFill>
                  <a:srgbClr val="61736F"/>
                </a:solidFill>
                <a:latin typeface="Apple SD Gothic Neo"/>
                <a:ea typeface="Apple SD Gothic Neo"/>
                <a:cs typeface="Apple SD Gothic Neo"/>
              </a:defRPr>
            </a:lvl5pPr>
            <a:lvl6pPr algn="l">
              <a:defRPr sz="1800" b="0">
                <a:solidFill>
                  <a:srgbClr val="61736F"/>
                </a:solidFill>
                <a:latin typeface="Apple SD Gothic Neo"/>
                <a:ea typeface="Apple SD Gothic Neo"/>
                <a:cs typeface="Apple SD Gothic Neo"/>
              </a:defRPr>
            </a:lvl6pPr>
            <a:lvl7pPr algn="l">
              <a:defRPr sz="1800" b="0">
                <a:solidFill>
                  <a:srgbClr val="61736F"/>
                </a:solidFill>
                <a:latin typeface="Apple SD Gothic Neo"/>
                <a:ea typeface="Apple SD Gothic Neo"/>
                <a:cs typeface="Apple SD Gothic Neo"/>
              </a:defRPr>
            </a:lvl7pPr>
            <a:lvl8pPr algn="l">
              <a:defRPr sz="1800" b="0">
                <a:solidFill>
                  <a:srgbClr val="61736F"/>
                </a:solidFill>
                <a:latin typeface="Apple SD Gothic Neo"/>
                <a:ea typeface="Apple SD Gothic Neo"/>
                <a:cs typeface="Apple SD Gothic Neo"/>
              </a:defRPr>
            </a:lvl8pPr>
            <a:lvl9pPr algn="l">
              <a:defRPr sz="1800" b="0">
                <a:solidFill>
                  <a:srgbClr val="61736F"/>
                </a:solidFill>
                <a:latin typeface="Apple SD Gothic Neo"/>
                <a:ea typeface="Apple SD Gothic Neo"/>
                <a:cs typeface="Apple SD Gothic Neo"/>
              </a:defRPr>
            </a:lvl9pPr>
          </a:lstStyle>
          <a:p xmlns:a="http://schemas.openxmlformats.org/drawingml/2006/main">
            <a:pPr algn="l">
              <a:defRPr sz="1800" b="0">
                <a:solidFill>
                  <a:srgbClr val="61736F"/>
                </a:solidFill>
                <a:latin typeface="Apple SD Gothic Neo"/>
                <a:ea typeface="Apple SD Gothic Neo"/>
                <a:cs typeface="Apple SD Gothic Neo"/>
              </a:defRPr>
            </a:pPr>
            <a:r>
              <a:rPr sz="1800" b="0">
                <a:solidFill>
                  <a:srgbClr val="61736F"/>
                </a:solidFill>
                <a:latin typeface="Apple SD Gothic Neo"/>
                <a:ea typeface="Apple SD Gothic Neo"/>
                <a:cs typeface="Apple SD Gothic Neo"/>
              </a:rPr>
              <a:t>새 입력에 맞춰 다시 평가</a:t>
            </a:r>
          </a:p>
        </p:txBody>
      </p:sp>
      <p:sp>
        <p:nvSpPr>
          <p:cNvPr id="36" name="s1-35-rect">
            <a:extLst xmlns:a="http://schemas.openxmlformats.org/drawingml/2006/main">
              <a:ext uri="{FF2B5EF4-FFF2-40B4-BE49-F238E27FC236}">
                <a16:creationId xmlns:a16="http://schemas.microsoft.com/office/drawing/2014/main" id="{B539A14D-A9EF-49FF-B7F8-656C9913D4F8}"/>
              </a:ext>
            </a:extLst>
          </p:cNvPr>
          <p:cNvSpPr>
            <a:spLocks xmlns:a="http://schemas.openxmlformats.org/drawingml/2006/main" noGrp="1"/>
          </p:cNvSpPr>
          <p:nvPr/>
        </p:nvSpPr>
        <p:spPr>
          <a:xfrm xmlns:a="http://schemas.openxmlformats.org/drawingml/2006/main">
            <a:off x="685800" y="3667125"/>
            <a:ext cx="2952750" cy="1409700"/>
          </a:xfrm>
          <a:prstGeom xmlns:a="http://schemas.openxmlformats.org/drawingml/2006/main" prst="roundRect">
            <a:avLst>
              <a:gd name="adj" fmla="val 14865"/>
            </a:avLst>
          </a:prstGeom>
          <a:solidFill xmlns:a="http://schemas.openxmlformats.org/drawingml/2006/main">
            <a:srgbClr val="E7F1E8"/>
          </a:solidFill>
          <a:ln xmlns:a="http://schemas.openxmlformats.org/drawingml/2006/main" w="9525">
            <a:noFill/>
            <a:prstDash val="solid"/>
          </a:ln>
        </p:spPr>
      </p:sp>
      <p:sp>
        <p:nvSpPr>
          <p:cNvPr id="37" name="s1-36-rect">
            <a:extLst xmlns:a="http://schemas.openxmlformats.org/drawingml/2006/main">
              <a:ext uri="{FF2B5EF4-FFF2-40B4-BE49-F238E27FC236}">
                <a16:creationId xmlns:a16="http://schemas.microsoft.com/office/drawing/2014/main" id="{71A1E4A9-D7A2-47CB-88EC-075737E330DB}"/>
              </a:ext>
            </a:extLst>
          </p:cNvPr>
          <p:cNvSpPr>
            <a:spLocks xmlns:a="http://schemas.openxmlformats.org/drawingml/2006/main" noGrp="1"/>
          </p:cNvSpPr>
          <p:nvPr/>
        </p:nvSpPr>
        <p:spPr>
          <a:xfrm xmlns:a="http://schemas.openxmlformats.org/drawingml/2006/main">
            <a:off x="4324350" y="3667125"/>
            <a:ext cx="2952750" cy="1409700"/>
          </a:xfrm>
          <a:prstGeom xmlns:a="http://schemas.openxmlformats.org/drawingml/2006/main" prst="roundRect">
            <a:avLst>
              <a:gd name="adj" fmla="val 14865"/>
            </a:avLst>
          </a:prstGeom>
          <a:solidFill xmlns:a="http://schemas.openxmlformats.org/drawingml/2006/main">
            <a:srgbClr val="E6F1F2"/>
          </a:solidFill>
          <a:ln xmlns:a="http://schemas.openxmlformats.org/drawingml/2006/main" w="9525">
            <a:noFill/>
            <a:prstDash val="solid"/>
          </a:ln>
        </p:spPr>
      </p:sp>
      <p:sp>
        <p:nvSpPr>
          <p:cNvPr id="38" name="s1-37-rect">
            <a:extLst xmlns:a="http://schemas.openxmlformats.org/drawingml/2006/main">
              <a:ext uri="{FF2B5EF4-FFF2-40B4-BE49-F238E27FC236}">
                <a16:creationId xmlns:a16="http://schemas.microsoft.com/office/drawing/2014/main" id="{DF4B3B4C-CCE5-486C-8218-AB7204BC279D}"/>
              </a:ext>
            </a:extLst>
          </p:cNvPr>
          <p:cNvSpPr>
            <a:spLocks xmlns:a="http://schemas.openxmlformats.org/drawingml/2006/main" noGrp="1"/>
          </p:cNvSpPr>
          <p:nvPr/>
        </p:nvSpPr>
        <p:spPr>
          <a:xfrm xmlns:a="http://schemas.openxmlformats.org/drawingml/2006/main">
            <a:off x="7962900" y="3667125"/>
            <a:ext cx="2952750" cy="1409700"/>
          </a:xfrm>
          <a:prstGeom xmlns:a="http://schemas.openxmlformats.org/drawingml/2006/main" prst="roundRect">
            <a:avLst>
              <a:gd name="adj" fmla="val 14865"/>
            </a:avLst>
          </a:prstGeom>
          <a:solidFill xmlns:a="http://schemas.openxmlformats.org/drawingml/2006/main">
            <a:srgbClr val="F8EDDD"/>
          </a:solidFill>
          <a:ln xmlns:a="http://schemas.openxmlformats.org/drawingml/2006/main" w="9525">
            <a:noFill/>
            <a:prstDash val="solid"/>
          </a:ln>
        </p:spPr>
      </p:sp>
      <p:sp>
        <p:nvSpPr>
          <p:cNvPr id="39" name="s1-38-rect">
            <a:extLst xmlns:a="http://schemas.openxmlformats.org/drawingml/2006/main">
              <a:ext uri="{FF2B5EF4-FFF2-40B4-BE49-F238E27FC236}">
                <a16:creationId xmlns:a16="http://schemas.microsoft.com/office/drawing/2014/main" id="{76B97118-5ECE-4114-B48F-DC10A11A6B30}"/>
              </a:ext>
            </a:extLst>
          </p:cNvPr>
          <p:cNvSpPr>
            <a:spLocks xmlns:a="http://schemas.openxmlformats.org/drawingml/2006/main" noGrp="1"/>
          </p:cNvSpPr>
          <p:nvPr/>
        </p:nvSpPr>
        <p:spPr>
          <a:xfrm xmlns:a="http://schemas.openxmlformats.org/drawingml/2006/main">
            <a:off x="11601450" y="3667125"/>
            <a:ext cx="2952750" cy="1409700"/>
          </a:xfrm>
          <a:prstGeom xmlns:a="http://schemas.openxmlformats.org/drawingml/2006/main" prst="roundRect">
            <a:avLst>
              <a:gd name="adj" fmla="val 14865"/>
            </a:avLst>
          </a:prstGeom>
          <a:solidFill xmlns:a="http://schemas.openxmlformats.org/drawingml/2006/main">
            <a:srgbClr val="FBEDE8"/>
          </a:solidFill>
          <a:ln xmlns:a="http://schemas.openxmlformats.org/drawingml/2006/main" w="9525">
            <a:noFill/>
            <a:prstDash val="solid"/>
          </a:ln>
        </p:spPr>
      </p:sp>
      <p:sp>
        <p:nvSpPr>
          <p:cNvPr id="40" name="s1-39-rect">
            <a:extLst xmlns:a="http://schemas.openxmlformats.org/drawingml/2006/main">
              <a:ext uri="{FF2B5EF4-FFF2-40B4-BE49-F238E27FC236}">
                <a16:creationId xmlns:a16="http://schemas.microsoft.com/office/drawing/2014/main" id="{16171694-D334-4055-8BBD-B808FD249787}"/>
              </a:ext>
            </a:extLst>
          </p:cNvPr>
          <p:cNvSpPr>
            <a:spLocks xmlns:a="http://schemas.openxmlformats.org/drawingml/2006/main" noGrp="1"/>
          </p:cNvSpPr>
          <p:nvPr/>
        </p:nvSpPr>
        <p:spPr>
          <a:xfrm xmlns:a="http://schemas.openxmlformats.org/drawingml/2006/main">
            <a:off x="1167003" y="3917918"/>
            <a:ext cx="535877" cy="683705"/>
          </a:xfrm>
          <a:prstGeom xmlns:a="http://schemas.openxmlformats.org/drawingml/2006/main" prst="roundRect">
            <a:avLst>
              <a:gd name="adj" fmla="val 12069"/>
            </a:avLst>
          </a:prstGeom>
          <a:solidFill xmlns:a="http://schemas.openxmlformats.org/drawingml/2006/main">
            <a:srgbClr val="E7F1E8"/>
          </a:solidFill>
          <a:ln xmlns:a="http://schemas.openxmlformats.org/drawingml/2006/main" w="9525">
            <a:noFill/>
            <a:prstDash val="solid"/>
          </a:ln>
        </p:spPr>
      </p:sp>
      <p:sp>
        <p:nvSpPr>
          <p:cNvPr id="41" name="s1-40-rect">
            <a:extLst xmlns:a="http://schemas.openxmlformats.org/drawingml/2006/main">
              <a:ext uri="{FF2B5EF4-FFF2-40B4-BE49-F238E27FC236}">
                <a16:creationId xmlns:a16="http://schemas.microsoft.com/office/drawing/2014/main" id="{664FDFB8-0C8E-46ED-8645-739DC178AE52}"/>
              </a:ext>
            </a:extLst>
          </p:cNvPr>
          <p:cNvSpPr>
            <a:spLocks xmlns:a="http://schemas.openxmlformats.org/drawingml/2006/main" noGrp="1"/>
          </p:cNvSpPr>
          <p:nvPr/>
        </p:nvSpPr>
        <p:spPr>
          <a:xfrm xmlns:a="http://schemas.openxmlformats.org/drawingml/2006/main">
            <a:off x="1093089" y="3973354"/>
            <a:ext cx="535877" cy="683705"/>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18479">
            <a:solidFill>
              <a:srgbClr val="DAE3DC"/>
            </a:solidFill>
            <a:prstDash val="solid"/>
          </a:ln>
        </p:spPr>
      </p:sp>
      <p:sp>
        <p:nvSpPr>
          <p:cNvPr id="42" name="s1-41-rect">
            <a:extLst xmlns:a="http://schemas.openxmlformats.org/drawingml/2006/main">
              <a:ext uri="{FF2B5EF4-FFF2-40B4-BE49-F238E27FC236}">
                <a16:creationId xmlns:a16="http://schemas.microsoft.com/office/drawing/2014/main" id="{5D5D365D-8913-43A2-B55B-DBF0732A1F8A}"/>
              </a:ext>
            </a:extLst>
          </p:cNvPr>
          <p:cNvSpPr>
            <a:spLocks xmlns:a="http://schemas.openxmlformats.org/drawingml/2006/main" noGrp="1"/>
          </p:cNvSpPr>
          <p:nvPr/>
        </p:nvSpPr>
        <p:spPr>
          <a:xfrm xmlns:a="http://schemas.openxmlformats.org/drawingml/2006/main">
            <a:off x="1019175" y="4019550"/>
            <a:ext cx="535877" cy="683705"/>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27718">
            <a:solidFill>
              <a:srgbClr val="1C7055"/>
            </a:solidFill>
            <a:prstDash val="solid"/>
          </a:ln>
        </p:spPr>
      </p:sp>
      <p:sp>
        <p:nvSpPr>
          <p:cNvPr id="43" name="s1-42-poly">
            <a:extLst xmlns:a="http://schemas.openxmlformats.org/drawingml/2006/main">
              <a:ext uri="{FF2B5EF4-FFF2-40B4-BE49-F238E27FC236}">
                <a16:creationId xmlns:a16="http://schemas.microsoft.com/office/drawing/2014/main" id="{3295B149-FC25-407D-BCC0-C8A01A2656FE}"/>
              </a:ext>
            </a:extLst>
          </p:cNvPr>
          <p:cNvSpPr>
            <a:spLocks xmlns:a="http://schemas.openxmlformats.org/drawingml/2006/main" noGrp="1"/>
          </p:cNvSpPr>
          <p:nvPr/>
        </p:nvSpPr>
        <p:spPr>
          <a:xfrm xmlns:a="http://schemas.openxmlformats.org/drawingml/2006/main">
            <a:off x="1139285" y="4232053"/>
            <a:ext cx="295656" cy="9525"/>
          </a:xfrm>
          <a:custGeom xmlns:a="http://schemas.openxmlformats.org/drawingml/2006/main">
            <a:pathLst>
              <a:path w="295656" h="9525">
                <a:moveTo>
                  <a:pt x="0" y="0"/>
                </a:moveTo>
                <a:lnTo>
                  <a:pt x="295656" y="0"/>
                </a:lnTo>
              </a:path>
            </a:pathLst>
          </a:custGeom>
          <a:noFill xmlns:a="http://schemas.openxmlformats.org/drawingml/2006/main"/>
          <a:ln xmlns:a="http://schemas.openxmlformats.org/drawingml/2006/main" w="27718">
            <a:solidFill>
              <a:srgbClr val="1C7055"/>
            </a:solidFill>
            <a:prstDash val="solid"/>
          </a:ln>
        </p:spPr>
      </p:sp>
      <p:sp>
        <p:nvSpPr>
          <p:cNvPr id="44" name="s1-43-poly">
            <a:extLst xmlns:a="http://schemas.openxmlformats.org/drawingml/2006/main">
              <a:ext uri="{FF2B5EF4-FFF2-40B4-BE49-F238E27FC236}">
                <a16:creationId xmlns:a16="http://schemas.microsoft.com/office/drawing/2014/main" id="{7DC132E1-F7AB-45FA-A245-C87E89466C7A}"/>
              </a:ext>
            </a:extLst>
          </p:cNvPr>
          <p:cNvSpPr>
            <a:spLocks xmlns:a="http://schemas.openxmlformats.org/drawingml/2006/main" noGrp="1"/>
          </p:cNvSpPr>
          <p:nvPr/>
        </p:nvSpPr>
        <p:spPr>
          <a:xfrm xmlns:a="http://schemas.openxmlformats.org/drawingml/2006/main">
            <a:off x="1139285" y="4352163"/>
            <a:ext cx="295656" cy="9525"/>
          </a:xfrm>
          <a:custGeom xmlns:a="http://schemas.openxmlformats.org/drawingml/2006/main">
            <a:pathLst>
              <a:path w="295656" h="9525">
                <a:moveTo>
                  <a:pt x="0" y="0"/>
                </a:moveTo>
                <a:lnTo>
                  <a:pt x="295656" y="0"/>
                </a:lnTo>
              </a:path>
            </a:pathLst>
          </a:custGeom>
          <a:noFill xmlns:a="http://schemas.openxmlformats.org/drawingml/2006/main"/>
          <a:ln xmlns:a="http://schemas.openxmlformats.org/drawingml/2006/main" w="27718">
            <a:solidFill>
              <a:srgbClr val="1C7055"/>
            </a:solidFill>
            <a:prstDash val="solid"/>
          </a:ln>
        </p:spPr>
      </p:sp>
      <p:sp>
        <p:nvSpPr>
          <p:cNvPr id="45" name="s1-44-poly">
            <a:extLst xmlns:a="http://schemas.openxmlformats.org/drawingml/2006/main">
              <a:ext uri="{FF2B5EF4-FFF2-40B4-BE49-F238E27FC236}">
                <a16:creationId xmlns:a16="http://schemas.microsoft.com/office/drawing/2014/main" id="{299E548F-774E-495A-AFCF-EA24D71226BF}"/>
              </a:ext>
            </a:extLst>
          </p:cNvPr>
          <p:cNvSpPr>
            <a:spLocks xmlns:a="http://schemas.openxmlformats.org/drawingml/2006/main" noGrp="1"/>
          </p:cNvSpPr>
          <p:nvPr/>
        </p:nvSpPr>
        <p:spPr>
          <a:xfrm xmlns:a="http://schemas.openxmlformats.org/drawingml/2006/main">
            <a:off x="1139285" y="4472273"/>
            <a:ext cx="212503" cy="9525"/>
          </a:xfrm>
          <a:custGeom xmlns:a="http://schemas.openxmlformats.org/drawingml/2006/main">
            <a:pathLst>
              <a:path w="212503" h="9525">
                <a:moveTo>
                  <a:pt x="0" y="0"/>
                </a:moveTo>
                <a:lnTo>
                  <a:pt x="212503" y="0"/>
                </a:lnTo>
              </a:path>
            </a:pathLst>
          </a:custGeom>
          <a:noFill xmlns:a="http://schemas.openxmlformats.org/drawingml/2006/main"/>
          <a:ln xmlns:a="http://schemas.openxmlformats.org/drawingml/2006/main" w="27718">
            <a:solidFill>
              <a:srgbClr val="1C7055"/>
            </a:solidFill>
            <a:prstDash val="solid"/>
          </a:ln>
        </p:spPr>
      </p:sp>
      <p:sp>
        <p:nvSpPr>
          <p:cNvPr id="46" name="s1-45-text">
            <a:extLst xmlns:a="http://schemas.openxmlformats.org/drawingml/2006/main">
              <a:ext uri="{FF2B5EF4-FFF2-40B4-BE49-F238E27FC236}">
                <a16:creationId xmlns:a16="http://schemas.microsoft.com/office/drawing/2014/main" id="{A9A2FCE5-4772-43BD-9E80-8CD8B013E46C}"/>
              </a:ext>
            </a:extLst>
          </p:cNvPr>
          <p:cNvSpPr>
            <a:spLocks xmlns:a="http://schemas.openxmlformats.org/drawingml/2006/main" noGrp="1"/>
          </p:cNvSpPr>
          <p:nvPr/>
        </p:nvSpPr>
        <p:spPr>
          <a:xfrm xmlns:a="http://schemas.openxmlformats.org/drawingml/2006/main">
            <a:off x="1924050" y="4029075"/>
            <a:ext cx="1543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1C7055"/>
                </a:solidFill>
                <a:latin typeface="Apple SD Gothic Neo"/>
                <a:ea typeface="Apple SD Gothic Neo"/>
                <a:cs typeface="Apple SD Gothic Neo"/>
              </a:defRPr>
            </a:defPPr>
            <a:lvl1pPr algn="l">
              <a:defRPr sz="1875" b="1">
                <a:solidFill>
                  <a:srgbClr val="1C7055"/>
                </a:solidFill>
                <a:latin typeface="Apple SD Gothic Neo"/>
                <a:ea typeface="Apple SD Gothic Neo"/>
                <a:cs typeface="Apple SD Gothic Neo"/>
              </a:defRPr>
            </a:lvl1pPr>
            <a:lvl2pPr algn="l">
              <a:defRPr sz="1875" b="1">
                <a:solidFill>
                  <a:srgbClr val="1C7055"/>
                </a:solidFill>
                <a:latin typeface="Apple SD Gothic Neo"/>
                <a:ea typeface="Apple SD Gothic Neo"/>
                <a:cs typeface="Apple SD Gothic Neo"/>
              </a:defRPr>
            </a:lvl2pPr>
            <a:lvl3pPr algn="l">
              <a:defRPr sz="1875" b="1">
                <a:solidFill>
                  <a:srgbClr val="1C7055"/>
                </a:solidFill>
                <a:latin typeface="Apple SD Gothic Neo"/>
                <a:ea typeface="Apple SD Gothic Neo"/>
                <a:cs typeface="Apple SD Gothic Neo"/>
              </a:defRPr>
            </a:lvl3pPr>
            <a:lvl4pPr algn="l">
              <a:defRPr sz="1875" b="1">
                <a:solidFill>
                  <a:srgbClr val="1C7055"/>
                </a:solidFill>
                <a:latin typeface="Apple SD Gothic Neo"/>
                <a:ea typeface="Apple SD Gothic Neo"/>
                <a:cs typeface="Apple SD Gothic Neo"/>
              </a:defRPr>
            </a:lvl4pPr>
            <a:lvl5pPr algn="l">
              <a:defRPr sz="1875" b="1">
                <a:solidFill>
                  <a:srgbClr val="1C7055"/>
                </a:solidFill>
                <a:latin typeface="Apple SD Gothic Neo"/>
                <a:ea typeface="Apple SD Gothic Neo"/>
                <a:cs typeface="Apple SD Gothic Neo"/>
              </a:defRPr>
            </a:lvl5pPr>
            <a:lvl6pPr algn="l">
              <a:defRPr sz="1875" b="1">
                <a:solidFill>
                  <a:srgbClr val="1C7055"/>
                </a:solidFill>
                <a:latin typeface="Apple SD Gothic Neo"/>
                <a:ea typeface="Apple SD Gothic Neo"/>
                <a:cs typeface="Apple SD Gothic Neo"/>
              </a:defRPr>
            </a:lvl6pPr>
            <a:lvl7pPr algn="l">
              <a:defRPr sz="1875" b="1">
                <a:solidFill>
                  <a:srgbClr val="1C7055"/>
                </a:solidFill>
                <a:latin typeface="Apple SD Gothic Neo"/>
                <a:ea typeface="Apple SD Gothic Neo"/>
                <a:cs typeface="Apple SD Gothic Neo"/>
              </a:defRPr>
            </a:lvl7pPr>
            <a:lvl8pPr algn="l">
              <a:defRPr sz="1875" b="1">
                <a:solidFill>
                  <a:srgbClr val="1C7055"/>
                </a:solidFill>
                <a:latin typeface="Apple SD Gothic Neo"/>
                <a:ea typeface="Apple SD Gothic Neo"/>
                <a:cs typeface="Apple SD Gothic Neo"/>
              </a:defRPr>
            </a:lvl8pPr>
            <a:lvl9pPr algn="l">
              <a:defRPr sz="1875" b="1">
                <a:solidFill>
                  <a:srgbClr val="1C7055"/>
                </a:solidFill>
                <a:latin typeface="Apple SD Gothic Neo"/>
                <a:ea typeface="Apple SD Gothic Neo"/>
                <a:cs typeface="Apple SD Gothic Neo"/>
              </a:defRPr>
            </a:lvl9pPr>
          </a:lstStyle>
          <a:p xmlns:a="http://schemas.openxmlformats.org/drawingml/2006/main">
            <a:pPr algn="l">
              <a:defRPr sz="1875" b="1">
                <a:solidFill>
                  <a:srgbClr val="1C7055"/>
                </a:solidFill>
                <a:latin typeface="Apple SD Gothic Neo"/>
                <a:ea typeface="Apple SD Gothic Neo"/>
                <a:cs typeface="Apple SD Gothic Neo"/>
              </a:defRPr>
            </a:pPr>
            <a:r>
              <a:rPr sz="1875" b="1">
                <a:solidFill>
                  <a:srgbClr val="1C7055"/>
                </a:solidFill>
                <a:latin typeface="Apple SD Gothic Neo"/>
                <a:ea typeface="Apple SD Gothic Neo"/>
                <a:cs typeface="Apple SD Gothic Neo"/>
              </a:rPr>
              <a:t>시연 자료</a:t>
            </a:r>
          </a:p>
        </p:txBody>
      </p:sp>
      <p:sp>
        <p:nvSpPr>
          <p:cNvPr id="47" name="s1-46-text">
            <a:extLst xmlns:a="http://schemas.openxmlformats.org/drawingml/2006/main">
              <a:ext uri="{FF2B5EF4-FFF2-40B4-BE49-F238E27FC236}">
                <a16:creationId xmlns:a16="http://schemas.microsoft.com/office/drawing/2014/main" id="{C304EE70-AE39-4E26-B92C-C4922AD8E982}"/>
              </a:ext>
            </a:extLst>
          </p:cNvPr>
          <p:cNvSpPr>
            <a:spLocks xmlns:a="http://schemas.openxmlformats.org/drawingml/2006/main" noGrp="1"/>
          </p:cNvSpPr>
          <p:nvPr/>
        </p:nvSpPr>
        <p:spPr>
          <a:xfrm xmlns:a="http://schemas.openxmlformats.org/drawingml/2006/main">
            <a:off x="1924050" y="4400550"/>
            <a:ext cx="1562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1736F"/>
                </a:solidFill>
                <a:latin typeface="Apple SD Gothic Neo"/>
                <a:ea typeface="Apple SD Gothic Neo"/>
                <a:cs typeface="Apple SD Gothic Neo"/>
              </a:defRPr>
            </a:defPPr>
            <a:lvl1pPr algn="l">
              <a:defRPr sz="1650" b="0">
                <a:solidFill>
                  <a:srgbClr val="61736F"/>
                </a:solidFill>
                <a:latin typeface="Apple SD Gothic Neo"/>
                <a:ea typeface="Apple SD Gothic Neo"/>
                <a:cs typeface="Apple SD Gothic Neo"/>
              </a:defRPr>
            </a:lvl1pPr>
            <a:lvl2pPr algn="l">
              <a:defRPr sz="1650" b="0">
                <a:solidFill>
                  <a:srgbClr val="61736F"/>
                </a:solidFill>
                <a:latin typeface="Apple SD Gothic Neo"/>
                <a:ea typeface="Apple SD Gothic Neo"/>
                <a:cs typeface="Apple SD Gothic Neo"/>
              </a:defRPr>
            </a:lvl2pPr>
            <a:lvl3pPr algn="l">
              <a:defRPr sz="1650" b="0">
                <a:solidFill>
                  <a:srgbClr val="61736F"/>
                </a:solidFill>
                <a:latin typeface="Apple SD Gothic Neo"/>
                <a:ea typeface="Apple SD Gothic Neo"/>
                <a:cs typeface="Apple SD Gothic Neo"/>
              </a:defRPr>
            </a:lvl3pPr>
            <a:lvl4pPr algn="l">
              <a:defRPr sz="1650" b="0">
                <a:solidFill>
                  <a:srgbClr val="61736F"/>
                </a:solidFill>
                <a:latin typeface="Apple SD Gothic Neo"/>
                <a:ea typeface="Apple SD Gothic Neo"/>
                <a:cs typeface="Apple SD Gothic Neo"/>
              </a:defRPr>
            </a:lvl4pPr>
            <a:lvl5pPr algn="l">
              <a:defRPr sz="1650" b="0">
                <a:solidFill>
                  <a:srgbClr val="61736F"/>
                </a:solidFill>
                <a:latin typeface="Apple SD Gothic Neo"/>
                <a:ea typeface="Apple SD Gothic Neo"/>
                <a:cs typeface="Apple SD Gothic Neo"/>
              </a:defRPr>
            </a:lvl5pPr>
            <a:lvl6pPr algn="l">
              <a:defRPr sz="1650" b="0">
                <a:solidFill>
                  <a:srgbClr val="61736F"/>
                </a:solidFill>
                <a:latin typeface="Apple SD Gothic Neo"/>
                <a:ea typeface="Apple SD Gothic Neo"/>
                <a:cs typeface="Apple SD Gothic Neo"/>
              </a:defRPr>
            </a:lvl6pPr>
            <a:lvl7pPr algn="l">
              <a:defRPr sz="1650" b="0">
                <a:solidFill>
                  <a:srgbClr val="61736F"/>
                </a:solidFill>
                <a:latin typeface="Apple SD Gothic Neo"/>
                <a:ea typeface="Apple SD Gothic Neo"/>
                <a:cs typeface="Apple SD Gothic Neo"/>
              </a:defRPr>
            </a:lvl7pPr>
            <a:lvl8pPr algn="l">
              <a:defRPr sz="1650" b="0">
                <a:solidFill>
                  <a:srgbClr val="61736F"/>
                </a:solidFill>
                <a:latin typeface="Apple SD Gothic Neo"/>
                <a:ea typeface="Apple SD Gothic Neo"/>
                <a:cs typeface="Apple SD Gothic Neo"/>
              </a:defRPr>
            </a:lvl8pPr>
            <a:lvl9pPr algn="l">
              <a:defRPr sz="1650" b="0">
                <a:solidFill>
                  <a:srgbClr val="61736F"/>
                </a:solidFill>
                <a:latin typeface="Apple SD Gothic Neo"/>
                <a:ea typeface="Apple SD Gothic Neo"/>
                <a:cs typeface="Apple SD Gothic Neo"/>
              </a:defRPr>
            </a:lvl9pPr>
          </a:lstStyle>
          <a:p xmlns:a="http://schemas.openxmlformats.org/drawingml/2006/main">
            <a:pPr algn="l">
              <a:defRPr sz="1650" b="0">
                <a:solidFill>
                  <a:srgbClr val="61736F"/>
                </a:solidFill>
                <a:latin typeface="Apple SD Gothic Neo"/>
                <a:ea typeface="Apple SD Gothic Neo"/>
                <a:cs typeface="Apple SD Gothic Neo"/>
              </a:defRPr>
            </a:pPr>
            <a:r>
              <a:rPr sz="1650" b="0">
                <a:solidFill>
                  <a:srgbClr val="61736F"/>
                </a:solidFill>
                <a:latin typeface="Apple SD Gothic Neo"/>
                <a:ea typeface="Apple SD Gothic Neo"/>
                <a:cs typeface="Apple SD Gothic Neo"/>
              </a:rPr>
              <a:t>수신 API</a:t>
            </a:r>
          </a:p>
        </p:txBody>
      </p:sp>
      <p:sp>
        <p:nvSpPr>
          <p:cNvPr id="48" name="s1-47-ellipse">
            <a:extLst xmlns:a="http://schemas.openxmlformats.org/drawingml/2006/main">
              <a:ext uri="{FF2B5EF4-FFF2-40B4-BE49-F238E27FC236}">
                <a16:creationId xmlns:a16="http://schemas.microsoft.com/office/drawing/2014/main" id="{6A2C2CBA-C589-4490-9D7A-E4DC94DE5837}"/>
              </a:ext>
            </a:extLst>
          </p:cNvPr>
          <p:cNvSpPr>
            <a:spLocks xmlns:a="http://schemas.openxmlformats.org/drawingml/2006/main" noGrp="1"/>
          </p:cNvSpPr>
          <p:nvPr/>
        </p:nvSpPr>
        <p:spPr>
          <a:xfrm xmlns:a="http://schemas.openxmlformats.org/drawingml/2006/main">
            <a:off x="4692968" y="4121468"/>
            <a:ext cx="434340" cy="434340"/>
          </a:xfrm>
          <a:prstGeom xmlns:a="http://schemas.openxmlformats.org/drawingml/2006/main" prst="ellipse">
            <a:avLst/>
          </a:prstGeom>
          <a:noFill xmlns:a="http://schemas.openxmlformats.org/drawingml/2006/main"/>
          <a:ln xmlns:a="http://schemas.openxmlformats.org/drawingml/2006/main" w="45244">
            <a:solidFill>
              <a:srgbClr val="146C76"/>
            </a:solidFill>
            <a:prstDash val="solid"/>
          </a:ln>
        </p:spPr>
      </p:sp>
      <p:sp>
        <p:nvSpPr>
          <p:cNvPr id="49" name="s1-48-poly">
            <a:extLst xmlns:a="http://schemas.openxmlformats.org/drawingml/2006/main">
              <a:ext uri="{FF2B5EF4-FFF2-40B4-BE49-F238E27FC236}">
                <a16:creationId xmlns:a16="http://schemas.microsoft.com/office/drawing/2014/main" id="{81FE9938-0872-49BA-93D5-23CD160F037B}"/>
              </a:ext>
            </a:extLst>
          </p:cNvPr>
          <p:cNvSpPr>
            <a:spLocks xmlns:a="http://schemas.openxmlformats.org/drawingml/2006/main" noGrp="1"/>
          </p:cNvSpPr>
          <p:nvPr/>
        </p:nvSpPr>
        <p:spPr>
          <a:xfrm xmlns:a="http://schemas.openxmlformats.org/drawingml/2006/main">
            <a:off x="5063966" y="4501515"/>
            <a:ext cx="199072" cy="199072"/>
          </a:xfrm>
          <a:custGeom xmlns:a="http://schemas.openxmlformats.org/drawingml/2006/main">
            <a:pathLst>
              <a:path w="199072" h="199072">
                <a:moveTo>
                  <a:pt x="0" y="0"/>
                </a:moveTo>
                <a:lnTo>
                  <a:pt x="199072" y="199072"/>
                </a:lnTo>
              </a:path>
            </a:pathLst>
          </a:custGeom>
          <a:noFill xmlns:a="http://schemas.openxmlformats.org/drawingml/2006/main"/>
          <a:ln xmlns:a="http://schemas.openxmlformats.org/drawingml/2006/main" w="54292">
            <a:solidFill>
              <a:srgbClr val="146C76"/>
            </a:solidFill>
            <a:prstDash val="solid"/>
          </a:ln>
        </p:spPr>
      </p:sp>
      <p:sp>
        <p:nvSpPr>
          <p:cNvPr id="50" name="s1-49-ellipse">
            <a:extLst xmlns:a="http://schemas.openxmlformats.org/drawingml/2006/main">
              <a:ext uri="{FF2B5EF4-FFF2-40B4-BE49-F238E27FC236}">
                <a16:creationId xmlns:a16="http://schemas.microsoft.com/office/drawing/2014/main" id="{2929ADC9-D318-41F8-BD18-CA009A92FFE8}"/>
              </a:ext>
            </a:extLst>
          </p:cNvPr>
          <p:cNvSpPr>
            <a:spLocks xmlns:a="http://schemas.openxmlformats.org/drawingml/2006/main" noGrp="1"/>
          </p:cNvSpPr>
          <p:nvPr/>
        </p:nvSpPr>
        <p:spPr>
          <a:xfrm xmlns:a="http://schemas.openxmlformats.org/drawingml/2006/main">
            <a:off x="4810601" y="4275296"/>
            <a:ext cx="54292" cy="54292"/>
          </a:xfrm>
          <a:prstGeom xmlns:a="http://schemas.openxmlformats.org/drawingml/2006/main" prst="ellipse">
            <a:avLst/>
          </a:prstGeom>
          <a:solidFill xmlns:a="http://schemas.openxmlformats.org/drawingml/2006/main">
            <a:srgbClr val="146C76"/>
          </a:solidFill>
          <a:ln xmlns:a="http://schemas.openxmlformats.org/drawingml/2006/main" w="9525">
            <a:noFill/>
            <a:prstDash val="solid"/>
          </a:ln>
        </p:spPr>
      </p:sp>
      <p:sp>
        <p:nvSpPr>
          <p:cNvPr id="51" name="s1-50-ellipse">
            <a:extLst xmlns:a="http://schemas.openxmlformats.org/drawingml/2006/main">
              <a:ext uri="{FF2B5EF4-FFF2-40B4-BE49-F238E27FC236}">
                <a16:creationId xmlns:a16="http://schemas.microsoft.com/office/drawing/2014/main" id="{6DA80973-202A-4522-977D-D3AA8F0F2DA1}"/>
              </a:ext>
            </a:extLst>
          </p:cNvPr>
          <p:cNvSpPr>
            <a:spLocks xmlns:a="http://schemas.openxmlformats.org/drawingml/2006/main" noGrp="1"/>
          </p:cNvSpPr>
          <p:nvPr/>
        </p:nvSpPr>
        <p:spPr>
          <a:xfrm xmlns:a="http://schemas.openxmlformats.org/drawingml/2006/main">
            <a:off x="4928235" y="4230053"/>
            <a:ext cx="54292" cy="54292"/>
          </a:xfrm>
          <a:prstGeom xmlns:a="http://schemas.openxmlformats.org/drawingml/2006/main" prst="ellipse">
            <a:avLst/>
          </a:prstGeom>
          <a:solidFill xmlns:a="http://schemas.openxmlformats.org/drawingml/2006/main">
            <a:srgbClr val="146C76"/>
          </a:solidFill>
          <a:ln xmlns:a="http://schemas.openxmlformats.org/drawingml/2006/main" w="9525">
            <a:noFill/>
            <a:prstDash val="solid"/>
          </a:ln>
        </p:spPr>
      </p:sp>
      <p:sp>
        <p:nvSpPr>
          <p:cNvPr id="52" name="s1-51-ellipse">
            <a:extLst xmlns:a="http://schemas.openxmlformats.org/drawingml/2006/main">
              <a:ext uri="{FF2B5EF4-FFF2-40B4-BE49-F238E27FC236}">
                <a16:creationId xmlns:a16="http://schemas.microsoft.com/office/drawing/2014/main" id="{1F15A9F4-92CB-4AA0-ACFB-0FE1CFB94871}"/>
              </a:ext>
            </a:extLst>
          </p:cNvPr>
          <p:cNvSpPr>
            <a:spLocks xmlns:a="http://schemas.openxmlformats.org/drawingml/2006/main" noGrp="1"/>
          </p:cNvSpPr>
          <p:nvPr/>
        </p:nvSpPr>
        <p:spPr>
          <a:xfrm xmlns:a="http://schemas.openxmlformats.org/drawingml/2006/main">
            <a:off x="4928235" y="4356735"/>
            <a:ext cx="54292" cy="54292"/>
          </a:xfrm>
          <a:prstGeom xmlns:a="http://schemas.openxmlformats.org/drawingml/2006/main" prst="ellipse">
            <a:avLst/>
          </a:prstGeom>
          <a:solidFill xmlns:a="http://schemas.openxmlformats.org/drawingml/2006/main">
            <a:srgbClr val="146C76"/>
          </a:solidFill>
          <a:ln xmlns:a="http://schemas.openxmlformats.org/drawingml/2006/main" w="9525">
            <a:noFill/>
            <a:prstDash val="solid"/>
          </a:ln>
        </p:spPr>
      </p:sp>
      <p:sp>
        <p:nvSpPr>
          <p:cNvPr id="53" name="s1-52-poly">
            <a:extLst xmlns:a="http://schemas.openxmlformats.org/drawingml/2006/main">
              <a:ext uri="{FF2B5EF4-FFF2-40B4-BE49-F238E27FC236}">
                <a16:creationId xmlns:a16="http://schemas.microsoft.com/office/drawing/2014/main" id="{E985A5EF-395D-444A-BCBD-D38F9C6FDB49}"/>
              </a:ext>
            </a:extLst>
          </p:cNvPr>
          <p:cNvSpPr>
            <a:spLocks xmlns:a="http://schemas.openxmlformats.org/drawingml/2006/main" noGrp="1"/>
          </p:cNvSpPr>
          <p:nvPr/>
        </p:nvSpPr>
        <p:spPr>
          <a:xfrm xmlns:a="http://schemas.openxmlformats.org/drawingml/2006/main">
            <a:off x="4837748" y="4257199"/>
            <a:ext cx="117634" cy="126683"/>
          </a:xfrm>
          <a:custGeom xmlns:a="http://schemas.openxmlformats.org/drawingml/2006/main">
            <a:pathLst>
              <a:path w="117634" h="126683">
                <a:moveTo>
                  <a:pt x="0" y="45244"/>
                </a:moveTo>
                <a:lnTo>
                  <a:pt x="117634" y="0"/>
                </a:lnTo>
                <a:lnTo>
                  <a:pt x="117634" y="126683"/>
                </a:lnTo>
                <a:lnTo>
                  <a:pt x="0" y="45244"/>
                </a:lnTo>
              </a:path>
            </a:pathLst>
          </a:custGeom>
          <a:noFill xmlns:a="http://schemas.openxmlformats.org/drawingml/2006/main"/>
          <a:ln xmlns:a="http://schemas.openxmlformats.org/drawingml/2006/main" w="18098">
            <a:solidFill>
              <a:srgbClr val="146C76"/>
            </a:solidFill>
            <a:prstDash val="solid"/>
          </a:ln>
        </p:spPr>
      </p:sp>
      <p:sp>
        <p:nvSpPr>
          <p:cNvPr id="54" name="s1-53-rect">
            <a:extLst xmlns:a="http://schemas.openxmlformats.org/drawingml/2006/main">
              <a:ext uri="{FF2B5EF4-FFF2-40B4-BE49-F238E27FC236}">
                <a16:creationId xmlns:a16="http://schemas.microsoft.com/office/drawing/2014/main" id="{C56A3429-0E5F-4AAB-9719-2D708546AE1D}"/>
              </a:ext>
            </a:extLst>
          </p:cNvPr>
          <p:cNvSpPr>
            <a:spLocks xmlns:a="http://schemas.openxmlformats.org/drawingml/2006/main" noGrp="1"/>
          </p:cNvSpPr>
          <p:nvPr/>
        </p:nvSpPr>
        <p:spPr>
          <a:xfrm xmlns:a="http://schemas.openxmlformats.org/drawingml/2006/main">
            <a:off x="5543550" y="3962400"/>
            <a:ext cx="475107" cy="606171"/>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24575">
            <a:solidFill>
              <a:srgbClr val="146C76"/>
            </a:solidFill>
            <a:prstDash val="solid"/>
          </a:ln>
        </p:spPr>
      </p:sp>
      <p:sp>
        <p:nvSpPr>
          <p:cNvPr id="55" name="s1-54-poly">
            <a:extLst xmlns:a="http://schemas.openxmlformats.org/drawingml/2006/main">
              <a:ext uri="{FF2B5EF4-FFF2-40B4-BE49-F238E27FC236}">
                <a16:creationId xmlns:a16="http://schemas.microsoft.com/office/drawing/2014/main" id="{9826A385-7BFC-4187-8128-988724AA05DC}"/>
              </a:ext>
            </a:extLst>
          </p:cNvPr>
          <p:cNvSpPr>
            <a:spLocks xmlns:a="http://schemas.openxmlformats.org/drawingml/2006/main" noGrp="1"/>
          </p:cNvSpPr>
          <p:nvPr/>
        </p:nvSpPr>
        <p:spPr>
          <a:xfrm xmlns:a="http://schemas.openxmlformats.org/drawingml/2006/main">
            <a:off x="5650039" y="4150804"/>
            <a:ext cx="262128" cy="9525"/>
          </a:xfrm>
          <a:custGeom xmlns:a="http://schemas.openxmlformats.org/drawingml/2006/main">
            <a:pathLst>
              <a:path w="262128" h="9525">
                <a:moveTo>
                  <a:pt x="0" y="0"/>
                </a:moveTo>
                <a:lnTo>
                  <a:pt x="262128" y="0"/>
                </a:lnTo>
              </a:path>
            </a:pathLst>
          </a:custGeom>
          <a:noFill xmlns:a="http://schemas.openxmlformats.org/drawingml/2006/main"/>
          <a:ln xmlns:a="http://schemas.openxmlformats.org/drawingml/2006/main" w="24575">
            <a:solidFill>
              <a:srgbClr val="146C76"/>
            </a:solidFill>
            <a:prstDash val="solid"/>
          </a:ln>
        </p:spPr>
      </p:sp>
      <p:sp>
        <p:nvSpPr>
          <p:cNvPr id="56" name="s1-55-poly">
            <a:extLst xmlns:a="http://schemas.openxmlformats.org/drawingml/2006/main">
              <a:ext uri="{FF2B5EF4-FFF2-40B4-BE49-F238E27FC236}">
                <a16:creationId xmlns:a16="http://schemas.microsoft.com/office/drawing/2014/main" id="{AE14964F-55A9-44AA-BEDF-7DB742AD96BF}"/>
              </a:ext>
            </a:extLst>
          </p:cNvPr>
          <p:cNvSpPr>
            <a:spLocks xmlns:a="http://schemas.openxmlformats.org/drawingml/2006/main" noGrp="1"/>
          </p:cNvSpPr>
          <p:nvPr/>
        </p:nvSpPr>
        <p:spPr>
          <a:xfrm xmlns:a="http://schemas.openxmlformats.org/drawingml/2006/main">
            <a:off x="5650039" y="4257294"/>
            <a:ext cx="262128" cy="9525"/>
          </a:xfrm>
          <a:custGeom xmlns:a="http://schemas.openxmlformats.org/drawingml/2006/main">
            <a:pathLst>
              <a:path w="262128" h="9525">
                <a:moveTo>
                  <a:pt x="0" y="0"/>
                </a:moveTo>
                <a:lnTo>
                  <a:pt x="262128" y="0"/>
                </a:lnTo>
              </a:path>
            </a:pathLst>
          </a:custGeom>
          <a:noFill xmlns:a="http://schemas.openxmlformats.org/drawingml/2006/main"/>
          <a:ln xmlns:a="http://schemas.openxmlformats.org/drawingml/2006/main" w="24575">
            <a:solidFill>
              <a:srgbClr val="146C76"/>
            </a:solidFill>
            <a:prstDash val="solid"/>
          </a:ln>
        </p:spPr>
      </p:sp>
      <p:sp>
        <p:nvSpPr>
          <p:cNvPr id="57" name="s1-56-poly">
            <a:extLst xmlns:a="http://schemas.openxmlformats.org/drawingml/2006/main">
              <a:ext uri="{FF2B5EF4-FFF2-40B4-BE49-F238E27FC236}">
                <a16:creationId xmlns:a16="http://schemas.microsoft.com/office/drawing/2014/main" id="{702F70DA-61FA-4DBF-BE42-88A3CCB24697}"/>
              </a:ext>
            </a:extLst>
          </p:cNvPr>
          <p:cNvSpPr>
            <a:spLocks xmlns:a="http://schemas.openxmlformats.org/drawingml/2006/main" noGrp="1"/>
          </p:cNvSpPr>
          <p:nvPr/>
        </p:nvSpPr>
        <p:spPr>
          <a:xfrm xmlns:a="http://schemas.openxmlformats.org/drawingml/2006/main">
            <a:off x="5650039" y="4363784"/>
            <a:ext cx="188405" cy="9525"/>
          </a:xfrm>
          <a:custGeom xmlns:a="http://schemas.openxmlformats.org/drawingml/2006/main">
            <a:pathLst>
              <a:path w="188405" h="9525">
                <a:moveTo>
                  <a:pt x="0" y="0"/>
                </a:moveTo>
                <a:lnTo>
                  <a:pt x="188405" y="0"/>
                </a:lnTo>
              </a:path>
            </a:pathLst>
          </a:custGeom>
          <a:noFill xmlns:a="http://schemas.openxmlformats.org/drawingml/2006/main"/>
          <a:ln xmlns:a="http://schemas.openxmlformats.org/drawingml/2006/main" w="24575">
            <a:solidFill>
              <a:srgbClr val="146C76"/>
            </a:solidFill>
            <a:prstDash val="solid"/>
          </a:ln>
        </p:spPr>
      </p:sp>
      <p:sp>
        <p:nvSpPr>
          <p:cNvPr id="58" name="s1-57-text">
            <a:extLst xmlns:a="http://schemas.openxmlformats.org/drawingml/2006/main">
              <a:ext uri="{FF2B5EF4-FFF2-40B4-BE49-F238E27FC236}">
                <a16:creationId xmlns:a16="http://schemas.microsoft.com/office/drawing/2014/main" id="{F77E0C88-14BD-4762-9E0E-29542DB84172}"/>
              </a:ext>
            </a:extLst>
          </p:cNvPr>
          <p:cNvSpPr>
            <a:spLocks xmlns:a="http://schemas.openxmlformats.org/drawingml/2006/main" noGrp="1"/>
          </p:cNvSpPr>
          <p:nvPr/>
        </p:nvSpPr>
        <p:spPr>
          <a:xfrm xmlns:a="http://schemas.openxmlformats.org/drawingml/2006/main">
            <a:off x="6210300" y="4133850"/>
            <a:ext cx="95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46C76"/>
                </a:solidFill>
                <a:latin typeface="Apple SD Gothic Neo"/>
                <a:ea typeface="Apple SD Gothic Neo"/>
                <a:cs typeface="Apple SD Gothic Neo"/>
              </a:defRPr>
            </a:defPPr>
            <a:lvl1pPr algn="l">
              <a:defRPr sz="2250" b="1">
                <a:solidFill>
                  <a:srgbClr val="146C76"/>
                </a:solidFill>
                <a:latin typeface="Apple SD Gothic Neo"/>
                <a:ea typeface="Apple SD Gothic Neo"/>
                <a:cs typeface="Apple SD Gothic Neo"/>
              </a:defRPr>
            </a:lvl1pPr>
            <a:lvl2pPr algn="l">
              <a:defRPr sz="2250" b="1">
                <a:solidFill>
                  <a:srgbClr val="146C76"/>
                </a:solidFill>
                <a:latin typeface="Apple SD Gothic Neo"/>
                <a:ea typeface="Apple SD Gothic Neo"/>
                <a:cs typeface="Apple SD Gothic Neo"/>
              </a:defRPr>
            </a:lvl2pPr>
            <a:lvl3pPr algn="l">
              <a:defRPr sz="2250" b="1">
                <a:solidFill>
                  <a:srgbClr val="146C76"/>
                </a:solidFill>
                <a:latin typeface="Apple SD Gothic Neo"/>
                <a:ea typeface="Apple SD Gothic Neo"/>
                <a:cs typeface="Apple SD Gothic Neo"/>
              </a:defRPr>
            </a:lvl3pPr>
            <a:lvl4pPr algn="l">
              <a:defRPr sz="2250" b="1">
                <a:solidFill>
                  <a:srgbClr val="146C76"/>
                </a:solidFill>
                <a:latin typeface="Apple SD Gothic Neo"/>
                <a:ea typeface="Apple SD Gothic Neo"/>
                <a:cs typeface="Apple SD Gothic Neo"/>
              </a:defRPr>
            </a:lvl4pPr>
            <a:lvl5pPr algn="l">
              <a:defRPr sz="2250" b="1">
                <a:solidFill>
                  <a:srgbClr val="146C76"/>
                </a:solidFill>
                <a:latin typeface="Apple SD Gothic Neo"/>
                <a:ea typeface="Apple SD Gothic Neo"/>
                <a:cs typeface="Apple SD Gothic Neo"/>
              </a:defRPr>
            </a:lvl5pPr>
            <a:lvl6pPr algn="l">
              <a:defRPr sz="2250" b="1">
                <a:solidFill>
                  <a:srgbClr val="146C76"/>
                </a:solidFill>
                <a:latin typeface="Apple SD Gothic Neo"/>
                <a:ea typeface="Apple SD Gothic Neo"/>
                <a:cs typeface="Apple SD Gothic Neo"/>
              </a:defRPr>
            </a:lvl6pPr>
            <a:lvl7pPr algn="l">
              <a:defRPr sz="2250" b="1">
                <a:solidFill>
                  <a:srgbClr val="146C76"/>
                </a:solidFill>
                <a:latin typeface="Apple SD Gothic Neo"/>
                <a:ea typeface="Apple SD Gothic Neo"/>
                <a:cs typeface="Apple SD Gothic Neo"/>
              </a:defRPr>
            </a:lvl7pPr>
            <a:lvl8pPr algn="l">
              <a:defRPr sz="2250" b="1">
                <a:solidFill>
                  <a:srgbClr val="146C76"/>
                </a:solidFill>
                <a:latin typeface="Apple SD Gothic Neo"/>
                <a:ea typeface="Apple SD Gothic Neo"/>
                <a:cs typeface="Apple SD Gothic Neo"/>
              </a:defRPr>
            </a:lvl8pPr>
            <a:lvl9pPr algn="l">
              <a:defRPr sz="2250" b="1">
                <a:solidFill>
                  <a:srgbClr val="146C76"/>
                </a:solidFill>
                <a:latin typeface="Apple SD Gothic Neo"/>
                <a:ea typeface="Apple SD Gothic Neo"/>
                <a:cs typeface="Apple SD Gothic Neo"/>
              </a:defRPr>
            </a:lvl9pPr>
          </a:lstStyle>
          <a:p xmlns:a="http://schemas.openxmlformats.org/drawingml/2006/main">
            <a:pPr algn="l">
              <a:defRPr sz="2250" b="1">
                <a:solidFill>
                  <a:srgbClr val="146C76"/>
                </a:solidFill>
                <a:latin typeface="Apple SD Gothic Neo"/>
                <a:ea typeface="Apple SD Gothic Neo"/>
                <a:cs typeface="Apple SD Gothic Neo"/>
              </a:defRPr>
            </a:pPr>
            <a:r>
              <a:rPr sz="2250" b="1">
                <a:solidFill>
                  <a:srgbClr val="146C76"/>
                </a:solidFill>
                <a:latin typeface="Apple SD Gothic Neo"/>
                <a:ea typeface="Apple SD Gothic Neo"/>
                <a:cs typeface="Apple SD Gothic Neo"/>
              </a:rPr>
              <a:t>AI</a:t>
            </a:r>
          </a:p>
        </p:txBody>
      </p:sp>
      <p:sp>
        <p:nvSpPr>
          <p:cNvPr id="59" name="s1-58-ellipse">
            <a:extLst xmlns:a="http://schemas.openxmlformats.org/drawingml/2006/main">
              <a:ext uri="{FF2B5EF4-FFF2-40B4-BE49-F238E27FC236}">
                <a16:creationId xmlns:a16="http://schemas.microsoft.com/office/drawing/2014/main" id="{387E6EF2-8D86-43B8-811E-44448E8A2225}"/>
              </a:ext>
            </a:extLst>
          </p:cNvPr>
          <p:cNvSpPr>
            <a:spLocks xmlns:a="http://schemas.openxmlformats.org/drawingml/2006/main" noGrp="1"/>
          </p:cNvSpPr>
          <p:nvPr/>
        </p:nvSpPr>
        <p:spPr>
          <a:xfrm xmlns:a="http://schemas.openxmlformats.org/drawingml/2006/main">
            <a:off x="8419338" y="4081272"/>
            <a:ext cx="232029" cy="232029"/>
          </a:xfrm>
          <a:prstGeom xmlns:a="http://schemas.openxmlformats.org/drawingml/2006/main" prst="ellipse">
            <a:avLst/>
          </a:prstGeom>
          <a:noFill xmlns:a="http://schemas.openxmlformats.org/drawingml/2006/main"/>
          <a:ln xmlns:a="http://schemas.openxmlformats.org/drawingml/2006/main" w="33147">
            <a:solidFill>
              <a:srgbClr val="B96928"/>
            </a:solidFill>
            <a:prstDash val="solid"/>
          </a:ln>
        </p:spPr>
      </p:sp>
      <p:sp>
        <p:nvSpPr>
          <p:cNvPr id="60" name="s1-59-poly">
            <a:extLst xmlns:a="http://schemas.openxmlformats.org/drawingml/2006/main">
              <a:ext uri="{FF2B5EF4-FFF2-40B4-BE49-F238E27FC236}">
                <a16:creationId xmlns:a16="http://schemas.microsoft.com/office/drawing/2014/main" id="{808F69CF-C937-41D9-9CF1-56602246C269}"/>
              </a:ext>
            </a:extLst>
          </p:cNvPr>
          <p:cNvSpPr>
            <a:spLocks xmlns:a="http://schemas.openxmlformats.org/drawingml/2006/main" noGrp="1"/>
          </p:cNvSpPr>
          <p:nvPr/>
        </p:nvSpPr>
        <p:spPr>
          <a:xfrm xmlns:a="http://schemas.openxmlformats.org/drawingml/2006/main">
            <a:off x="8319897" y="4404455"/>
            <a:ext cx="430911" cy="223742"/>
          </a:xfrm>
          <a:custGeom xmlns:a="http://schemas.openxmlformats.org/drawingml/2006/main">
            <a:pathLst>
              <a:path w="430911" h="223742">
                <a:moveTo>
                  <a:pt x="0" y="223742"/>
                </a:moveTo>
                <a:lnTo>
                  <a:pt x="0" y="82868"/>
                </a:lnTo>
                <a:lnTo>
                  <a:pt x="74581" y="0"/>
                </a:lnTo>
                <a:lnTo>
                  <a:pt x="356330" y="0"/>
                </a:lnTo>
                <a:lnTo>
                  <a:pt x="430911" y="82868"/>
                </a:lnTo>
                <a:lnTo>
                  <a:pt x="430911" y="223742"/>
                </a:lnTo>
              </a:path>
            </a:pathLst>
          </a:custGeom>
          <a:noFill xmlns:a="http://schemas.openxmlformats.org/drawingml/2006/main"/>
          <a:ln xmlns:a="http://schemas.openxmlformats.org/drawingml/2006/main" w="33147">
            <a:solidFill>
              <a:srgbClr val="B96928"/>
            </a:solidFill>
            <a:prstDash val="solid"/>
          </a:ln>
        </p:spPr>
      </p:sp>
      <p:sp>
        <p:nvSpPr>
          <p:cNvPr id="61" name="s1-60-text">
            <a:extLst xmlns:a="http://schemas.openxmlformats.org/drawingml/2006/main">
              <a:ext uri="{FF2B5EF4-FFF2-40B4-BE49-F238E27FC236}">
                <a16:creationId xmlns:a16="http://schemas.microsoft.com/office/drawing/2014/main" id="{4485B271-74AD-438A-A21E-7ACFDB106D41}"/>
              </a:ext>
            </a:extLst>
          </p:cNvPr>
          <p:cNvSpPr>
            <a:spLocks xmlns:a="http://schemas.openxmlformats.org/drawingml/2006/main" noGrp="1"/>
          </p:cNvSpPr>
          <p:nvPr/>
        </p:nvSpPr>
        <p:spPr>
          <a:xfrm xmlns:a="http://schemas.openxmlformats.org/drawingml/2006/main">
            <a:off x="9020175" y="4171950"/>
            <a:ext cx="428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0">
                <a:solidFill>
                  <a:srgbClr val="B96928"/>
                </a:solidFill>
                <a:latin typeface="Apple SD Gothic Neo"/>
                <a:ea typeface="Apple SD Gothic Neo"/>
                <a:cs typeface="Apple SD Gothic Neo"/>
              </a:defRPr>
            </a:defPPr>
            <a:lvl1pPr algn="l">
              <a:defRPr sz="2400" b="0">
                <a:solidFill>
                  <a:srgbClr val="B96928"/>
                </a:solidFill>
                <a:latin typeface="Apple SD Gothic Neo"/>
                <a:ea typeface="Apple SD Gothic Neo"/>
                <a:cs typeface="Apple SD Gothic Neo"/>
              </a:defRPr>
            </a:lvl1pPr>
            <a:lvl2pPr algn="l">
              <a:defRPr sz="2400" b="0">
                <a:solidFill>
                  <a:srgbClr val="B96928"/>
                </a:solidFill>
                <a:latin typeface="Apple SD Gothic Neo"/>
                <a:ea typeface="Apple SD Gothic Neo"/>
                <a:cs typeface="Apple SD Gothic Neo"/>
              </a:defRPr>
            </a:lvl2pPr>
            <a:lvl3pPr algn="l">
              <a:defRPr sz="2400" b="0">
                <a:solidFill>
                  <a:srgbClr val="B96928"/>
                </a:solidFill>
                <a:latin typeface="Apple SD Gothic Neo"/>
                <a:ea typeface="Apple SD Gothic Neo"/>
                <a:cs typeface="Apple SD Gothic Neo"/>
              </a:defRPr>
            </a:lvl3pPr>
            <a:lvl4pPr algn="l">
              <a:defRPr sz="2400" b="0">
                <a:solidFill>
                  <a:srgbClr val="B96928"/>
                </a:solidFill>
                <a:latin typeface="Apple SD Gothic Neo"/>
                <a:ea typeface="Apple SD Gothic Neo"/>
                <a:cs typeface="Apple SD Gothic Neo"/>
              </a:defRPr>
            </a:lvl4pPr>
            <a:lvl5pPr algn="l">
              <a:defRPr sz="2400" b="0">
                <a:solidFill>
                  <a:srgbClr val="B96928"/>
                </a:solidFill>
                <a:latin typeface="Apple SD Gothic Neo"/>
                <a:ea typeface="Apple SD Gothic Neo"/>
                <a:cs typeface="Apple SD Gothic Neo"/>
              </a:defRPr>
            </a:lvl5pPr>
            <a:lvl6pPr algn="l">
              <a:defRPr sz="2400" b="0">
                <a:solidFill>
                  <a:srgbClr val="B96928"/>
                </a:solidFill>
                <a:latin typeface="Apple SD Gothic Neo"/>
                <a:ea typeface="Apple SD Gothic Neo"/>
                <a:cs typeface="Apple SD Gothic Neo"/>
              </a:defRPr>
            </a:lvl6pPr>
            <a:lvl7pPr algn="l">
              <a:defRPr sz="2400" b="0">
                <a:solidFill>
                  <a:srgbClr val="B96928"/>
                </a:solidFill>
                <a:latin typeface="Apple SD Gothic Neo"/>
                <a:ea typeface="Apple SD Gothic Neo"/>
                <a:cs typeface="Apple SD Gothic Neo"/>
              </a:defRPr>
            </a:lvl7pPr>
            <a:lvl8pPr algn="l">
              <a:defRPr sz="2400" b="0">
                <a:solidFill>
                  <a:srgbClr val="B96928"/>
                </a:solidFill>
                <a:latin typeface="Apple SD Gothic Neo"/>
                <a:ea typeface="Apple SD Gothic Neo"/>
                <a:cs typeface="Apple SD Gothic Neo"/>
              </a:defRPr>
            </a:lvl8pPr>
            <a:lvl9pPr algn="l">
              <a:defRPr sz="2400" b="0">
                <a:solidFill>
                  <a:srgbClr val="B96928"/>
                </a:solidFill>
                <a:latin typeface="Apple SD Gothic Neo"/>
                <a:ea typeface="Apple SD Gothic Neo"/>
                <a:cs typeface="Apple SD Gothic Neo"/>
              </a:defRPr>
            </a:lvl9pPr>
          </a:lstStyle>
          <a:p xmlns:a="http://schemas.openxmlformats.org/drawingml/2006/main">
            <a:pPr algn="l">
              <a:defRPr sz="2400" b="0">
                <a:solidFill>
                  <a:srgbClr val="B96928"/>
                </a:solidFill>
                <a:latin typeface="Apple SD Gothic Neo"/>
                <a:ea typeface="Apple SD Gothic Neo"/>
                <a:cs typeface="Apple SD Gothic Neo"/>
              </a:defRPr>
            </a:pPr>
            <a:r>
              <a:rPr sz="2400" b="0">
                <a:solidFill>
                  <a:srgbClr val="B96928"/>
                </a:solidFill>
                <a:latin typeface="Apple SD Gothic Neo"/>
                <a:ea typeface="Apple SD Gothic Neo"/>
                <a:cs typeface="Apple SD Gothic Neo"/>
              </a:rPr>
              <a:t>+</a:t>
            </a:r>
          </a:p>
        </p:txBody>
      </p:sp>
      <p:sp>
        <p:nvSpPr>
          <p:cNvPr id="62" name="s1-61-rect">
            <a:extLst xmlns:a="http://schemas.openxmlformats.org/drawingml/2006/main">
              <a:ext uri="{FF2B5EF4-FFF2-40B4-BE49-F238E27FC236}">
                <a16:creationId xmlns:a16="http://schemas.microsoft.com/office/drawing/2014/main" id="{200AF09B-2222-42B7-8565-6847D104293E}"/>
              </a:ext>
            </a:extLst>
          </p:cNvPr>
          <p:cNvSpPr>
            <a:spLocks xmlns:a="http://schemas.openxmlformats.org/drawingml/2006/main" noGrp="1"/>
          </p:cNvSpPr>
          <p:nvPr/>
        </p:nvSpPr>
        <p:spPr>
          <a:xfrm xmlns:a="http://schemas.openxmlformats.org/drawingml/2006/main">
            <a:off x="9620250" y="4170045"/>
            <a:ext cx="553212" cy="469392"/>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25146">
            <a:solidFill>
              <a:srgbClr val="B96928"/>
            </a:solidFill>
            <a:prstDash val="solid"/>
          </a:ln>
        </p:spPr>
      </p:sp>
      <p:sp>
        <p:nvSpPr>
          <p:cNvPr id="63" name="s1-62-ellipse">
            <a:extLst xmlns:a="http://schemas.openxmlformats.org/drawingml/2006/main">
              <a:ext uri="{FF2B5EF4-FFF2-40B4-BE49-F238E27FC236}">
                <a16:creationId xmlns:a16="http://schemas.microsoft.com/office/drawing/2014/main" id="{B54CB127-CEBE-4498-B983-67339DE6187A}"/>
              </a:ext>
            </a:extLst>
          </p:cNvPr>
          <p:cNvSpPr>
            <a:spLocks xmlns:a="http://schemas.openxmlformats.org/drawingml/2006/main" noGrp="1"/>
          </p:cNvSpPr>
          <p:nvPr/>
        </p:nvSpPr>
        <p:spPr>
          <a:xfrm xmlns:a="http://schemas.openxmlformats.org/drawingml/2006/main">
            <a:off x="9620250" y="4086225"/>
            <a:ext cx="553212" cy="184404"/>
          </a:xfrm>
          <a:prstGeom xmlns:a="http://schemas.openxmlformats.org/drawingml/2006/main" prst="ellipse">
            <a:avLst/>
          </a:prstGeom>
          <a:solidFill xmlns:a="http://schemas.openxmlformats.org/drawingml/2006/main">
            <a:srgbClr val="E7F1E8"/>
          </a:solidFill>
          <a:ln xmlns:a="http://schemas.openxmlformats.org/drawingml/2006/main" w="25146">
            <a:solidFill>
              <a:srgbClr val="B96928"/>
            </a:solidFill>
            <a:prstDash val="solid"/>
          </a:ln>
        </p:spPr>
      </p:sp>
      <p:sp>
        <p:nvSpPr>
          <p:cNvPr id="64" name="s1-63-poly">
            <a:extLst xmlns:a="http://schemas.openxmlformats.org/drawingml/2006/main">
              <a:ext uri="{FF2B5EF4-FFF2-40B4-BE49-F238E27FC236}">
                <a16:creationId xmlns:a16="http://schemas.microsoft.com/office/drawing/2014/main" id="{479072F5-9200-4466-A0A5-C1846018A3BC}"/>
              </a:ext>
            </a:extLst>
          </p:cNvPr>
          <p:cNvSpPr>
            <a:spLocks xmlns:a="http://schemas.openxmlformats.org/drawingml/2006/main" noGrp="1"/>
          </p:cNvSpPr>
          <p:nvPr/>
        </p:nvSpPr>
        <p:spPr>
          <a:xfrm xmlns:a="http://schemas.openxmlformats.org/drawingml/2006/main">
            <a:off x="9620250" y="4387977"/>
            <a:ext cx="553212" cy="58674"/>
          </a:xfrm>
          <a:custGeom xmlns:a="http://schemas.openxmlformats.org/drawingml/2006/main">
            <a:pathLst>
              <a:path w="553212" h="58674">
                <a:moveTo>
                  <a:pt x="0" y="0"/>
                </a:moveTo>
                <a:lnTo>
                  <a:pt x="83820" y="58674"/>
                </a:lnTo>
                <a:lnTo>
                  <a:pt x="469392" y="58674"/>
                </a:lnTo>
                <a:lnTo>
                  <a:pt x="553212" y="0"/>
                </a:lnTo>
              </a:path>
            </a:pathLst>
          </a:custGeom>
          <a:noFill xmlns:a="http://schemas.openxmlformats.org/drawingml/2006/main"/>
          <a:ln xmlns:a="http://schemas.openxmlformats.org/drawingml/2006/main" w="16764">
            <a:solidFill>
              <a:srgbClr val="B96928"/>
            </a:solidFill>
            <a:prstDash val="solid"/>
          </a:ln>
        </p:spPr>
      </p:sp>
      <p:sp>
        <p:nvSpPr>
          <p:cNvPr id="65" name="s1-64-rect">
            <a:extLst xmlns:a="http://schemas.openxmlformats.org/drawingml/2006/main">
              <a:ext uri="{FF2B5EF4-FFF2-40B4-BE49-F238E27FC236}">
                <a16:creationId xmlns:a16="http://schemas.microsoft.com/office/drawing/2014/main" id="{B51E7354-88E5-4BED-AF8E-2126D099597A}"/>
              </a:ext>
            </a:extLst>
          </p:cNvPr>
          <p:cNvSpPr>
            <a:spLocks xmlns:a="http://schemas.openxmlformats.org/drawingml/2006/main" noGrp="1"/>
          </p:cNvSpPr>
          <p:nvPr/>
        </p:nvSpPr>
        <p:spPr>
          <a:xfrm xmlns:a="http://schemas.openxmlformats.org/drawingml/2006/main">
            <a:off x="11887200" y="3800475"/>
            <a:ext cx="697802" cy="113157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8860">
            <a:solidFill>
              <a:srgbClr val="172E2A"/>
            </a:solidFill>
            <a:prstDash val="solid"/>
          </a:ln>
        </p:spPr>
      </p:sp>
      <p:sp>
        <p:nvSpPr>
          <p:cNvPr id="66" name="s1-65-rect">
            <a:extLst xmlns:a="http://schemas.openxmlformats.org/drawingml/2006/main">
              <a:ext uri="{FF2B5EF4-FFF2-40B4-BE49-F238E27FC236}">
                <a16:creationId xmlns:a16="http://schemas.microsoft.com/office/drawing/2014/main" id="{00ED7603-B8BD-4116-B7BE-5AF7F20140BF}"/>
              </a:ext>
            </a:extLst>
          </p:cNvPr>
          <p:cNvSpPr>
            <a:spLocks xmlns:a="http://schemas.openxmlformats.org/drawingml/2006/main" noGrp="1"/>
          </p:cNvSpPr>
          <p:nvPr/>
        </p:nvSpPr>
        <p:spPr>
          <a:xfrm xmlns:a="http://schemas.openxmlformats.org/drawingml/2006/main">
            <a:off x="12107228" y="3844481"/>
            <a:ext cx="257747" cy="44006"/>
          </a:xfrm>
          <a:prstGeom xmlns:a="http://schemas.openxmlformats.org/drawingml/2006/main" prst="roundRect">
            <a:avLst>
              <a:gd name="adj" fmla="val 50000"/>
            </a:avLst>
          </a:prstGeom>
          <a:solidFill xmlns:a="http://schemas.openxmlformats.org/drawingml/2006/main">
            <a:srgbClr val="172E2A"/>
          </a:solidFill>
          <a:ln xmlns:a="http://schemas.openxmlformats.org/drawingml/2006/main" w="9525">
            <a:noFill/>
            <a:prstDash val="solid"/>
          </a:ln>
        </p:spPr>
      </p:sp>
      <p:sp>
        <p:nvSpPr>
          <p:cNvPr id="67" name="s1-66-rect">
            <a:extLst xmlns:a="http://schemas.openxmlformats.org/drawingml/2006/main">
              <a:ext uri="{FF2B5EF4-FFF2-40B4-BE49-F238E27FC236}">
                <a16:creationId xmlns:a16="http://schemas.microsoft.com/office/drawing/2014/main" id="{2864C8CA-2184-4858-8CE2-C3F889E488C5}"/>
              </a:ext>
            </a:extLst>
          </p:cNvPr>
          <p:cNvSpPr>
            <a:spLocks xmlns:a="http://schemas.openxmlformats.org/drawingml/2006/main" noGrp="1"/>
          </p:cNvSpPr>
          <p:nvPr/>
        </p:nvSpPr>
        <p:spPr>
          <a:xfrm xmlns:a="http://schemas.openxmlformats.org/drawingml/2006/main">
            <a:off x="11962638" y="4045649"/>
            <a:ext cx="546926" cy="182309"/>
          </a:xfrm>
          <a:prstGeom xmlns:a="http://schemas.openxmlformats.org/drawingml/2006/main" prst="roundRect">
            <a:avLst>
              <a:gd name="adj" fmla="val 17241"/>
            </a:avLst>
          </a:prstGeom>
          <a:solidFill xmlns:a="http://schemas.openxmlformats.org/drawingml/2006/main">
            <a:srgbClr val="F8EDDD"/>
          </a:solidFill>
          <a:ln xmlns:a="http://schemas.openxmlformats.org/drawingml/2006/main" w="9525">
            <a:noFill/>
            <a:prstDash val="solid"/>
          </a:ln>
        </p:spPr>
      </p:sp>
      <p:sp>
        <p:nvSpPr>
          <p:cNvPr id="68" name="s1-67-text">
            <a:extLst xmlns:a="http://schemas.openxmlformats.org/drawingml/2006/main">
              <a:ext uri="{FF2B5EF4-FFF2-40B4-BE49-F238E27FC236}">
                <a16:creationId xmlns:a16="http://schemas.microsoft.com/office/drawing/2014/main" id="{4761BD90-A926-46B6-89AE-30242E84CF25}"/>
              </a:ext>
            </a:extLst>
          </p:cNvPr>
          <p:cNvSpPr>
            <a:spLocks xmlns:a="http://schemas.openxmlformats.org/drawingml/2006/main" noGrp="1"/>
          </p:cNvSpPr>
          <p:nvPr/>
        </p:nvSpPr>
        <p:spPr>
          <a:xfrm xmlns:a="http://schemas.openxmlformats.org/drawingml/2006/main">
            <a:off x="12006644" y="4064508"/>
            <a:ext cx="465201" cy="150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42" b="1">
                <a:solidFill>
                  <a:srgbClr val="B96928"/>
                </a:solidFill>
                <a:latin typeface="Apple SD Gothic Neo"/>
                <a:ea typeface="Apple SD Gothic Neo"/>
                <a:cs typeface="Apple SD Gothic Neo"/>
              </a:defRPr>
            </a:defPPr>
            <a:lvl1pPr algn="l">
              <a:defRPr sz="842" b="1">
                <a:solidFill>
                  <a:srgbClr val="B96928"/>
                </a:solidFill>
                <a:latin typeface="Apple SD Gothic Neo"/>
                <a:ea typeface="Apple SD Gothic Neo"/>
                <a:cs typeface="Apple SD Gothic Neo"/>
              </a:defRPr>
            </a:lvl1pPr>
            <a:lvl2pPr algn="l">
              <a:defRPr sz="842" b="1">
                <a:solidFill>
                  <a:srgbClr val="B96928"/>
                </a:solidFill>
                <a:latin typeface="Apple SD Gothic Neo"/>
                <a:ea typeface="Apple SD Gothic Neo"/>
                <a:cs typeface="Apple SD Gothic Neo"/>
              </a:defRPr>
            </a:lvl2pPr>
            <a:lvl3pPr algn="l">
              <a:defRPr sz="842" b="1">
                <a:solidFill>
                  <a:srgbClr val="B96928"/>
                </a:solidFill>
                <a:latin typeface="Apple SD Gothic Neo"/>
                <a:ea typeface="Apple SD Gothic Neo"/>
                <a:cs typeface="Apple SD Gothic Neo"/>
              </a:defRPr>
            </a:lvl3pPr>
            <a:lvl4pPr algn="l">
              <a:defRPr sz="842" b="1">
                <a:solidFill>
                  <a:srgbClr val="B96928"/>
                </a:solidFill>
                <a:latin typeface="Apple SD Gothic Neo"/>
                <a:ea typeface="Apple SD Gothic Neo"/>
                <a:cs typeface="Apple SD Gothic Neo"/>
              </a:defRPr>
            </a:lvl4pPr>
            <a:lvl5pPr algn="l">
              <a:defRPr sz="842" b="1">
                <a:solidFill>
                  <a:srgbClr val="B96928"/>
                </a:solidFill>
                <a:latin typeface="Apple SD Gothic Neo"/>
                <a:ea typeface="Apple SD Gothic Neo"/>
                <a:cs typeface="Apple SD Gothic Neo"/>
              </a:defRPr>
            </a:lvl5pPr>
            <a:lvl6pPr algn="l">
              <a:defRPr sz="842" b="1">
                <a:solidFill>
                  <a:srgbClr val="B96928"/>
                </a:solidFill>
                <a:latin typeface="Apple SD Gothic Neo"/>
                <a:ea typeface="Apple SD Gothic Neo"/>
                <a:cs typeface="Apple SD Gothic Neo"/>
              </a:defRPr>
            </a:lvl6pPr>
            <a:lvl7pPr algn="l">
              <a:defRPr sz="842" b="1">
                <a:solidFill>
                  <a:srgbClr val="B96928"/>
                </a:solidFill>
                <a:latin typeface="Apple SD Gothic Neo"/>
                <a:ea typeface="Apple SD Gothic Neo"/>
                <a:cs typeface="Apple SD Gothic Neo"/>
              </a:defRPr>
            </a:lvl7pPr>
            <a:lvl8pPr algn="l">
              <a:defRPr sz="842" b="1">
                <a:solidFill>
                  <a:srgbClr val="B96928"/>
                </a:solidFill>
                <a:latin typeface="Apple SD Gothic Neo"/>
                <a:ea typeface="Apple SD Gothic Neo"/>
                <a:cs typeface="Apple SD Gothic Neo"/>
              </a:defRPr>
            </a:lvl8pPr>
            <a:lvl9pPr algn="l">
              <a:defRPr sz="842" b="1">
                <a:solidFill>
                  <a:srgbClr val="B96928"/>
                </a:solidFill>
                <a:latin typeface="Apple SD Gothic Neo"/>
                <a:ea typeface="Apple SD Gothic Neo"/>
                <a:cs typeface="Apple SD Gothic Neo"/>
              </a:defRPr>
            </a:lvl9pPr>
          </a:lstStyle>
          <a:p xmlns:a="http://schemas.openxmlformats.org/drawingml/2006/main">
            <a:pPr algn="l">
              <a:defRPr sz="842" b="1">
                <a:solidFill>
                  <a:srgbClr val="B96928"/>
                </a:solidFill>
                <a:latin typeface="Apple SD Gothic Neo"/>
                <a:ea typeface="Apple SD Gothic Neo"/>
                <a:cs typeface="Apple SD Gothic Neo"/>
              </a:defRPr>
            </a:pPr>
            <a:r>
              <a:rPr sz="842" b="1">
                <a:solidFill>
                  <a:srgbClr val="B96928"/>
                </a:solidFill>
                <a:latin typeface="Apple SD Gothic Neo"/>
                <a:ea typeface="Apple SD Gothic Neo"/>
                <a:cs typeface="Apple SD Gothic Neo"/>
              </a:rPr>
              <a:t>1  경고</a:t>
            </a:r>
          </a:p>
        </p:txBody>
      </p:sp>
      <p:sp>
        <p:nvSpPr>
          <p:cNvPr id="69" name="s1-68-rect">
            <a:extLst xmlns:a="http://schemas.openxmlformats.org/drawingml/2006/main">
              <a:ext uri="{FF2B5EF4-FFF2-40B4-BE49-F238E27FC236}">
                <a16:creationId xmlns:a16="http://schemas.microsoft.com/office/drawing/2014/main" id="{E1BB282F-7B60-4EFC-B0C4-4563245F532F}"/>
              </a:ext>
            </a:extLst>
          </p:cNvPr>
          <p:cNvSpPr>
            <a:spLocks xmlns:a="http://schemas.openxmlformats.org/drawingml/2006/main" noGrp="1"/>
          </p:cNvSpPr>
          <p:nvPr/>
        </p:nvSpPr>
        <p:spPr>
          <a:xfrm xmlns:a="http://schemas.openxmlformats.org/drawingml/2006/main">
            <a:off x="11962638" y="4284536"/>
            <a:ext cx="546926" cy="182309"/>
          </a:xfrm>
          <a:prstGeom xmlns:a="http://schemas.openxmlformats.org/drawingml/2006/main" prst="roundRect">
            <a:avLst>
              <a:gd name="adj" fmla="val 17241"/>
            </a:avLst>
          </a:prstGeom>
          <a:solidFill xmlns:a="http://schemas.openxmlformats.org/drawingml/2006/main">
            <a:srgbClr val="F6E1CC"/>
          </a:solidFill>
          <a:ln xmlns:a="http://schemas.openxmlformats.org/drawingml/2006/main" w="9525">
            <a:noFill/>
            <a:prstDash val="solid"/>
          </a:ln>
        </p:spPr>
      </p:sp>
      <p:sp>
        <p:nvSpPr>
          <p:cNvPr id="70" name="s1-69-text">
            <a:extLst xmlns:a="http://schemas.openxmlformats.org/drawingml/2006/main">
              <a:ext uri="{FF2B5EF4-FFF2-40B4-BE49-F238E27FC236}">
                <a16:creationId xmlns:a16="http://schemas.microsoft.com/office/drawing/2014/main" id="{C2630129-4DF4-48D7-BBFD-D37629A3B3B2}"/>
              </a:ext>
            </a:extLst>
          </p:cNvPr>
          <p:cNvSpPr>
            <a:spLocks xmlns:a="http://schemas.openxmlformats.org/drawingml/2006/main" noGrp="1"/>
          </p:cNvSpPr>
          <p:nvPr/>
        </p:nvSpPr>
        <p:spPr>
          <a:xfrm xmlns:a="http://schemas.openxmlformats.org/drawingml/2006/main">
            <a:off x="12006644" y="4303395"/>
            <a:ext cx="465201" cy="150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42" b="1">
                <a:solidFill>
                  <a:srgbClr val="B96928"/>
                </a:solidFill>
                <a:latin typeface="Apple SD Gothic Neo"/>
                <a:ea typeface="Apple SD Gothic Neo"/>
                <a:cs typeface="Apple SD Gothic Neo"/>
              </a:defRPr>
            </a:defPPr>
            <a:lvl1pPr algn="l">
              <a:defRPr sz="842" b="1">
                <a:solidFill>
                  <a:srgbClr val="B96928"/>
                </a:solidFill>
                <a:latin typeface="Apple SD Gothic Neo"/>
                <a:ea typeface="Apple SD Gothic Neo"/>
                <a:cs typeface="Apple SD Gothic Neo"/>
              </a:defRPr>
            </a:lvl1pPr>
            <a:lvl2pPr algn="l">
              <a:defRPr sz="842" b="1">
                <a:solidFill>
                  <a:srgbClr val="B96928"/>
                </a:solidFill>
                <a:latin typeface="Apple SD Gothic Neo"/>
                <a:ea typeface="Apple SD Gothic Neo"/>
                <a:cs typeface="Apple SD Gothic Neo"/>
              </a:defRPr>
            </a:lvl2pPr>
            <a:lvl3pPr algn="l">
              <a:defRPr sz="842" b="1">
                <a:solidFill>
                  <a:srgbClr val="B96928"/>
                </a:solidFill>
                <a:latin typeface="Apple SD Gothic Neo"/>
                <a:ea typeface="Apple SD Gothic Neo"/>
                <a:cs typeface="Apple SD Gothic Neo"/>
              </a:defRPr>
            </a:lvl3pPr>
            <a:lvl4pPr algn="l">
              <a:defRPr sz="842" b="1">
                <a:solidFill>
                  <a:srgbClr val="B96928"/>
                </a:solidFill>
                <a:latin typeface="Apple SD Gothic Neo"/>
                <a:ea typeface="Apple SD Gothic Neo"/>
                <a:cs typeface="Apple SD Gothic Neo"/>
              </a:defRPr>
            </a:lvl4pPr>
            <a:lvl5pPr algn="l">
              <a:defRPr sz="842" b="1">
                <a:solidFill>
                  <a:srgbClr val="B96928"/>
                </a:solidFill>
                <a:latin typeface="Apple SD Gothic Neo"/>
                <a:ea typeface="Apple SD Gothic Neo"/>
                <a:cs typeface="Apple SD Gothic Neo"/>
              </a:defRPr>
            </a:lvl5pPr>
            <a:lvl6pPr algn="l">
              <a:defRPr sz="842" b="1">
                <a:solidFill>
                  <a:srgbClr val="B96928"/>
                </a:solidFill>
                <a:latin typeface="Apple SD Gothic Neo"/>
                <a:ea typeface="Apple SD Gothic Neo"/>
                <a:cs typeface="Apple SD Gothic Neo"/>
              </a:defRPr>
            </a:lvl6pPr>
            <a:lvl7pPr algn="l">
              <a:defRPr sz="842" b="1">
                <a:solidFill>
                  <a:srgbClr val="B96928"/>
                </a:solidFill>
                <a:latin typeface="Apple SD Gothic Neo"/>
                <a:ea typeface="Apple SD Gothic Neo"/>
                <a:cs typeface="Apple SD Gothic Neo"/>
              </a:defRPr>
            </a:lvl7pPr>
            <a:lvl8pPr algn="l">
              <a:defRPr sz="842" b="1">
                <a:solidFill>
                  <a:srgbClr val="B96928"/>
                </a:solidFill>
                <a:latin typeface="Apple SD Gothic Neo"/>
                <a:ea typeface="Apple SD Gothic Neo"/>
                <a:cs typeface="Apple SD Gothic Neo"/>
              </a:defRPr>
            </a:lvl8pPr>
            <a:lvl9pPr algn="l">
              <a:defRPr sz="842" b="1">
                <a:solidFill>
                  <a:srgbClr val="B96928"/>
                </a:solidFill>
                <a:latin typeface="Apple SD Gothic Neo"/>
                <a:ea typeface="Apple SD Gothic Neo"/>
                <a:cs typeface="Apple SD Gothic Neo"/>
              </a:defRPr>
            </a:lvl9pPr>
          </a:lstStyle>
          <a:p xmlns:a="http://schemas.openxmlformats.org/drawingml/2006/main">
            <a:pPr algn="l">
              <a:defRPr sz="842" b="1">
                <a:solidFill>
                  <a:srgbClr val="B96928"/>
                </a:solidFill>
                <a:latin typeface="Apple SD Gothic Neo"/>
                <a:ea typeface="Apple SD Gothic Neo"/>
                <a:cs typeface="Apple SD Gothic Neo"/>
              </a:defRPr>
            </a:pPr>
            <a:r>
              <a:rPr sz="842" b="1">
                <a:solidFill>
                  <a:srgbClr val="B96928"/>
                </a:solidFill>
                <a:latin typeface="Apple SD Gothic Neo"/>
                <a:ea typeface="Apple SD Gothic Neo"/>
                <a:cs typeface="Apple SD Gothic Neo"/>
              </a:rPr>
              <a:t>2  대피</a:t>
            </a:r>
          </a:p>
        </p:txBody>
      </p:sp>
      <p:sp>
        <p:nvSpPr>
          <p:cNvPr id="71" name="s1-70-rect">
            <a:extLst xmlns:a="http://schemas.openxmlformats.org/drawingml/2006/main">
              <a:ext uri="{FF2B5EF4-FFF2-40B4-BE49-F238E27FC236}">
                <a16:creationId xmlns:a16="http://schemas.microsoft.com/office/drawing/2014/main" id="{7B63E929-F253-415D-B511-DBF6818DA2C7}"/>
              </a:ext>
            </a:extLst>
          </p:cNvPr>
          <p:cNvSpPr>
            <a:spLocks xmlns:a="http://schemas.openxmlformats.org/drawingml/2006/main" noGrp="1"/>
          </p:cNvSpPr>
          <p:nvPr/>
        </p:nvSpPr>
        <p:spPr>
          <a:xfrm xmlns:a="http://schemas.openxmlformats.org/drawingml/2006/main">
            <a:off x="11962638" y="4523423"/>
            <a:ext cx="546926" cy="182309"/>
          </a:xfrm>
          <a:prstGeom xmlns:a="http://schemas.openxmlformats.org/drawingml/2006/main" prst="roundRect">
            <a:avLst>
              <a:gd name="adj" fmla="val 17241"/>
            </a:avLst>
          </a:prstGeom>
          <a:solidFill xmlns:a="http://schemas.openxmlformats.org/drawingml/2006/main">
            <a:srgbClr val="FBEDE8"/>
          </a:solidFill>
          <a:ln xmlns:a="http://schemas.openxmlformats.org/drawingml/2006/main" w="9525">
            <a:noFill/>
            <a:prstDash val="solid"/>
          </a:ln>
        </p:spPr>
      </p:sp>
      <p:sp>
        <p:nvSpPr>
          <p:cNvPr id="72" name="s1-71-text">
            <a:extLst xmlns:a="http://schemas.openxmlformats.org/drawingml/2006/main">
              <a:ext uri="{FF2B5EF4-FFF2-40B4-BE49-F238E27FC236}">
                <a16:creationId xmlns:a16="http://schemas.microsoft.com/office/drawing/2014/main" id="{9AF2D631-D1D1-42F5-AAA6-49C45366691A}"/>
              </a:ext>
            </a:extLst>
          </p:cNvPr>
          <p:cNvSpPr>
            <a:spLocks xmlns:a="http://schemas.openxmlformats.org/drawingml/2006/main" noGrp="1"/>
          </p:cNvSpPr>
          <p:nvPr/>
        </p:nvSpPr>
        <p:spPr>
          <a:xfrm xmlns:a="http://schemas.openxmlformats.org/drawingml/2006/main">
            <a:off x="12006644" y="4542282"/>
            <a:ext cx="465201" cy="150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42" b="1">
                <a:solidFill>
                  <a:srgbClr val="BD463E"/>
                </a:solidFill>
                <a:latin typeface="Apple SD Gothic Neo"/>
                <a:ea typeface="Apple SD Gothic Neo"/>
                <a:cs typeface="Apple SD Gothic Neo"/>
              </a:defRPr>
            </a:defPPr>
            <a:lvl1pPr algn="l">
              <a:defRPr sz="842" b="1">
                <a:solidFill>
                  <a:srgbClr val="BD463E"/>
                </a:solidFill>
                <a:latin typeface="Apple SD Gothic Neo"/>
                <a:ea typeface="Apple SD Gothic Neo"/>
                <a:cs typeface="Apple SD Gothic Neo"/>
              </a:defRPr>
            </a:lvl1pPr>
            <a:lvl2pPr algn="l">
              <a:defRPr sz="842" b="1">
                <a:solidFill>
                  <a:srgbClr val="BD463E"/>
                </a:solidFill>
                <a:latin typeface="Apple SD Gothic Neo"/>
                <a:ea typeface="Apple SD Gothic Neo"/>
                <a:cs typeface="Apple SD Gothic Neo"/>
              </a:defRPr>
            </a:lvl2pPr>
            <a:lvl3pPr algn="l">
              <a:defRPr sz="842" b="1">
                <a:solidFill>
                  <a:srgbClr val="BD463E"/>
                </a:solidFill>
                <a:latin typeface="Apple SD Gothic Neo"/>
                <a:ea typeface="Apple SD Gothic Neo"/>
                <a:cs typeface="Apple SD Gothic Neo"/>
              </a:defRPr>
            </a:lvl3pPr>
            <a:lvl4pPr algn="l">
              <a:defRPr sz="842" b="1">
                <a:solidFill>
                  <a:srgbClr val="BD463E"/>
                </a:solidFill>
                <a:latin typeface="Apple SD Gothic Neo"/>
                <a:ea typeface="Apple SD Gothic Neo"/>
                <a:cs typeface="Apple SD Gothic Neo"/>
              </a:defRPr>
            </a:lvl4pPr>
            <a:lvl5pPr algn="l">
              <a:defRPr sz="842" b="1">
                <a:solidFill>
                  <a:srgbClr val="BD463E"/>
                </a:solidFill>
                <a:latin typeface="Apple SD Gothic Neo"/>
                <a:ea typeface="Apple SD Gothic Neo"/>
                <a:cs typeface="Apple SD Gothic Neo"/>
              </a:defRPr>
            </a:lvl5pPr>
            <a:lvl6pPr algn="l">
              <a:defRPr sz="842" b="1">
                <a:solidFill>
                  <a:srgbClr val="BD463E"/>
                </a:solidFill>
                <a:latin typeface="Apple SD Gothic Neo"/>
                <a:ea typeface="Apple SD Gothic Neo"/>
                <a:cs typeface="Apple SD Gothic Neo"/>
              </a:defRPr>
            </a:lvl6pPr>
            <a:lvl7pPr algn="l">
              <a:defRPr sz="842" b="1">
                <a:solidFill>
                  <a:srgbClr val="BD463E"/>
                </a:solidFill>
                <a:latin typeface="Apple SD Gothic Neo"/>
                <a:ea typeface="Apple SD Gothic Neo"/>
                <a:cs typeface="Apple SD Gothic Neo"/>
              </a:defRPr>
            </a:lvl7pPr>
            <a:lvl8pPr algn="l">
              <a:defRPr sz="842" b="1">
                <a:solidFill>
                  <a:srgbClr val="BD463E"/>
                </a:solidFill>
                <a:latin typeface="Apple SD Gothic Neo"/>
                <a:ea typeface="Apple SD Gothic Neo"/>
                <a:cs typeface="Apple SD Gothic Neo"/>
              </a:defRPr>
            </a:lvl8pPr>
            <a:lvl9pPr algn="l">
              <a:defRPr sz="842" b="1">
                <a:solidFill>
                  <a:srgbClr val="BD463E"/>
                </a:solidFill>
                <a:latin typeface="Apple SD Gothic Neo"/>
                <a:ea typeface="Apple SD Gothic Neo"/>
                <a:cs typeface="Apple SD Gothic Neo"/>
              </a:defRPr>
            </a:lvl9pPr>
          </a:lstStyle>
          <a:p xmlns:a="http://schemas.openxmlformats.org/drawingml/2006/main">
            <a:pPr algn="l">
              <a:defRPr sz="842" b="1">
                <a:solidFill>
                  <a:srgbClr val="BD463E"/>
                </a:solidFill>
                <a:latin typeface="Apple SD Gothic Neo"/>
                <a:ea typeface="Apple SD Gothic Neo"/>
                <a:cs typeface="Apple SD Gothic Neo"/>
              </a:defRPr>
            </a:pPr>
            <a:r>
              <a:rPr sz="842" b="1">
                <a:solidFill>
                  <a:srgbClr val="BD463E"/>
                </a:solidFill>
                <a:latin typeface="Apple SD Gothic Neo"/>
                <a:ea typeface="Apple SD Gothic Neo"/>
                <a:cs typeface="Apple SD Gothic Neo"/>
              </a:rPr>
              <a:t>3  위급</a:t>
            </a:r>
          </a:p>
        </p:txBody>
      </p:sp>
      <p:sp>
        <p:nvSpPr>
          <p:cNvPr id="73" name="s1-72-rect">
            <a:extLst xmlns:a="http://schemas.openxmlformats.org/drawingml/2006/main">
              <a:ext uri="{FF2B5EF4-FFF2-40B4-BE49-F238E27FC236}">
                <a16:creationId xmlns:a16="http://schemas.microsoft.com/office/drawing/2014/main" id="{F3D86076-8C49-4D2C-81FE-AEAF20CAB494}"/>
              </a:ext>
            </a:extLst>
          </p:cNvPr>
          <p:cNvSpPr>
            <a:spLocks xmlns:a="http://schemas.openxmlformats.org/drawingml/2006/main" noGrp="1"/>
          </p:cNvSpPr>
          <p:nvPr/>
        </p:nvSpPr>
        <p:spPr>
          <a:xfrm xmlns:a="http://schemas.openxmlformats.org/drawingml/2006/main">
            <a:off x="12138660" y="4844034"/>
            <a:ext cx="201168" cy="25146"/>
          </a:xfrm>
          <a:prstGeom xmlns:a="http://schemas.openxmlformats.org/drawingml/2006/main" prst="roundRect">
            <a:avLst>
              <a:gd name="adj" fmla="val 50000"/>
            </a:avLst>
          </a:prstGeom>
          <a:solidFill xmlns:a="http://schemas.openxmlformats.org/drawingml/2006/main">
            <a:srgbClr val="DAE3DC"/>
          </a:solidFill>
          <a:ln xmlns:a="http://schemas.openxmlformats.org/drawingml/2006/main" w="9525">
            <a:noFill/>
            <a:prstDash val="solid"/>
          </a:ln>
        </p:spPr>
      </p:sp>
      <p:sp>
        <p:nvSpPr>
          <p:cNvPr id="74" name="s1-73-text">
            <a:extLst xmlns:a="http://schemas.openxmlformats.org/drawingml/2006/main">
              <a:ext uri="{FF2B5EF4-FFF2-40B4-BE49-F238E27FC236}">
                <a16:creationId xmlns:a16="http://schemas.microsoft.com/office/drawing/2014/main" id="{6CE20B3D-9211-4512-9D70-3C58F68E288E}"/>
              </a:ext>
            </a:extLst>
          </p:cNvPr>
          <p:cNvSpPr>
            <a:spLocks xmlns:a="http://schemas.openxmlformats.org/drawingml/2006/main" noGrp="1"/>
          </p:cNvSpPr>
          <p:nvPr/>
        </p:nvSpPr>
        <p:spPr>
          <a:xfrm xmlns:a="http://schemas.openxmlformats.org/drawingml/2006/main">
            <a:off x="12773025" y="4038600"/>
            <a:ext cx="16859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BD463E"/>
                </a:solidFill>
                <a:latin typeface="Apple SD Gothic Neo"/>
                <a:ea typeface="Apple SD Gothic Neo"/>
                <a:cs typeface="Apple SD Gothic Neo"/>
              </a:defRPr>
            </a:defPPr>
            <a:lvl1pPr algn="l">
              <a:defRPr sz="1950" b="1">
                <a:solidFill>
                  <a:srgbClr val="BD463E"/>
                </a:solidFill>
                <a:latin typeface="Apple SD Gothic Neo"/>
                <a:ea typeface="Apple SD Gothic Neo"/>
                <a:cs typeface="Apple SD Gothic Neo"/>
              </a:defRPr>
            </a:lvl1pPr>
            <a:lvl2pPr algn="l">
              <a:defRPr sz="1950" b="1">
                <a:solidFill>
                  <a:srgbClr val="BD463E"/>
                </a:solidFill>
                <a:latin typeface="Apple SD Gothic Neo"/>
                <a:ea typeface="Apple SD Gothic Neo"/>
                <a:cs typeface="Apple SD Gothic Neo"/>
              </a:defRPr>
            </a:lvl2pPr>
            <a:lvl3pPr algn="l">
              <a:defRPr sz="1950" b="1">
                <a:solidFill>
                  <a:srgbClr val="BD463E"/>
                </a:solidFill>
                <a:latin typeface="Apple SD Gothic Neo"/>
                <a:ea typeface="Apple SD Gothic Neo"/>
                <a:cs typeface="Apple SD Gothic Neo"/>
              </a:defRPr>
            </a:lvl3pPr>
            <a:lvl4pPr algn="l">
              <a:defRPr sz="1950" b="1">
                <a:solidFill>
                  <a:srgbClr val="BD463E"/>
                </a:solidFill>
                <a:latin typeface="Apple SD Gothic Neo"/>
                <a:ea typeface="Apple SD Gothic Neo"/>
                <a:cs typeface="Apple SD Gothic Neo"/>
              </a:defRPr>
            </a:lvl4pPr>
            <a:lvl5pPr algn="l">
              <a:defRPr sz="1950" b="1">
                <a:solidFill>
                  <a:srgbClr val="BD463E"/>
                </a:solidFill>
                <a:latin typeface="Apple SD Gothic Neo"/>
                <a:ea typeface="Apple SD Gothic Neo"/>
                <a:cs typeface="Apple SD Gothic Neo"/>
              </a:defRPr>
            </a:lvl5pPr>
            <a:lvl6pPr algn="l">
              <a:defRPr sz="1950" b="1">
                <a:solidFill>
                  <a:srgbClr val="BD463E"/>
                </a:solidFill>
                <a:latin typeface="Apple SD Gothic Neo"/>
                <a:ea typeface="Apple SD Gothic Neo"/>
                <a:cs typeface="Apple SD Gothic Neo"/>
              </a:defRPr>
            </a:lvl6pPr>
            <a:lvl7pPr algn="l">
              <a:defRPr sz="1950" b="1">
                <a:solidFill>
                  <a:srgbClr val="BD463E"/>
                </a:solidFill>
                <a:latin typeface="Apple SD Gothic Neo"/>
                <a:ea typeface="Apple SD Gothic Neo"/>
                <a:cs typeface="Apple SD Gothic Neo"/>
              </a:defRPr>
            </a:lvl7pPr>
            <a:lvl8pPr algn="l">
              <a:defRPr sz="1950" b="1">
                <a:solidFill>
                  <a:srgbClr val="BD463E"/>
                </a:solidFill>
                <a:latin typeface="Apple SD Gothic Neo"/>
                <a:ea typeface="Apple SD Gothic Neo"/>
                <a:cs typeface="Apple SD Gothic Neo"/>
              </a:defRPr>
            </a:lvl8pPr>
            <a:lvl9pPr algn="l">
              <a:defRPr sz="1950" b="1">
                <a:solidFill>
                  <a:srgbClr val="BD463E"/>
                </a:solidFill>
                <a:latin typeface="Apple SD Gothic Neo"/>
                <a:ea typeface="Apple SD Gothic Neo"/>
                <a:cs typeface="Apple SD Gothic Neo"/>
              </a:defRPr>
            </a:lvl9pPr>
          </a:lstStyle>
          <a:p xmlns:a="http://schemas.openxmlformats.org/drawingml/2006/main">
            <a:pPr algn="l">
              <a:defRPr sz="1950" b="1">
                <a:solidFill>
                  <a:srgbClr val="BD463E"/>
                </a:solidFill>
                <a:latin typeface="Apple SD Gothic Neo"/>
                <a:ea typeface="Apple SD Gothic Neo"/>
                <a:cs typeface="Apple SD Gothic Neo"/>
              </a:defRPr>
            </a:pPr>
            <a:r>
              <a:rPr sz="1950" b="1">
                <a:solidFill>
                  <a:srgbClr val="BD463E"/>
                </a:solidFill>
                <a:latin typeface="Apple SD Gothic Neo"/>
                <a:ea typeface="Apple SD Gothic Neo"/>
                <a:cs typeface="Apple SD Gothic Neo"/>
              </a:rPr>
              <a:t>개인 안내</a:t>
            </a:r>
          </a:p>
        </p:txBody>
      </p:sp>
      <p:sp>
        <p:nvSpPr>
          <p:cNvPr id="75" name="s1-74-text">
            <a:extLst xmlns:a="http://schemas.openxmlformats.org/drawingml/2006/main">
              <a:ext uri="{FF2B5EF4-FFF2-40B4-BE49-F238E27FC236}">
                <a16:creationId xmlns:a16="http://schemas.microsoft.com/office/drawing/2014/main" id="{2D81F6C0-D44E-45BB-B22C-044E957E40AD}"/>
              </a:ext>
            </a:extLst>
          </p:cNvPr>
          <p:cNvSpPr>
            <a:spLocks xmlns:a="http://schemas.openxmlformats.org/drawingml/2006/main" noGrp="1"/>
          </p:cNvSpPr>
          <p:nvPr/>
        </p:nvSpPr>
        <p:spPr>
          <a:xfrm xmlns:a="http://schemas.openxmlformats.org/drawingml/2006/main">
            <a:off x="12773025" y="4419600"/>
            <a:ext cx="16478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1736F"/>
                </a:solidFill>
                <a:latin typeface="Apple SD Gothic Neo"/>
                <a:ea typeface="Apple SD Gothic Neo"/>
                <a:cs typeface="Apple SD Gothic Neo"/>
              </a:defRPr>
            </a:defPPr>
            <a:lvl1pPr algn="l">
              <a:defRPr sz="1650" b="0">
                <a:solidFill>
                  <a:srgbClr val="61736F"/>
                </a:solidFill>
                <a:latin typeface="Apple SD Gothic Neo"/>
                <a:ea typeface="Apple SD Gothic Neo"/>
                <a:cs typeface="Apple SD Gothic Neo"/>
              </a:defRPr>
            </a:lvl1pPr>
            <a:lvl2pPr algn="l">
              <a:defRPr sz="1650" b="0">
                <a:solidFill>
                  <a:srgbClr val="61736F"/>
                </a:solidFill>
                <a:latin typeface="Apple SD Gothic Neo"/>
                <a:ea typeface="Apple SD Gothic Neo"/>
                <a:cs typeface="Apple SD Gothic Neo"/>
              </a:defRPr>
            </a:lvl2pPr>
            <a:lvl3pPr algn="l">
              <a:defRPr sz="1650" b="0">
                <a:solidFill>
                  <a:srgbClr val="61736F"/>
                </a:solidFill>
                <a:latin typeface="Apple SD Gothic Neo"/>
                <a:ea typeface="Apple SD Gothic Neo"/>
                <a:cs typeface="Apple SD Gothic Neo"/>
              </a:defRPr>
            </a:lvl3pPr>
            <a:lvl4pPr algn="l">
              <a:defRPr sz="1650" b="0">
                <a:solidFill>
                  <a:srgbClr val="61736F"/>
                </a:solidFill>
                <a:latin typeface="Apple SD Gothic Neo"/>
                <a:ea typeface="Apple SD Gothic Neo"/>
                <a:cs typeface="Apple SD Gothic Neo"/>
              </a:defRPr>
            </a:lvl4pPr>
            <a:lvl5pPr algn="l">
              <a:defRPr sz="1650" b="0">
                <a:solidFill>
                  <a:srgbClr val="61736F"/>
                </a:solidFill>
                <a:latin typeface="Apple SD Gothic Neo"/>
                <a:ea typeface="Apple SD Gothic Neo"/>
                <a:cs typeface="Apple SD Gothic Neo"/>
              </a:defRPr>
            </a:lvl5pPr>
            <a:lvl6pPr algn="l">
              <a:defRPr sz="1650" b="0">
                <a:solidFill>
                  <a:srgbClr val="61736F"/>
                </a:solidFill>
                <a:latin typeface="Apple SD Gothic Neo"/>
                <a:ea typeface="Apple SD Gothic Neo"/>
                <a:cs typeface="Apple SD Gothic Neo"/>
              </a:defRPr>
            </a:lvl6pPr>
            <a:lvl7pPr algn="l">
              <a:defRPr sz="1650" b="0">
                <a:solidFill>
                  <a:srgbClr val="61736F"/>
                </a:solidFill>
                <a:latin typeface="Apple SD Gothic Neo"/>
                <a:ea typeface="Apple SD Gothic Neo"/>
                <a:cs typeface="Apple SD Gothic Neo"/>
              </a:defRPr>
            </a:lvl7pPr>
            <a:lvl8pPr algn="l">
              <a:defRPr sz="1650" b="0">
                <a:solidFill>
                  <a:srgbClr val="61736F"/>
                </a:solidFill>
                <a:latin typeface="Apple SD Gothic Neo"/>
                <a:ea typeface="Apple SD Gothic Neo"/>
                <a:cs typeface="Apple SD Gothic Neo"/>
              </a:defRPr>
            </a:lvl8pPr>
            <a:lvl9pPr algn="l">
              <a:defRPr sz="1650" b="0">
                <a:solidFill>
                  <a:srgbClr val="61736F"/>
                </a:solidFill>
                <a:latin typeface="Apple SD Gothic Neo"/>
                <a:ea typeface="Apple SD Gothic Neo"/>
                <a:cs typeface="Apple SD Gothic Neo"/>
              </a:defRPr>
            </a:lvl9pPr>
          </a:lstStyle>
          <a:p xmlns:a="http://schemas.openxmlformats.org/drawingml/2006/main">
            <a:pPr algn="l">
              <a:defRPr sz="1650" b="0">
                <a:solidFill>
                  <a:srgbClr val="61736F"/>
                </a:solidFill>
                <a:latin typeface="Apple SD Gothic Neo"/>
                <a:ea typeface="Apple SD Gothic Neo"/>
                <a:cs typeface="Apple SD Gothic Neo"/>
              </a:defRPr>
            </a:pPr>
            <a:r>
              <a:rPr sz="1650" b="0">
                <a:solidFill>
                  <a:srgbClr val="61736F"/>
                </a:solidFill>
                <a:latin typeface="Apple SD Gothic Neo"/>
                <a:ea typeface="Apple SD Gothic Neo"/>
                <a:cs typeface="Apple SD Gothic Neo"/>
              </a:rPr>
              <a:t>화면 업데이트</a:t>
            </a:r>
          </a:p>
        </p:txBody>
      </p:sp>
      <p:sp>
        <p:nvSpPr>
          <p:cNvPr id="76" name="s1-75-poly">
            <a:extLst xmlns:a="http://schemas.openxmlformats.org/drawingml/2006/main">
              <a:ext uri="{FF2B5EF4-FFF2-40B4-BE49-F238E27FC236}">
                <a16:creationId xmlns:a16="http://schemas.microsoft.com/office/drawing/2014/main" id="{BB7D363A-7D34-4EDF-B6F6-C654B5C0DF58}"/>
              </a:ext>
            </a:extLst>
          </p:cNvPr>
          <p:cNvSpPr>
            <a:spLocks xmlns:a="http://schemas.openxmlformats.org/drawingml/2006/main" noGrp="1"/>
          </p:cNvSpPr>
          <p:nvPr/>
        </p:nvSpPr>
        <p:spPr>
          <a:xfrm xmlns:a="http://schemas.openxmlformats.org/drawingml/2006/main">
            <a:off x="3800475" y="4371975"/>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8575">
            <a:solidFill>
              <a:srgbClr val="71817D"/>
            </a:solidFill>
            <a:prstDash val="solid"/>
          </a:ln>
        </p:spPr>
      </p:sp>
      <p:sp>
        <p:nvSpPr>
          <p:cNvPr id="77" name="s1-76-poly">
            <a:extLst xmlns:a="http://schemas.openxmlformats.org/drawingml/2006/main">
              <a:ext uri="{FF2B5EF4-FFF2-40B4-BE49-F238E27FC236}">
                <a16:creationId xmlns:a16="http://schemas.microsoft.com/office/drawing/2014/main" id="{F01CD83D-1B4A-42E6-8CC6-C95939285591}"/>
              </a:ext>
            </a:extLst>
          </p:cNvPr>
          <p:cNvSpPr>
            <a:spLocks xmlns:a="http://schemas.openxmlformats.org/drawingml/2006/main" noGrp="1"/>
          </p:cNvSpPr>
          <p:nvPr/>
        </p:nvSpPr>
        <p:spPr>
          <a:xfrm xmlns:a="http://schemas.openxmlformats.org/drawingml/2006/main">
            <a:off x="3962400" y="4305300"/>
            <a:ext cx="152400" cy="133350"/>
          </a:xfrm>
          <a:custGeom xmlns:a="http://schemas.openxmlformats.org/drawingml/2006/main">
            <a:pathLst>
              <a:path w="152400" h="133350">
                <a:moveTo>
                  <a:pt x="0" y="0"/>
                </a:moveTo>
                <a:lnTo>
                  <a:pt x="152400" y="66675"/>
                </a:lnTo>
                <a:lnTo>
                  <a:pt x="0" y="133350"/>
                </a:lnTo>
              </a:path>
            </a:pathLst>
          </a:custGeom>
          <a:noFill xmlns:a="http://schemas.openxmlformats.org/drawingml/2006/main"/>
          <a:ln xmlns:a="http://schemas.openxmlformats.org/drawingml/2006/main" w="28575">
            <a:solidFill>
              <a:srgbClr val="71817D"/>
            </a:solidFill>
            <a:prstDash val="solid"/>
          </a:ln>
        </p:spPr>
      </p:sp>
      <p:sp>
        <p:nvSpPr>
          <p:cNvPr id="78" name="s1-77-poly">
            <a:extLst xmlns:a="http://schemas.openxmlformats.org/drawingml/2006/main">
              <a:ext uri="{FF2B5EF4-FFF2-40B4-BE49-F238E27FC236}">
                <a16:creationId xmlns:a16="http://schemas.microsoft.com/office/drawing/2014/main" id="{1EC611F0-C1E9-45EF-BE45-608A0BFC40BB}"/>
              </a:ext>
            </a:extLst>
          </p:cNvPr>
          <p:cNvSpPr>
            <a:spLocks xmlns:a="http://schemas.openxmlformats.org/drawingml/2006/main" noGrp="1"/>
          </p:cNvSpPr>
          <p:nvPr/>
        </p:nvSpPr>
        <p:spPr>
          <a:xfrm xmlns:a="http://schemas.openxmlformats.org/drawingml/2006/main">
            <a:off x="7439025" y="4371975"/>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8575">
            <a:solidFill>
              <a:srgbClr val="71817D"/>
            </a:solidFill>
            <a:prstDash val="solid"/>
          </a:ln>
        </p:spPr>
      </p:sp>
      <p:sp>
        <p:nvSpPr>
          <p:cNvPr id="79" name="s1-78-poly">
            <a:extLst xmlns:a="http://schemas.openxmlformats.org/drawingml/2006/main">
              <a:ext uri="{FF2B5EF4-FFF2-40B4-BE49-F238E27FC236}">
                <a16:creationId xmlns:a16="http://schemas.microsoft.com/office/drawing/2014/main" id="{58CEF7CF-E916-4098-B1EA-97B52F211EBB}"/>
              </a:ext>
            </a:extLst>
          </p:cNvPr>
          <p:cNvSpPr>
            <a:spLocks xmlns:a="http://schemas.openxmlformats.org/drawingml/2006/main" noGrp="1"/>
          </p:cNvSpPr>
          <p:nvPr/>
        </p:nvSpPr>
        <p:spPr>
          <a:xfrm xmlns:a="http://schemas.openxmlformats.org/drawingml/2006/main">
            <a:off x="7600950" y="4305300"/>
            <a:ext cx="152400" cy="133350"/>
          </a:xfrm>
          <a:custGeom xmlns:a="http://schemas.openxmlformats.org/drawingml/2006/main">
            <a:pathLst>
              <a:path w="152400" h="133350">
                <a:moveTo>
                  <a:pt x="0" y="0"/>
                </a:moveTo>
                <a:lnTo>
                  <a:pt x="152400" y="66675"/>
                </a:lnTo>
                <a:lnTo>
                  <a:pt x="0" y="133350"/>
                </a:lnTo>
              </a:path>
            </a:pathLst>
          </a:custGeom>
          <a:noFill xmlns:a="http://schemas.openxmlformats.org/drawingml/2006/main"/>
          <a:ln xmlns:a="http://schemas.openxmlformats.org/drawingml/2006/main" w="28575">
            <a:solidFill>
              <a:srgbClr val="71817D"/>
            </a:solidFill>
            <a:prstDash val="solid"/>
          </a:ln>
        </p:spPr>
      </p:sp>
      <p:sp>
        <p:nvSpPr>
          <p:cNvPr id="80" name="s1-79-poly">
            <a:extLst xmlns:a="http://schemas.openxmlformats.org/drawingml/2006/main">
              <a:ext uri="{FF2B5EF4-FFF2-40B4-BE49-F238E27FC236}">
                <a16:creationId xmlns:a16="http://schemas.microsoft.com/office/drawing/2014/main" id="{946C30BE-FD75-49EA-8FCA-8FCB425A62E1}"/>
              </a:ext>
            </a:extLst>
          </p:cNvPr>
          <p:cNvSpPr>
            <a:spLocks xmlns:a="http://schemas.openxmlformats.org/drawingml/2006/main" noGrp="1"/>
          </p:cNvSpPr>
          <p:nvPr/>
        </p:nvSpPr>
        <p:spPr>
          <a:xfrm xmlns:a="http://schemas.openxmlformats.org/drawingml/2006/main">
            <a:off x="11077575" y="4371975"/>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8575">
            <a:solidFill>
              <a:srgbClr val="71817D"/>
            </a:solidFill>
            <a:prstDash val="solid"/>
          </a:ln>
        </p:spPr>
      </p:sp>
      <p:sp>
        <p:nvSpPr>
          <p:cNvPr id="81" name="s1-80-poly">
            <a:extLst xmlns:a="http://schemas.openxmlformats.org/drawingml/2006/main">
              <a:ext uri="{FF2B5EF4-FFF2-40B4-BE49-F238E27FC236}">
                <a16:creationId xmlns:a16="http://schemas.microsoft.com/office/drawing/2014/main" id="{A624C6D8-63C7-4AEA-8D82-E6B0ECFA5999}"/>
              </a:ext>
            </a:extLst>
          </p:cNvPr>
          <p:cNvSpPr>
            <a:spLocks xmlns:a="http://schemas.openxmlformats.org/drawingml/2006/main" noGrp="1"/>
          </p:cNvSpPr>
          <p:nvPr/>
        </p:nvSpPr>
        <p:spPr>
          <a:xfrm xmlns:a="http://schemas.openxmlformats.org/drawingml/2006/main">
            <a:off x="11239500" y="4305300"/>
            <a:ext cx="152400" cy="133350"/>
          </a:xfrm>
          <a:custGeom xmlns:a="http://schemas.openxmlformats.org/drawingml/2006/main">
            <a:pathLst>
              <a:path w="152400" h="133350">
                <a:moveTo>
                  <a:pt x="0" y="0"/>
                </a:moveTo>
                <a:lnTo>
                  <a:pt x="152400" y="66675"/>
                </a:lnTo>
                <a:lnTo>
                  <a:pt x="0" y="133350"/>
                </a:lnTo>
              </a:path>
            </a:pathLst>
          </a:custGeom>
          <a:noFill xmlns:a="http://schemas.openxmlformats.org/drawingml/2006/main"/>
          <a:ln xmlns:a="http://schemas.openxmlformats.org/drawingml/2006/main" w="28575">
            <a:solidFill>
              <a:srgbClr val="71817D"/>
            </a:solidFill>
            <a:prstDash val="solid"/>
          </a:ln>
        </p:spPr>
      </p:sp>
      <p:sp>
        <p:nvSpPr>
          <p:cNvPr id="82" name="s1-81-text">
            <a:extLst xmlns:a="http://schemas.openxmlformats.org/drawingml/2006/main">
              <a:ext uri="{FF2B5EF4-FFF2-40B4-BE49-F238E27FC236}">
                <a16:creationId xmlns:a16="http://schemas.microsoft.com/office/drawing/2014/main" id="{47D41CFF-5A49-4010-9065-BCCBCFFFF760}"/>
              </a:ext>
            </a:extLst>
          </p:cNvPr>
          <p:cNvSpPr>
            <a:spLocks xmlns:a="http://schemas.openxmlformats.org/drawingml/2006/main" noGrp="1"/>
          </p:cNvSpPr>
          <p:nvPr/>
        </p:nvSpPr>
        <p:spPr>
          <a:xfrm xmlns:a="http://schemas.openxmlformats.org/drawingml/2006/main">
            <a:off x="685800" y="6115050"/>
            <a:ext cx="3105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a:solidFill>
                  <a:srgbClr val="1C7055"/>
                </a:solidFill>
                <a:latin typeface="Apple SD Gothic Neo"/>
                <a:ea typeface="Apple SD Gothic Neo"/>
                <a:cs typeface="Apple SD Gothic Neo"/>
              </a:defRPr>
            </a:defPPr>
            <a:lvl1pPr algn="l">
              <a:defRPr sz="1425" b="0">
                <a:solidFill>
                  <a:srgbClr val="1C7055"/>
                </a:solidFill>
                <a:latin typeface="Apple SD Gothic Neo"/>
                <a:ea typeface="Apple SD Gothic Neo"/>
                <a:cs typeface="Apple SD Gothic Neo"/>
              </a:defRPr>
            </a:lvl1pPr>
            <a:lvl2pPr algn="l">
              <a:defRPr sz="1425" b="0">
                <a:solidFill>
                  <a:srgbClr val="1C7055"/>
                </a:solidFill>
                <a:latin typeface="Apple SD Gothic Neo"/>
                <a:ea typeface="Apple SD Gothic Neo"/>
                <a:cs typeface="Apple SD Gothic Neo"/>
              </a:defRPr>
            </a:lvl2pPr>
            <a:lvl3pPr algn="l">
              <a:defRPr sz="1425" b="0">
                <a:solidFill>
                  <a:srgbClr val="1C7055"/>
                </a:solidFill>
                <a:latin typeface="Apple SD Gothic Neo"/>
                <a:ea typeface="Apple SD Gothic Neo"/>
                <a:cs typeface="Apple SD Gothic Neo"/>
              </a:defRPr>
            </a:lvl3pPr>
            <a:lvl4pPr algn="l">
              <a:defRPr sz="1425" b="0">
                <a:solidFill>
                  <a:srgbClr val="1C7055"/>
                </a:solidFill>
                <a:latin typeface="Apple SD Gothic Neo"/>
                <a:ea typeface="Apple SD Gothic Neo"/>
                <a:cs typeface="Apple SD Gothic Neo"/>
              </a:defRPr>
            </a:lvl4pPr>
            <a:lvl5pPr algn="l">
              <a:defRPr sz="1425" b="0">
                <a:solidFill>
                  <a:srgbClr val="1C7055"/>
                </a:solidFill>
                <a:latin typeface="Apple SD Gothic Neo"/>
                <a:ea typeface="Apple SD Gothic Neo"/>
                <a:cs typeface="Apple SD Gothic Neo"/>
              </a:defRPr>
            </a:lvl5pPr>
            <a:lvl6pPr algn="l">
              <a:defRPr sz="1425" b="0">
                <a:solidFill>
                  <a:srgbClr val="1C7055"/>
                </a:solidFill>
                <a:latin typeface="Apple SD Gothic Neo"/>
                <a:ea typeface="Apple SD Gothic Neo"/>
                <a:cs typeface="Apple SD Gothic Neo"/>
              </a:defRPr>
            </a:lvl6pPr>
            <a:lvl7pPr algn="l">
              <a:defRPr sz="1425" b="0">
                <a:solidFill>
                  <a:srgbClr val="1C7055"/>
                </a:solidFill>
                <a:latin typeface="Apple SD Gothic Neo"/>
                <a:ea typeface="Apple SD Gothic Neo"/>
                <a:cs typeface="Apple SD Gothic Neo"/>
              </a:defRPr>
            </a:lvl7pPr>
            <a:lvl8pPr algn="l">
              <a:defRPr sz="1425" b="0">
                <a:solidFill>
                  <a:srgbClr val="1C7055"/>
                </a:solidFill>
                <a:latin typeface="Apple SD Gothic Neo"/>
                <a:ea typeface="Apple SD Gothic Neo"/>
                <a:cs typeface="Apple SD Gothic Neo"/>
              </a:defRPr>
            </a:lvl8pPr>
            <a:lvl9pPr algn="l">
              <a:defRPr sz="1425" b="0">
                <a:solidFill>
                  <a:srgbClr val="1C7055"/>
                </a:solidFill>
                <a:latin typeface="Apple SD Gothic Neo"/>
                <a:ea typeface="Apple SD Gothic Neo"/>
                <a:cs typeface="Apple SD Gothic Neo"/>
              </a:defRPr>
            </a:lvl9pPr>
          </a:lstStyle>
          <a:p xmlns:a="http://schemas.openxmlformats.org/drawingml/2006/main">
            <a:pPr algn="l">
              <a:defRPr sz="1425" b="0">
                <a:solidFill>
                  <a:srgbClr val="1C7055"/>
                </a:solidFill>
                <a:latin typeface="Apple SD Gothic Neo"/>
                <a:ea typeface="Apple SD Gothic Neo"/>
                <a:cs typeface="Apple SD Gothic Neo"/>
              </a:defRPr>
            </a:pPr>
            <a:r>
              <a:rPr sz="1425" b="0">
                <a:solidFill>
                  <a:srgbClr val="1C7055"/>
                </a:solidFill>
                <a:latin typeface="Apple SD Gothic Neo"/>
                <a:ea typeface="Apple SD Gothic Neo"/>
                <a:cs typeface="Apple SD Gothic Neo"/>
              </a:rPr>
              <a:t>K8s 자동 수집은 보류</a:t>
            </a:r>
          </a:p>
        </p:txBody>
      </p:sp>
      <p:sp>
        <p:nvSpPr>
          <p:cNvPr id="83" name="s1-82-text">
            <a:extLst xmlns:a="http://schemas.openxmlformats.org/drawingml/2006/main">
              <a:ext uri="{FF2B5EF4-FFF2-40B4-BE49-F238E27FC236}">
                <a16:creationId xmlns:a16="http://schemas.microsoft.com/office/drawing/2014/main" id="{FAFA2DE5-3BFC-4219-A7C6-A2E76ADEDB54}"/>
              </a:ext>
            </a:extLst>
          </p:cNvPr>
          <p:cNvSpPr>
            <a:spLocks xmlns:a="http://schemas.openxmlformats.org/drawingml/2006/main" noGrp="1"/>
          </p:cNvSpPr>
          <p:nvPr/>
        </p:nvSpPr>
        <p:spPr>
          <a:xfrm xmlns:a="http://schemas.openxmlformats.org/drawingml/2006/main">
            <a:off x="4324350" y="6115050"/>
            <a:ext cx="3295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a:solidFill>
                  <a:srgbClr val="146C76"/>
                </a:solidFill>
                <a:latin typeface="Apple SD Gothic Neo"/>
                <a:ea typeface="Apple SD Gothic Neo"/>
                <a:cs typeface="Apple SD Gothic Neo"/>
              </a:defRPr>
            </a:defPPr>
            <a:lvl1pPr algn="l">
              <a:defRPr sz="1425" b="0">
                <a:solidFill>
                  <a:srgbClr val="146C76"/>
                </a:solidFill>
                <a:latin typeface="Apple SD Gothic Neo"/>
                <a:ea typeface="Apple SD Gothic Neo"/>
                <a:cs typeface="Apple SD Gothic Neo"/>
              </a:defRPr>
            </a:lvl1pPr>
            <a:lvl2pPr algn="l">
              <a:defRPr sz="1425" b="0">
                <a:solidFill>
                  <a:srgbClr val="146C76"/>
                </a:solidFill>
                <a:latin typeface="Apple SD Gothic Neo"/>
                <a:ea typeface="Apple SD Gothic Neo"/>
                <a:cs typeface="Apple SD Gothic Neo"/>
              </a:defRPr>
            </a:lvl2pPr>
            <a:lvl3pPr algn="l">
              <a:defRPr sz="1425" b="0">
                <a:solidFill>
                  <a:srgbClr val="146C76"/>
                </a:solidFill>
                <a:latin typeface="Apple SD Gothic Neo"/>
                <a:ea typeface="Apple SD Gothic Neo"/>
                <a:cs typeface="Apple SD Gothic Neo"/>
              </a:defRPr>
            </a:lvl3pPr>
            <a:lvl4pPr algn="l">
              <a:defRPr sz="1425" b="0">
                <a:solidFill>
                  <a:srgbClr val="146C76"/>
                </a:solidFill>
                <a:latin typeface="Apple SD Gothic Neo"/>
                <a:ea typeface="Apple SD Gothic Neo"/>
                <a:cs typeface="Apple SD Gothic Neo"/>
              </a:defRPr>
            </a:lvl4pPr>
            <a:lvl5pPr algn="l">
              <a:defRPr sz="1425" b="0">
                <a:solidFill>
                  <a:srgbClr val="146C76"/>
                </a:solidFill>
                <a:latin typeface="Apple SD Gothic Neo"/>
                <a:ea typeface="Apple SD Gothic Neo"/>
                <a:cs typeface="Apple SD Gothic Neo"/>
              </a:defRPr>
            </a:lvl5pPr>
            <a:lvl6pPr algn="l">
              <a:defRPr sz="1425" b="0">
                <a:solidFill>
                  <a:srgbClr val="146C76"/>
                </a:solidFill>
                <a:latin typeface="Apple SD Gothic Neo"/>
                <a:ea typeface="Apple SD Gothic Neo"/>
                <a:cs typeface="Apple SD Gothic Neo"/>
              </a:defRPr>
            </a:lvl6pPr>
            <a:lvl7pPr algn="l">
              <a:defRPr sz="1425" b="0">
                <a:solidFill>
                  <a:srgbClr val="146C76"/>
                </a:solidFill>
                <a:latin typeface="Apple SD Gothic Neo"/>
                <a:ea typeface="Apple SD Gothic Neo"/>
                <a:cs typeface="Apple SD Gothic Neo"/>
              </a:defRPr>
            </a:lvl7pPr>
            <a:lvl8pPr algn="l">
              <a:defRPr sz="1425" b="0">
                <a:solidFill>
                  <a:srgbClr val="146C76"/>
                </a:solidFill>
                <a:latin typeface="Apple SD Gothic Neo"/>
                <a:ea typeface="Apple SD Gothic Neo"/>
                <a:cs typeface="Apple SD Gothic Neo"/>
              </a:defRPr>
            </a:lvl8pPr>
            <a:lvl9pPr algn="l">
              <a:defRPr sz="1425" b="0">
                <a:solidFill>
                  <a:srgbClr val="146C76"/>
                </a:solidFill>
                <a:latin typeface="Apple SD Gothic Neo"/>
                <a:ea typeface="Apple SD Gothic Neo"/>
                <a:cs typeface="Apple SD Gothic Neo"/>
              </a:defRPr>
            </a:lvl9pPr>
          </a:lstStyle>
          <a:p xmlns:a="http://schemas.openxmlformats.org/drawingml/2006/main">
            <a:pPr algn="l">
              <a:defRPr sz="1425" b="0">
                <a:solidFill>
                  <a:srgbClr val="146C76"/>
                </a:solidFill>
                <a:latin typeface="Apple SD Gothic Neo"/>
                <a:ea typeface="Apple SD Gothic Neo"/>
                <a:cs typeface="Apple SD Gothic Neo"/>
              </a:defRPr>
            </a:pPr>
            <a:r>
              <a:rPr sz="1425" b="0">
                <a:solidFill>
                  <a:srgbClr val="146C76"/>
                </a:solidFill>
                <a:latin typeface="Apple SD Gothic Neo"/>
                <a:ea typeface="Apple SD Gothic Neo"/>
                <a:cs typeface="Apple SD Gothic Neo"/>
              </a:rPr>
              <a:t>AI 지연 시에도 정책 평가는 지속</a:t>
            </a:r>
          </a:p>
        </p:txBody>
      </p:sp>
      <p:sp>
        <p:nvSpPr>
          <p:cNvPr id="84" name="s1-83-text">
            <a:extLst xmlns:a="http://schemas.openxmlformats.org/drawingml/2006/main">
              <a:ext uri="{FF2B5EF4-FFF2-40B4-BE49-F238E27FC236}">
                <a16:creationId xmlns:a16="http://schemas.microsoft.com/office/drawing/2014/main" id="{8F5FE214-8E8E-4490-ABAF-98F9C3708475}"/>
              </a:ext>
            </a:extLst>
          </p:cNvPr>
          <p:cNvSpPr>
            <a:spLocks xmlns:a="http://schemas.openxmlformats.org/drawingml/2006/main" noGrp="1"/>
          </p:cNvSpPr>
          <p:nvPr/>
        </p:nvSpPr>
        <p:spPr>
          <a:xfrm xmlns:a="http://schemas.openxmlformats.org/drawingml/2006/main">
            <a:off x="11601450" y="6115050"/>
            <a:ext cx="295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a:solidFill>
                  <a:srgbClr val="BD463E"/>
                </a:solidFill>
                <a:latin typeface="Apple SD Gothic Neo"/>
                <a:ea typeface="Apple SD Gothic Neo"/>
                <a:cs typeface="Apple SD Gothic Neo"/>
              </a:defRPr>
            </a:defPPr>
            <a:lvl1pPr algn="l">
              <a:defRPr sz="1425" b="0">
                <a:solidFill>
                  <a:srgbClr val="BD463E"/>
                </a:solidFill>
                <a:latin typeface="Apple SD Gothic Neo"/>
                <a:ea typeface="Apple SD Gothic Neo"/>
                <a:cs typeface="Apple SD Gothic Neo"/>
              </a:defRPr>
            </a:lvl1pPr>
            <a:lvl2pPr algn="l">
              <a:defRPr sz="1425" b="0">
                <a:solidFill>
                  <a:srgbClr val="BD463E"/>
                </a:solidFill>
                <a:latin typeface="Apple SD Gothic Neo"/>
                <a:ea typeface="Apple SD Gothic Neo"/>
                <a:cs typeface="Apple SD Gothic Neo"/>
              </a:defRPr>
            </a:lvl2pPr>
            <a:lvl3pPr algn="l">
              <a:defRPr sz="1425" b="0">
                <a:solidFill>
                  <a:srgbClr val="BD463E"/>
                </a:solidFill>
                <a:latin typeface="Apple SD Gothic Neo"/>
                <a:ea typeface="Apple SD Gothic Neo"/>
                <a:cs typeface="Apple SD Gothic Neo"/>
              </a:defRPr>
            </a:lvl3pPr>
            <a:lvl4pPr algn="l">
              <a:defRPr sz="1425" b="0">
                <a:solidFill>
                  <a:srgbClr val="BD463E"/>
                </a:solidFill>
                <a:latin typeface="Apple SD Gothic Neo"/>
                <a:ea typeface="Apple SD Gothic Neo"/>
                <a:cs typeface="Apple SD Gothic Neo"/>
              </a:defRPr>
            </a:lvl4pPr>
            <a:lvl5pPr algn="l">
              <a:defRPr sz="1425" b="0">
                <a:solidFill>
                  <a:srgbClr val="BD463E"/>
                </a:solidFill>
                <a:latin typeface="Apple SD Gothic Neo"/>
                <a:ea typeface="Apple SD Gothic Neo"/>
                <a:cs typeface="Apple SD Gothic Neo"/>
              </a:defRPr>
            </a:lvl5pPr>
            <a:lvl6pPr algn="l">
              <a:defRPr sz="1425" b="0">
                <a:solidFill>
                  <a:srgbClr val="BD463E"/>
                </a:solidFill>
                <a:latin typeface="Apple SD Gothic Neo"/>
                <a:ea typeface="Apple SD Gothic Neo"/>
                <a:cs typeface="Apple SD Gothic Neo"/>
              </a:defRPr>
            </a:lvl6pPr>
            <a:lvl7pPr algn="l">
              <a:defRPr sz="1425" b="0">
                <a:solidFill>
                  <a:srgbClr val="BD463E"/>
                </a:solidFill>
                <a:latin typeface="Apple SD Gothic Neo"/>
                <a:ea typeface="Apple SD Gothic Neo"/>
                <a:cs typeface="Apple SD Gothic Neo"/>
              </a:defRPr>
            </a:lvl7pPr>
            <a:lvl8pPr algn="l">
              <a:defRPr sz="1425" b="0">
                <a:solidFill>
                  <a:srgbClr val="BD463E"/>
                </a:solidFill>
                <a:latin typeface="Apple SD Gothic Neo"/>
                <a:ea typeface="Apple SD Gothic Neo"/>
                <a:cs typeface="Apple SD Gothic Neo"/>
              </a:defRPr>
            </a:lvl8pPr>
            <a:lvl9pPr algn="l">
              <a:defRPr sz="1425" b="0">
                <a:solidFill>
                  <a:srgbClr val="BD463E"/>
                </a:solidFill>
                <a:latin typeface="Apple SD Gothic Neo"/>
                <a:ea typeface="Apple SD Gothic Neo"/>
                <a:cs typeface="Apple SD Gothic Neo"/>
              </a:defRPr>
            </a:lvl9pPr>
          </a:lstStyle>
          <a:p xmlns:a="http://schemas.openxmlformats.org/drawingml/2006/main">
            <a:pPr algn="l">
              <a:defRPr sz="1425" b="0">
                <a:solidFill>
                  <a:srgbClr val="BD463E"/>
                </a:solidFill>
                <a:latin typeface="Apple SD Gothic Neo"/>
                <a:ea typeface="Apple SD Gothic Neo"/>
                <a:cs typeface="Apple SD Gothic Neo"/>
              </a:defRPr>
            </a:pPr>
            <a:r>
              <a:rPr sz="1425" b="0">
                <a:solidFill>
                  <a:srgbClr val="BD463E"/>
                </a:solidFill>
                <a:latin typeface="Apple SD Gothic Neo"/>
                <a:ea typeface="Apple SD Gothic Neo"/>
                <a:cs typeface="Apple SD Gothic Neo"/>
              </a:rPr>
              <a:t>앱 연동·단말 검증 진행 중</a:t>
            </a:r>
          </a:p>
        </p:txBody>
      </p:sp>
      <p:sp>
        <p:nvSpPr>
          <p:cNvPr id="85" name="s1-84-rect">
            <a:extLst xmlns:a="http://schemas.openxmlformats.org/drawingml/2006/main">
              <a:ext uri="{FF2B5EF4-FFF2-40B4-BE49-F238E27FC236}">
                <a16:creationId xmlns:a16="http://schemas.microsoft.com/office/drawing/2014/main" id="{400B8191-A22F-45B6-B6B3-4444CAFEFAA7}"/>
              </a:ext>
            </a:extLst>
          </p:cNvPr>
          <p:cNvSpPr>
            <a:spLocks xmlns:a="http://schemas.openxmlformats.org/drawingml/2006/main" noGrp="1"/>
          </p:cNvSpPr>
          <p:nvPr/>
        </p:nvSpPr>
        <p:spPr>
          <a:xfrm xmlns:a="http://schemas.openxmlformats.org/drawingml/2006/main">
            <a:off x="685800" y="6572250"/>
            <a:ext cx="13868400" cy="1219200"/>
          </a:xfrm>
          <a:prstGeom xmlns:a="http://schemas.openxmlformats.org/drawingml/2006/main" prst="roundRect">
            <a:avLst>
              <a:gd name="adj" fmla="val 14063"/>
            </a:avLst>
          </a:prstGeom>
          <a:solidFill xmlns:a="http://schemas.openxmlformats.org/drawingml/2006/main">
            <a:srgbClr val="FFFFFF"/>
          </a:solidFill>
          <a:ln xmlns:a="http://schemas.openxmlformats.org/drawingml/2006/main" w="14288">
            <a:solidFill>
              <a:srgbClr val="DAE3DC"/>
            </a:solidFill>
            <a:prstDash val="solid"/>
          </a:ln>
        </p:spPr>
      </p:sp>
      <p:sp>
        <p:nvSpPr>
          <p:cNvPr id="86" name="s1-85-text">
            <a:extLst xmlns:a="http://schemas.openxmlformats.org/drawingml/2006/main">
              <a:ext uri="{FF2B5EF4-FFF2-40B4-BE49-F238E27FC236}">
                <a16:creationId xmlns:a16="http://schemas.microsoft.com/office/drawing/2014/main" id="{59108735-AEF9-4DDE-B21C-75C3BB39D776}"/>
              </a:ext>
            </a:extLst>
          </p:cNvPr>
          <p:cNvSpPr>
            <a:spLocks xmlns:a="http://schemas.openxmlformats.org/drawingml/2006/main" noGrp="1"/>
          </p:cNvSpPr>
          <p:nvPr/>
        </p:nvSpPr>
        <p:spPr>
          <a:xfrm xmlns:a="http://schemas.openxmlformats.org/drawingml/2006/main">
            <a:off x="914400" y="6753225"/>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61736F"/>
                </a:solidFill>
                <a:latin typeface="Apple SD Gothic Neo"/>
                <a:ea typeface="Apple SD Gothic Neo"/>
                <a:cs typeface="Apple SD Gothic Neo"/>
              </a:defRPr>
            </a:defPPr>
            <a:lvl1pPr algn="l">
              <a:defRPr sz="1725" b="1">
                <a:solidFill>
                  <a:srgbClr val="61736F"/>
                </a:solidFill>
                <a:latin typeface="Apple SD Gothic Neo"/>
                <a:ea typeface="Apple SD Gothic Neo"/>
                <a:cs typeface="Apple SD Gothic Neo"/>
              </a:defRPr>
            </a:lvl1pPr>
            <a:lvl2pPr algn="l">
              <a:defRPr sz="1725" b="1">
                <a:solidFill>
                  <a:srgbClr val="61736F"/>
                </a:solidFill>
                <a:latin typeface="Apple SD Gothic Neo"/>
                <a:ea typeface="Apple SD Gothic Neo"/>
                <a:cs typeface="Apple SD Gothic Neo"/>
              </a:defRPr>
            </a:lvl2pPr>
            <a:lvl3pPr algn="l">
              <a:defRPr sz="1725" b="1">
                <a:solidFill>
                  <a:srgbClr val="61736F"/>
                </a:solidFill>
                <a:latin typeface="Apple SD Gothic Neo"/>
                <a:ea typeface="Apple SD Gothic Neo"/>
                <a:cs typeface="Apple SD Gothic Neo"/>
              </a:defRPr>
            </a:lvl3pPr>
            <a:lvl4pPr algn="l">
              <a:defRPr sz="1725" b="1">
                <a:solidFill>
                  <a:srgbClr val="61736F"/>
                </a:solidFill>
                <a:latin typeface="Apple SD Gothic Neo"/>
                <a:ea typeface="Apple SD Gothic Neo"/>
                <a:cs typeface="Apple SD Gothic Neo"/>
              </a:defRPr>
            </a:lvl4pPr>
            <a:lvl5pPr algn="l">
              <a:defRPr sz="1725" b="1">
                <a:solidFill>
                  <a:srgbClr val="61736F"/>
                </a:solidFill>
                <a:latin typeface="Apple SD Gothic Neo"/>
                <a:ea typeface="Apple SD Gothic Neo"/>
                <a:cs typeface="Apple SD Gothic Neo"/>
              </a:defRPr>
            </a:lvl5pPr>
            <a:lvl6pPr algn="l">
              <a:defRPr sz="1725" b="1">
                <a:solidFill>
                  <a:srgbClr val="61736F"/>
                </a:solidFill>
                <a:latin typeface="Apple SD Gothic Neo"/>
                <a:ea typeface="Apple SD Gothic Neo"/>
                <a:cs typeface="Apple SD Gothic Neo"/>
              </a:defRPr>
            </a:lvl6pPr>
            <a:lvl7pPr algn="l">
              <a:defRPr sz="1725" b="1">
                <a:solidFill>
                  <a:srgbClr val="61736F"/>
                </a:solidFill>
                <a:latin typeface="Apple SD Gothic Neo"/>
                <a:ea typeface="Apple SD Gothic Neo"/>
                <a:cs typeface="Apple SD Gothic Neo"/>
              </a:defRPr>
            </a:lvl7pPr>
            <a:lvl8pPr algn="l">
              <a:defRPr sz="1725" b="1">
                <a:solidFill>
                  <a:srgbClr val="61736F"/>
                </a:solidFill>
                <a:latin typeface="Apple SD Gothic Neo"/>
                <a:ea typeface="Apple SD Gothic Neo"/>
                <a:cs typeface="Apple SD Gothic Neo"/>
              </a:defRPr>
            </a:lvl8pPr>
            <a:lvl9pPr algn="l">
              <a:defRPr sz="1725" b="1">
                <a:solidFill>
                  <a:srgbClr val="61736F"/>
                </a:solidFill>
                <a:latin typeface="Apple SD Gothic Neo"/>
                <a:ea typeface="Apple SD Gothic Neo"/>
                <a:cs typeface="Apple SD Gothic Neo"/>
              </a:defRPr>
            </a:lvl9pPr>
          </a:lstStyle>
          <a:p xmlns:a="http://schemas.openxmlformats.org/drawingml/2006/main">
            <a:pPr algn="l">
              <a:defRPr sz="1725" b="1">
                <a:solidFill>
                  <a:srgbClr val="61736F"/>
                </a:solidFill>
                <a:latin typeface="Apple SD Gothic Neo"/>
                <a:ea typeface="Apple SD Gothic Neo"/>
                <a:cs typeface="Apple SD Gothic Neo"/>
              </a:defRPr>
            </a:pPr>
            <a:r>
              <a:rPr sz="1725" b="1">
                <a:solidFill>
                  <a:srgbClr val="61736F"/>
                </a:solidFill>
                <a:latin typeface="Apple SD Gothic Neo"/>
                <a:ea typeface="Apple SD Gothic Neo"/>
                <a:cs typeface="Apple SD Gothic Neo"/>
              </a:rPr>
              <a:t>실행 위치</a:t>
            </a:r>
          </a:p>
        </p:txBody>
      </p:sp>
      <p:sp>
        <p:nvSpPr>
          <p:cNvPr id="87" name="s1-86-text">
            <a:extLst xmlns:a="http://schemas.openxmlformats.org/drawingml/2006/main">
              <a:ext uri="{FF2B5EF4-FFF2-40B4-BE49-F238E27FC236}">
                <a16:creationId xmlns:a16="http://schemas.microsoft.com/office/drawing/2014/main" id="{E5A51913-8D98-451B-808B-2C8A47C997CD}"/>
              </a:ext>
            </a:extLst>
          </p:cNvPr>
          <p:cNvSpPr>
            <a:spLocks xmlns:a="http://schemas.openxmlformats.org/drawingml/2006/main" noGrp="1"/>
          </p:cNvSpPr>
          <p:nvPr/>
        </p:nvSpPr>
        <p:spPr>
          <a:xfrm xmlns:a="http://schemas.openxmlformats.org/drawingml/2006/main">
            <a:off x="2686050" y="674370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1C7055"/>
                </a:solidFill>
                <a:latin typeface="Apple SD Gothic Neo"/>
                <a:ea typeface="Apple SD Gothic Neo"/>
                <a:cs typeface="Apple SD Gothic Neo"/>
              </a:defRPr>
            </a:defPPr>
            <a:lvl1pPr algn="l">
              <a:defRPr sz="1875" b="1">
                <a:solidFill>
                  <a:srgbClr val="1C7055"/>
                </a:solidFill>
                <a:latin typeface="Apple SD Gothic Neo"/>
                <a:ea typeface="Apple SD Gothic Neo"/>
                <a:cs typeface="Apple SD Gothic Neo"/>
              </a:defRPr>
            </a:lvl1pPr>
            <a:lvl2pPr algn="l">
              <a:defRPr sz="1875" b="1">
                <a:solidFill>
                  <a:srgbClr val="1C7055"/>
                </a:solidFill>
                <a:latin typeface="Apple SD Gothic Neo"/>
                <a:ea typeface="Apple SD Gothic Neo"/>
                <a:cs typeface="Apple SD Gothic Neo"/>
              </a:defRPr>
            </a:lvl2pPr>
            <a:lvl3pPr algn="l">
              <a:defRPr sz="1875" b="1">
                <a:solidFill>
                  <a:srgbClr val="1C7055"/>
                </a:solidFill>
                <a:latin typeface="Apple SD Gothic Neo"/>
                <a:ea typeface="Apple SD Gothic Neo"/>
                <a:cs typeface="Apple SD Gothic Neo"/>
              </a:defRPr>
            </a:lvl3pPr>
            <a:lvl4pPr algn="l">
              <a:defRPr sz="1875" b="1">
                <a:solidFill>
                  <a:srgbClr val="1C7055"/>
                </a:solidFill>
                <a:latin typeface="Apple SD Gothic Neo"/>
                <a:ea typeface="Apple SD Gothic Neo"/>
                <a:cs typeface="Apple SD Gothic Neo"/>
              </a:defRPr>
            </a:lvl4pPr>
            <a:lvl5pPr algn="l">
              <a:defRPr sz="1875" b="1">
                <a:solidFill>
                  <a:srgbClr val="1C7055"/>
                </a:solidFill>
                <a:latin typeface="Apple SD Gothic Neo"/>
                <a:ea typeface="Apple SD Gothic Neo"/>
                <a:cs typeface="Apple SD Gothic Neo"/>
              </a:defRPr>
            </a:lvl5pPr>
            <a:lvl6pPr algn="l">
              <a:defRPr sz="1875" b="1">
                <a:solidFill>
                  <a:srgbClr val="1C7055"/>
                </a:solidFill>
                <a:latin typeface="Apple SD Gothic Neo"/>
                <a:ea typeface="Apple SD Gothic Neo"/>
                <a:cs typeface="Apple SD Gothic Neo"/>
              </a:defRPr>
            </a:lvl6pPr>
            <a:lvl7pPr algn="l">
              <a:defRPr sz="1875" b="1">
                <a:solidFill>
                  <a:srgbClr val="1C7055"/>
                </a:solidFill>
                <a:latin typeface="Apple SD Gothic Neo"/>
                <a:ea typeface="Apple SD Gothic Neo"/>
                <a:cs typeface="Apple SD Gothic Neo"/>
              </a:defRPr>
            </a:lvl7pPr>
            <a:lvl8pPr algn="l">
              <a:defRPr sz="1875" b="1">
                <a:solidFill>
                  <a:srgbClr val="1C7055"/>
                </a:solidFill>
                <a:latin typeface="Apple SD Gothic Neo"/>
                <a:ea typeface="Apple SD Gothic Neo"/>
                <a:cs typeface="Apple SD Gothic Neo"/>
              </a:defRPr>
            </a:lvl8pPr>
            <a:lvl9pPr algn="l">
              <a:defRPr sz="1875" b="1">
                <a:solidFill>
                  <a:srgbClr val="1C7055"/>
                </a:solidFill>
                <a:latin typeface="Apple SD Gothic Neo"/>
                <a:ea typeface="Apple SD Gothic Neo"/>
                <a:cs typeface="Apple SD Gothic Neo"/>
              </a:defRPr>
            </a:lvl9pPr>
          </a:lstStyle>
          <a:p xmlns:a="http://schemas.openxmlformats.org/drawingml/2006/main">
            <a:pPr algn="l">
              <a:defRPr sz="1875" b="1">
                <a:solidFill>
                  <a:srgbClr val="1C7055"/>
                </a:solidFill>
                <a:latin typeface="Apple SD Gothic Neo"/>
                <a:ea typeface="Apple SD Gothic Neo"/>
                <a:cs typeface="Apple SD Gothic Neo"/>
              </a:defRPr>
            </a:pPr>
            <a:r>
              <a:rPr sz="1875" b="1">
                <a:solidFill>
                  <a:srgbClr val="1C7055"/>
                </a:solidFill>
                <a:latin typeface="Apple SD Gothic Neo"/>
                <a:ea typeface="Apple SD Gothic Neo"/>
                <a:cs typeface="Apple SD Gothic Neo"/>
              </a:rPr>
              <a:t>일반 서버</a:t>
            </a:r>
          </a:p>
        </p:txBody>
      </p:sp>
      <p:sp>
        <p:nvSpPr>
          <p:cNvPr id="88" name="s1-87-text">
            <a:extLst xmlns:a="http://schemas.openxmlformats.org/drawingml/2006/main">
              <a:ext uri="{FF2B5EF4-FFF2-40B4-BE49-F238E27FC236}">
                <a16:creationId xmlns:a16="http://schemas.microsoft.com/office/drawing/2014/main" id="{38252CF5-DBEE-46EE-B06F-D46F0C96387B}"/>
              </a:ext>
            </a:extLst>
          </p:cNvPr>
          <p:cNvSpPr>
            <a:spLocks xmlns:a="http://schemas.openxmlformats.org/drawingml/2006/main" noGrp="1"/>
          </p:cNvSpPr>
          <p:nvPr/>
        </p:nvSpPr>
        <p:spPr>
          <a:xfrm xmlns:a="http://schemas.openxmlformats.org/drawingml/2006/main">
            <a:off x="2686050" y="7143750"/>
            <a:ext cx="4171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1736F"/>
                </a:solidFill>
                <a:latin typeface="Apple SD Gothic Neo"/>
                <a:ea typeface="Apple SD Gothic Neo"/>
                <a:cs typeface="Apple SD Gothic Neo"/>
              </a:defRPr>
            </a:defPPr>
            <a:lvl1pPr algn="l">
              <a:defRPr sz="1650" b="0">
                <a:solidFill>
                  <a:srgbClr val="61736F"/>
                </a:solidFill>
                <a:latin typeface="Apple SD Gothic Neo"/>
                <a:ea typeface="Apple SD Gothic Neo"/>
                <a:cs typeface="Apple SD Gothic Neo"/>
              </a:defRPr>
            </a:lvl1pPr>
            <a:lvl2pPr algn="l">
              <a:defRPr sz="1650" b="0">
                <a:solidFill>
                  <a:srgbClr val="61736F"/>
                </a:solidFill>
                <a:latin typeface="Apple SD Gothic Neo"/>
                <a:ea typeface="Apple SD Gothic Neo"/>
                <a:cs typeface="Apple SD Gothic Neo"/>
              </a:defRPr>
            </a:lvl2pPr>
            <a:lvl3pPr algn="l">
              <a:defRPr sz="1650" b="0">
                <a:solidFill>
                  <a:srgbClr val="61736F"/>
                </a:solidFill>
                <a:latin typeface="Apple SD Gothic Neo"/>
                <a:ea typeface="Apple SD Gothic Neo"/>
                <a:cs typeface="Apple SD Gothic Neo"/>
              </a:defRPr>
            </a:lvl3pPr>
            <a:lvl4pPr algn="l">
              <a:defRPr sz="1650" b="0">
                <a:solidFill>
                  <a:srgbClr val="61736F"/>
                </a:solidFill>
                <a:latin typeface="Apple SD Gothic Neo"/>
                <a:ea typeface="Apple SD Gothic Neo"/>
                <a:cs typeface="Apple SD Gothic Neo"/>
              </a:defRPr>
            </a:lvl4pPr>
            <a:lvl5pPr algn="l">
              <a:defRPr sz="1650" b="0">
                <a:solidFill>
                  <a:srgbClr val="61736F"/>
                </a:solidFill>
                <a:latin typeface="Apple SD Gothic Neo"/>
                <a:ea typeface="Apple SD Gothic Neo"/>
                <a:cs typeface="Apple SD Gothic Neo"/>
              </a:defRPr>
            </a:lvl5pPr>
            <a:lvl6pPr algn="l">
              <a:defRPr sz="1650" b="0">
                <a:solidFill>
                  <a:srgbClr val="61736F"/>
                </a:solidFill>
                <a:latin typeface="Apple SD Gothic Neo"/>
                <a:ea typeface="Apple SD Gothic Neo"/>
                <a:cs typeface="Apple SD Gothic Neo"/>
              </a:defRPr>
            </a:lvl6pPr>
            <a:lvl7pPr algn="l">
              <a:defRPr sz="1650" b="0">
                <a:solidFill>
                  <a:srgbClr val="61736F"/>
                </a:solidFill>
                <a:latin typeface="Apple SD Gothic Neo"/>
                <a:ea typeface="Apple SD Gothic Neo"/>
                <a:cs typeface="Apple SD Gothic Neo"/>
              </a:defRPr>
            </a:lvl7pPr>
            <a:lvl8pPr algn="l">
              <a:defRPr sz="1650" b="0">
                <a:solidFill>
                  <a:srgbClr val="61736F"/>
                </a:solidFill>
                <a:latin typeface="Apple SD Gothic Neo"/>
                <a:ea typeface="Apple SD Gothic Neo"/>
                <a:cs typeface="Apple SD Gothic Neo"/>
              </a:defRPr>
            </a:lvl8pPr>
            <a:lvl9pPr algn="l">
              <a:defRPr sz="1650" b="0">
                <a:solidFill>
                  <a:srgbClr val="61736F"/>
                </a:solidFill>
                <a:latin typeface="Apple SD Gothic Neo"/>
                <a:ea typeface="Apple SD Gothic Neo"/>
                <a:cs typeface="Apple SD Gothic Neo"/>
              </a:defRPr>
            </a:lvl9pPr>
          </a:lstStyle>
          <a:p xmlns:a="http://schemas.openxmlformats.org/drawingml/2006/main">
            <a:pPr algn="l">
              <a:defRPr sz="1650" b="0">
                <a:solidFill>
                  <a:srgbClr val="61736F"/>
                </a:solidFill>
                <a:latin typeface="Apple SD Gothic Neo"/>
                <a:ea typeface="Apple SD Gothic Neo"/>
                <a:cs typeface="Apple SD Gothic Neo"/>
              </a:defRPr>
            </a:pPr>
            <a:r>
              <a:rPr sz="1650" b="0">
                <a:solidFill>
                  <a:srgbClr val="61736F"/>
                </a:solidFill>
                <a:latin typeface="Apple SD Gothic Neo"/>
                <a:ea typeface="Apple SD Gothic Neo"/>
                <a:cs typeface="Apple SD Gothic Neo"/>
              </a:rPr>
              <a:t>수신 API · 처리 큐 · DB · 대응 규칙</a:t>
            </a:r>
          </a:p>
        </p:txBody>
      </p:sp>
      <p:sp>
        <p:nvSpPr>
          <p:cNvPr id="89" name="s1-88-text">
            <a:extLst xmlns:a="http://schemas.openxmlformats.org/drawingml/2006/main">
              <a:ext uri="{FF2B5EF4-FFF2-40B4-BE49-F238E27FC236}">
                <a16:creationId xmlns:a16="http://schemas.microsoft.com/office/drawing/2014/main" id="{B10C0214-9333-4DBE-B902-E3303FF37458}"/>
              </a:ext>
            </a:extLst>
          </p:cNvPr>
          <p:cNvSpPr>
            <a:spLocks xmlns:a="http://schemas.openxmlformats.org/drawingml/2006/main" noGrp="1"/>
          </p:cNvSpPr>
          <p:nvPr/>
        </p:nvSpPr>
        <p:spPr>
          <a:xfrm xmlns:a="http://schemas.openxmlformats.org/drawingml/2006/main">
            <a:off x="7562850" y="6743700"/>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146C76"/>
                </a:solidFill>
                <a:latin typeface="Apple SD Gothic Neo"/>
                <a:ea typeface="Apple SD Gothic Neo"/>
                <a:cs typeface="Apple SD Gothic Neo"/>
              </a:defRPr>
            </a:defPPr>
            <a:lvl1pPr algn="l">
              <a:defRPr sz="1875" b="1">
                <a:solidFill>
                  <a:srgbClr val="146C76"/>
                </a:solidFill>
                <a:latin typeface="Apple SD Gothic Neo"/>
                <a:ea typeface="Apple SD Gothic Neo"/>
                <a:cs typeface="Apple SD Gothic Neo"/>
              </a:defRPr>
            </a:lvl1pPr>
            <a:lvl2pPr algn="l">
              <a:defRPr sz="1875" b="1">
                <a:solidFill>
                  <a:srgbClr val="146C76"/>
                </a:solidFill>
                <a:latin typeface="Apple SD Gothic Neo"/>
                <a:ea typeface="Apple SD Gothic Neo"/>
                <a:cs typeface="Apple SD Gothic Neo"/>
              </a:defRPr>
            </a:lvl2pPr>
            <a:lvl3pPr algn="l">
              <a:defRPr sz="1875" b="1">
                <a:solidFill>
                  <a:srgbClr val="146C76"/>
                </a:solidFill>
                <a:latin typeface="Apple SD Gothic Neo"/>
                <a:ea typeface="Apple SD Gothic Neo"/>
                <a:cs typeface="Apple SD Gothic Neo"/>
              </a:defRPr>
            </a:lvl3pPr>
            <a:lvl4pPr algn="l">
              <a:defRPr sz="1875" b="1">
                <a:solidFill>
                  <a:srgbClr val="146C76"/>
                </a:solidFill>
                <a:latin typeface="Apple SD Gothic Neo"/>
                <a:ea typeface="Apple SD Gothic Neo"/>
                <a:cs typeface="Apple SD Gothic Neo"/>
              </a:defRPr>
            </a:lvl4pPr>
            <a:lvl5pPr algn="l">
              <a:defRPr sz="1875" b="1">
                <a:solidFill>
                  <a:srgbClr val="146C76"/>
                </a:solidFill>
                <a:latin typeface="Apple SD Gothic Neo"/>
                <a:ea typeface="Apple SD Gothic Neo"/>
                <a:cs typeface="Apple SD Gothic Neo"/>
              </a:defRPr>
            </a:lvl5pPr>
            <a:lvl6pPr algn="l">
              <a:defRPr sz="1875" b="1">
                <a:solidFill>
                  <a:srgbClr val="146C76"/>
                </a:solidFill>
                <a:latin typeface="Apple SD Gothic Neo"/>
                <a:ea typeface="Apple SD Gothic Neo"/>
                <a:cs typeface="Apple SD Gothic Neo"/>
              </a:defRPr>
            </a:lvl6pPr>
            <a:lvl7pPr algn="l">
              <a:defRPr sz="1875" b="1">
                <a:solidFill>
                  <a:srgbClr val="146C76"/>
                </a:solidFill>
                <a:latin typeface="Apple SD Gothic Neo"/>
                <a:ea typeface="Apple SD Gothic Neo"/>
                <a:cs typeface="Apple SD Gothic Neo"/>
              </a:defRPr>
            </a:lvl7pPr>
            <a:lvl8pPr algn="l">
              <a:defRPr sz="1875" b="1">
                <a:solidFill>
                  <a:srgbClr val="146C76"/>
                </a:solidFill>
                <a:latin typeface="Apple SD Gothic Neo"/>
                <a:ea typeface="Apple SD Gothic Neo"/>
                <a:cs typeface="Apple SD Gothic Neo"/>
              </a:defRPr>
            </a:lvl8pPr>
            <a:lvl9pPr algn="l">
              <a:defRPr sz="1875" b="1">
                <a:solidFill>
                  <a:srgbClr val="146C76"/>
                </a:solidFill>
                <a:latin typeface="Apple SD Gothic Neo"/>
                <a:ea typeface="Apple SD Gothic Neo"/>
                <a:cs typeface="Apple SD Gothic Neo"/>
              </a:defRPr>
            </a:lvl9pPr>
          </a:lstStyle>
          <a:p xmlns:a="http://schemas.openxmlformats.org/drawingml/2006/main">
            <a:pPr algn="l">
              <a:defRPr sz="1875" b="1">
                <a:solidFill>
                  <a:srgbClr val="146C76"/>
                </a:solidFill>
                <a:latin typeface="Apple SD Gothic Neo"/>
                <a:ea typeface="Apple SD Gothic Neo"/>
                <a:cs typeface="Apple SD Gothic Neo"/>
              </a:defRPr>
            </a:pPr>
            <a:r>
              <a:rPr sz="1875" b="1">
                <a:solidFill>
                  <a:srgbClr val="146C76"/>
                </a:solidFill>
                <a:latin typeface="Apple SD Gothic Neo"/>
                <a:ea typeface="Apple SD Gothic Neo"/>
                <a:cs typeface="Apple SD Gothic Neo"/>
              </a:rPr>
              <a:t>GPU 서버</a:t>
            </a:r>
          </a:p>
        </p:txBody>
      </p:sp>
      <p:sp>
        <p:nvSpPr>
          <p:cNvPr id="90" name="s1-89-text">
            <a:extLst xmlns:a="http://schemas.openxmlformats.org/drawingml/2006/main">
              <a:ext uri="{FF2B5EF4-FFF2-40B4-BE49-F238E27FC236}">
                <a16:creationId xmlns:a16="http://schemas.microsoft.com/office/drawing/2014/main" id="{AE604FBB-205E-4354-8FE5-A28E6292163C}"/>
              </a:ext>
            </a:extLst>
          </p:cNvPr>
          <p:cNvSpPr>
            <a:spLocks xmlns:a="http://schemas.openxmlformats.org/drawingml/2006/main" noGrp="1"/>
          </p:cNvSpPr>
          <p:nvPr/>
        </p:nvSpPr>
        <p:spPr>
          <a:xfrm xmlns:a="http://schemas.openxmlformats.org/drawingml/2006/main">
            <a:off x="7562850" y="7143750"/>
            <a:ext cx="3286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1736F"/>
                </a:solidFill>
                <a:latin typeface="Apple SD Gothic Neo"/>
                <a:ea typeface="Apple SD Gothic Neo"/>
                <a:cs typeface="Apple SD Gothic Neo"/>
              </a:defRPr>
            </a:defPPr>
            <a:lvl1pPr algn="l">
              <a:defRPr sz="1650" b="0">
                <a:solidFill>
                  <a:srgbClr val="61736F"/>
                </a:solidFill>
                <a:latin typeface="Apple SD Gothic Neo"/>
                <a:ea typeface="Apple SD Gothic Neo"/>
                <a:cs typeface="Apple SD Gothic Neo"/>
              </a:defRPr>
            </a:lvl1pPr>
            <a:lvl2pPr algn="l">
              <a:defRPr sz="1650" b="0">
                <a:solidFill>
                  <a:srgbClr val="61736F"/>
                </a:solidFill>
                <a:latin typeface="Apple SD Gothic Neo"/>
                <a:ea typeface="Apple SD Gothic Neo"/>
                <a:cs typeface="Apple SD Gothic Neo"/>
              </a:defRPr>
            </a:lvl2pPr>
            <a:lvl3pPr algn="l">
              <a:defRPr sz="1650" b="0">
                <a:solidFill>
                  <a:srgbClr val="61736F"/>
                </a:solidFill>
                <a:latin typeface="Apple SD Gothic Neo"/>
                <a:ea typeface="Apple SD Gothic Neo"/>
                <a:cs typeface="Apple SD Gothic Neo"/>
              </a:defRPr>
            </a:lvl3pPr>
            <a:lvl4pPr algn="l">
              <a:defRPr sz="1650" b="0">
                <a:solidFill>
                  <a:srgbClr val="61736F"/>
                </a:solidFill>
                <a:latin typeface="Apple SD Gothic Neo"/>
                <a:ea typeface="Apple SD Gothic Neo"/>
                <a:cs typeface="Apple SD Gothic Neo"/>
              </a:defRPr>
            </a:lvl4pPr>
            <a:lvl5pPr algn="l">
              <a:defRPr sz="1650" b="0">
                <a:solidFill>
                  <a:srgbClr val="61736F"/>
                </a:solidFill>
                <a:latin typeface="Apple SD Gothic Neo"/>
                <a:ea typeface="Apple SD Gothic Neo"/>
                <a:cs typeface="Apple SD Gothic Neo"/>
              </a:defRPr>
            </a:lvl5pPr>
            <a:lvl6pPr algn="l">
              <a:defRPr sz="1650" b="0">
                <a:solidFill>
                  <a:srgbClr val="61736F"/>
                </a:solidFill>
                <a:latin typeface="Apple SD Gothic Neo"/>
                <a:ea typeface="Apple SD Gothic Neo"/>
                <a:cs typeface="Apple SD Gothic Neo"/>
              </a:defRPr>
            </a:lvl6pPr>
            <a:lvl7pPr algn="l">
              <a:defRPr sz="1650" b="0">
                <a:solidFill>
                  <a:srgbClr val="61736F"/>
                </a:solidFill>
                <a:latin typeface="Apple SD Gothic Neo"/>
                <a:ea typeface="Apple SD Gothic Neo"/>
                <a:cs typeface="Apple SD Gothic Neo"/>
              </a:defRPr>
            </a:lvl7pPr>
            <a:lvl8pPr algn="l">
              <a:defRPr sz="1650" b="0">
                <a:solidFill>
                  <a:srgbClr val="61736F"/>
                </a:solidFill>
                <a:latin typeface="Apple SD Gothic Neo"/>
                <a:ea typeface="Apple SD Gothic Neo"/>
                <a:cs typeface="Apple SD Gothic Neo"/>
              </a:defRPr>
            </a:lvl8pPr>
            <a:lvl9pPr algn="l">
              <a:defRPr sz="1650" b="0">
                <a:solidFill>
                  <a:srgbClr val="61736F"/>
                </a:solidFill>
                <a:latin typeface="Apple SD Gothic Neo"/>
                <a:ea typeface="Apple SD Gothic Neo"/>
                <a:cs typeface="Apple SD Gothic Neo"/>
              </a:defRPr>
            </a:lvl9pPr>
          </a:lstStyle>
          <a:p xmlns:a="http://schemas.openxmlformats.org/drawingml/2006/main">
            <a:pPr algn="l">
              <a:defRPr sz="1650" b="0">
                <a:solidFill>
                  <a:srgbClr val="61736F"/>
                </a:solidFill>
                <a:latin typeface="Apple SD Gothic Neo"/>
                <a:ea typeface="Apple SD Gothic Neo"/>
                <a:cs typeface="Apple SD Gothic Neo"/>
              </a:defRPr>
            </a:pPr>
            <a:r>
              <a:rPr sz="1650" b="0">
                <a:solidFill>
                  <a:srgbClr val="61736F"/>
                </a:solidFill>
                <a:latin typeface="Apple SD Gothic Neo"/>
                <a:ea typeface="Apple SD Gothic Neo"/>
                <a:cs typeface="Apple SD Gothic Neo"/>
              </a:rPr>
              <a:t>임베딩과 Qwen 자료 정리</a:t>
            </a:r>
          </a:p>
        </p:txBody>
      </p:sp>
      <p:sp>
        <p:nvSpPr>
          <p:cNvPr id="91" name="s1-90-text">
            <a:extLst xmlns:a="http://schemas.openxmlformats.org/drawingml/2006/main">
              <a:ext uri="{FF2B5EF4-FFF2-40B4-BE49-F238E27FC236}">
                <a16:creationId xmlns:a16="http://schemas.microsoft.com/office/drawing/2014/main" id="{CBD722CA-2068-40EA-98B4-6AD82F686047}"/>
              </a:ext>
            </a:extLst>
          </p:cNvPr>
          <p:cNvSpPr>
            <a:spLocks xmlns:a="http://schemas.openxmlformats.org/drawingml/2006/main" noGrp="1"/>
          </p:cNvSpPr>
          <p:nvPr/>
        </p:nvSpPr>
        <p:spPr>
          <a:xfrm xmlns:a="http://schemas.openxmlformats.org/drawingml/2006/main">
            <a:off x="11382375" y="6743700"/>
            <a:ext cx="2609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B96928"/>
                </a:solidFill>
                <a:latin typeface="Apple SD Gothic Neo"/>
                <a:ea typeface="Apple SD Gothic Neo"/>
                <a:cs typeface="Apple SD Gothic Neo"/>
              </a:defRPr>
            </a:defPPr>
            <a:lvl1pPr algn="l">
              <a:defRPr sz="1875" b="1">
                <a:solidFill>
                  <a:srgbClr val="B96928"/>
                </a:solidFill>
                <a:latin typeface="Apple SD Gothic Neo"/>
                <a:ea typeface="Apple SD Gothic Neo"/>
                <a:cs typeface="Apple SD Gothic Neo"/>
              </a:defRPr>
            </a:lvl1pPr>
            <a:lvl2pPr algn="l">
              <a:defRPr sz="1875" b="1">
                <a:solidFill>
                  <a:srgbClr val="B96928"/>
                </a:solidFill>
                <a:latin typeface="Apple SD Gothic Neo"/>
                <a:ea typeface="Apple SD Gothic Neo"/>
                <a:cs typeface="Apple SD Gothic Neo"/>
              </a:defRPr>
            </a:lvl2pPr>
            <a:lvl3pPr algn="l">
              <a:defRPr sz="1875" b="1">
                <a:solidFill>
                  <a:srgbClr val="B96928"/>
                </a:solidFill>
                <a:latin typeface="Apple SD Gothic Neo"/>
                <a:ea typeface="Apple SD Gothic Neo"/>
                <a:cs typeface="Apple SD Gothic Neo"/>
              </a:defRPr>
            </a:lvl3pPr>
            <a:lvl4pPr algn="l">
              <a:defRPr sz="1875" b="1">
                <a:solidFill>
                  <a:srgbClr val="B96928"/>
                </a:solidFill>
                <a:latin typeface="Apple SD Gothic Neo"/>
                <a:ea typeface="Apple SD Gothic Neo"/>
                <a:cs typeface="Apple SD Gothic Neo"/>
              </a:defRPr>
            </a:lvl4pPr>
            <a:lvl5pPr algn="l">
              <a:defRPr sz="1875" b="1">
                <a:solidFill>
                  <a:srgbClr val="B96928"/>
                </a:solidFill>
                <a:latin typeface="Apple SD Gothic Neo"/>
                <a:ea typeface="Apple SD Gothic Neo"/>
                <a:cs typeface="Apple SD Gothic Neo"/>
              </a:defRPr>
            </a:lvl5pPr>
            <a:lvl6pPr algn="l">
              <a:defRPr sz="1875" b="1">
                <a:solidFill>
                  <a:srgbClr val="B96928"/>
                </a:solidFill>
                <a:latin typeface="Apple SD Gothic Neo"/>
                <a:ea typeface="Apple SD Gothic Neo"/>
                <a:cs typeface="Apple SD Gothic Neo"/>
              </a:defRPr>
            </a:lvl6pPr>
            <a:lvl7pPr algn="l">
              <a:defRPr sz="1875" b="1">
                <a:solidFill>
                  <a:srgbClr val="B96928"/>
                </a:solidFill>
                <a:latin typeface="Apple SD Gothic Neo"/>
                <a:ea typeface="Apple SD Gothic Neo"/>
                <a:cs typeface="Apple SD Gothic Neo"/>
              </a:defRPr>
            </a:lvl7pPr>
            <a:lvl8pPr algn="l">
              <a:defRPr sz="1875" b="1">
                <a:solidFill>
                  <a:srgbClr val="B96928"/>
                </a:solidFill>
                <a:latin typeface="Apple SD Gothic Neo"/>
                <a:ea typeface="Apple SD Gothic Neo"/>
                <a:cs typeface="Apple SD Gothic Neo"/>
              </a:defRPr>
            </a:lvl8pPr>
            <a:lvl9pPr algn="l">
              <a:defRPr sz="1875" b="1">
                <a:solidFill>
                  <a:srgbClr val="B96928"/>
                </a:solidFill>
                <a:latin typeface="Apple SD Gothic Neo"/>
                <a:ea typeface="Apple SD Gothic Neo"/>
                <a:cs typeface="Apple SD Gothic Neo"/>
              </a:defRPr>
            </a:lvl9pPr>
          </a:lstStyle>
          <a:p xmlns:a="http://schemas.openxmlformats.org/drawingml/2006/main">
            <a:pPr algn="l">
              <a:defRPr sz="1875" b="1">
                <a:solidFill>
                  <a:srgbClr val="B96928"/>
                </a:solidFill>
                <a:latin typeface="Apple SD Gothic Neo"/>
                <a:ea typeface="Apple SD Gothic Neo"/>
                <a:cs typeface="Apple SD Gothic Neo"/>
              </a:defRPr>
            </a:pPr>
            <a:r>
              <a:rPr sz="1875" b="1">
                <a:solidFill>
                  <a:srgbClr val="B96928"/>
                </a:solidFill>
                <a:latin typeface="Apple SD Gothic Neo"/>
                <a:ea typeface="Apple SD Gothic Neo"/>
                <a:cs typeface="Apple SD Gothic Neo"/>
              </a:rPr>
              <a:t>모바일 앱</a:t>
            </a:r>
          </a:p>
        </p:txBody>
      </p:sp>
      <p:sp>
        <p:nvSpPr>
          <p:cNvPr id="92" name="s1-91-text">
            <a:extLst xmlns:a="http://schemas.openxmlformats.org/drawingml/2006/main">
              <a:ext uri="{FF2B5EF4-FFF2-40B4-BE49-F238E27FC236}">
                <a16:creationId xmlns:a16="http://schemas.microsoft.com/office/drawing/2014/main" id="{97B19BFC-E148-4BF0-82E7-99978D2D065B}"/>
              </a:ext>
            </a:extLst>
          </p:cNvPr>
          <p:cNvSpPr>
            <a:spLocks xmlns:a="http://schemas.openxmlformats.org/drawingml/2006/main" noGrp="1"/>
          </p:cNvSpPr>
          <p:nvPr/>
        </p:nvSpPr>
        <p:spPr>
          <a:xfrm xmlns:a="http://schemas.openxmlformats.org/drawingml/2006/main">
            <a:off x="11382375" y="71437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1736F"/>
                </a:solidFill>
                <a:latin typeface="Apple SD Gothic Neo"/>
                <a:ea typeface="Apple SD Gothic Neo"/>
                <a:cs typeface="Apple SD Gothic Neo"/>
              </a:defRPr>
            </a:defPPr>
            <a:lvl1pPr algn="l">
              <a:defRPr sz="1650" b="0">
                <a:solidFill>
                  <a:srgbClr val="61736F"/>
                </a:solidFill>
                <a:latin typeface="Apple SD Gothic Neo"/>
                <a:ea typeface="Apple SD Gothic Neo"/>
                <a:cs typeface="Apple SD Gothic Neo"/>
              </a:defRPr>
            </a:lvl1pPr>
            <a:lvl2pPr algn="l">
              <a:defRPr sz="1650" b="0">
                <a:solidFill>
                  <a:srgbClr val="61736F"/>
                </a:solidFill>
                <a:latin typeface="Apple SD Gothic Neo"/>
                <a:ea typeface="Apple SD Gothic Neo"/>
                <a:cs typeface="Apple SD Gothic Neo"/>
              </a:defRPr>
            </a:lvl2pPr>
            <a:lvl3pPr algn="l">
              <a:defRPr sz="1650" b="0">
                <a:solidFill>
                  <a:srgbClr val="61736F"/>
                </a:solidFill>
                <a:latin typeface="Apple SD Gothic Neo"/>
                <a:ea typeface="Apple SD Gothic Neo"/>
                <a:cs typeface="Apple SD Gothic Neo"/>
              </a:defRPr>
            </a:lvl3pPr>
            <a:lvl4pPr algn="l">
              <a:defRPr sz="1650" b="0">
                <a:solidFill>
                  <a:srgbClr val="61736F"/>
                </a:solidFill>
                <a:latin typeface="Apple SD Gothic Neo"/>
                <a:ea typeface="Apple SD Gothic Neo"/>
                <a:cs typeface="Apple SD Gothic Neo"/>
              </a:defRPr>
            </a:lvl4pPr>
            <a:lvl5pPr algn="l">
              <a:defRPr sz="1650" b="0">
                <a:solidFill>
                  <a:srgbClr val="61736F"/>
                </a:solidFill>
                <a:latin typeface="Apple SD Gothic Neo"/>
                <a:ea typeface="Apple SD Gothic Neo"/>
                <a:cs typeface="Apple SD Gothic Neo"/>
              </a:defRPr>
            </a:lvl5pPr>
            <a:lvl6pPr algn="l">
              <a:defRPr sz="1650" b="0">
                <a:solidFill>
                  <a:srgbClr val="61736F"/>
                </a:solidFill>
                <a:latin typeface="Apple SD Gothic Neo"/>
                <a:ea typeface="Apple SD Gothic Neo"/>
                <a:cs typeface="Apple SD Gothic Neo"/>
              </a:defRPr>
            </a:lvl6pPr>
            <a:lvl7pPr algn="l">
              <a:defRPr sz="1650" b="0">
                <a:solidFill>
                  <a:srgbClr val="61736F"/>
                </a:solidFill>
                <a:latin typeface="Apple SD Gothic Neo"/>
                <a:ea typeface="Apple SD Gothic Neo"/>
                <a:cs typeface="Apple SD Gothic Neo"/>
              </a:defRPr>
            </a:lvl7pPr>
            <a:lvl8pPr algn="l">
              <a:defRPr sz="1650" b="0">
                <a:solidFill>
                  <a:srgbClr val="61736F"/>
                </a:solidFill>
                <a:latin typeface="Apple SD Gothic Neo"/>
                <a:ea typeface="Apple SD Gothic Neo"/>
                <a:cs typeface="Apple SD Gothic Neo"/>
              </a:defRPr>
            </a:lvl8pPr>
            <a:lvl9pPr algn="l">
              <a:defRPr sz="1650" b="0">
                <a:solidFill>
                  <a:srgbClr val="61736F"/>
                </a:solidFill>
                <a:latin typeface="Apple SD Gothic Neo"/>
                <a:ea typeface="Apple SD Gothic Neo"/>
                <a:cs typeface="Apple SD Gothic Neo"/>
              </a:defRPr>
            </a:lvl9pPr>
          </a:lstStyle>
          <a:p xmlns:a="http://schemas.openxmlformats.org/drawingml/2006/main">
            <a:pPr algn="l">
              <a:defRPr sz="1650" b="0">
                <a:solidFill>
                  <a:srgbClr val="61736F"/>
                </a:solidFill>
                <a:latin typeface="Apple SD Gothic Neo"/>
                <a:ea typeface="Apple SD Gothic Neo"/>
                <a:cs typeface="Apple SD Gothic Neo"/>
              </a:defRPr>
            </a:pPr>
            <a:r>
              <a:rPr sz="1650" b="0">
                <a:solidFill>
                  <a:srgbClr val="61736F"/>
                </a:solidFill>
                <a:latin typeface="Apple SD Gothic Neo"/>
                <a:ea typeface="Apple SD Gothic Neo"/>
                <a:cs typeface="Apple SD Gothic Neo"/>
              </a:rPr>
              <a:t>화면 표시 · 기기 음성 읽기</a:t>
            </a:r>
          </a:p>
        </p:txBody>
      </p:sp>
      <p:sp>
        <p:nvSpPr>
          <p:cNvPr id="93" name="s1-92-poly">
            <a:extLst xmlns:a="http://schemas.openxmlformats.org/drawingml/2006/main">
              <a:ext uri="{FF2B5EF4-FFF2-40B4-BE49-F238E27FC236}">
                <a16:creationId xmlns:a16="http://schemas.microsoft.com/office/drawing/2014/main" id="{E871F352-C002-4118-9FCC-EFF77A11A6D1}"/>
              </a:ext>
            </a:extLst>
          </p:cNvPr>
          <p:cNvSpPr>
            <a:spLocks xmlns:a="http://schemas.openxmlformats.org/drawingml/2006/main" noGrp="1"/>
          </p:cNvSpPr>
          <p:nvPr/>
        </p:nvSpPr>
        <p:spPr>
          <a:xfrm xmlns:a="http://schemas.openxmlformats.org/drawingml/2006/main">
            <a:off x="7191375" y="6781800"/>
            <a:ext cx="9525" cy="704850"/>
          </a:xfrm>
          <a:custGeom xmlns:a="http://schemas.openxmlformats.org/drawingml/2006/main">
            <a:pathLst>
              <a:path w="9525" h="704850">
                <a:moveTo>
                  <a:pt x="0" y="0"/>
                </a:moveTo>
                <a:lnTo>
                  <a:pt x="0" y="704850"/>
                </a:lnTo>
              </a:path>
            </a:pathLst>
          </a:custGeom>
          <a:noFill xmlns:a="http://schemas.openxmlformats.org/drawingml/2006/main"/>
          <a:ln xmlns:a="http://schemas.openxmlformats.org/drawingml/2006/main" w="14288">
            <a:solidFill>
              <a:srgbClr val="DAE3DC"/>
            </a:solidFill>
            <a:prstDash val="solid"/>
          </a:ln>
        </p:spPr>
      </p:sp>
      <p:sp>
        <p:nvSpPr>
          <p:cNvPr id="94" name="s1-93-poly">
            <a:extLst xmlns:a="http://schemas.openxmlformats.org/drawingml/2006/main">
              <a:ext uri="{FF2B5EF4-FFF2-40B4-BE49-F238E27FC236}">
                <a16:creationId xmlns:a16="http://schemas.microsoft.com/office/drawing/2014/main" id="{B6CB4DD6-6817-4ADE-824D-E1FC5E7AA18E}"/>
              </a:ext>
            </a:extLst>
          </p:cNvPr>
          <p:cNvSpPr>
            <a:spLocks xmlns:a="http://schemas.openxmlformats.org/drawingml/2006/main" noGrp="1"/>
          </p:cNvSpPr>
          <p:nvPr/>
        </p:nvSpPr>
        <p:spPr>
          <a:xfrm xmlns:a="http://schemas.openxmlformats.org/drawingml/2006/main">
            <a:off x="10991850" y="6781800"/>
            <a:ext cx="9525" cy="704850"/>
          </a:xfrm>
          <a:custGeom xmlns:a="http://schemas.openxmlformats.org/drawingml/2006/main">
            <a:pathLst>
              <a:path w="9525" h="704850">
                <a:moveTo>
                  <a:pt x="0" y="0"/>
                </a:moveTo>
                <a:lnTo>
                  <a:pt x="0" y="704850"/>
                </a:lnTo>
              </a:path>
            </a:pathLst>
          </a:custGeom>
          <a:noFill xmlns:a="http://schemas.openxmlformats.org/drawingml/2006/main"/>
          <a:ln xmlns:a="http://schemas.openxmlformats.org/drawingml/2006/main" w="14288">
            <a:solidFill>
              <a:srgbClr val="DAE3DC"/>
            </a:solidFill>
            <a:prstDash val="solid"/>
          </a:ln>
        </p:spPr>
      </p:sp>
    </p:spTree>
    <p:extLst>
      <p:ext uri="{BB962C8B-B14F-4D97-AF65-F5344CB8AC3E}">
        <p14:creationId xmlns:p14="http://schemas.microsoft.com/office/powerpoint/2010/main" val="610599965"/>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4" name="s2-0-rect">
            <a:extLst xmlns:a="http://schemas.openxmlformats.org/drawingml/2006/main">
              <a:ext uri="{FF2B5EF4-FFF2-40B4-BE49-F238E27FC236}">
                <a16:creationId xmlns:a16="http://schemas.microsoft.com/office/drawing/2014/main" id="{DE2CBC97-2278-46DC-9AE0-10F021626BCA}"/>
              </a:ext>
            </a:extLst>
          </p:cNvPr>
          <p:cNvSpPr>
            <a:spLocks xmlns:a="http://schemas.openxmlformats.org/drawingml/2006/main" noGrp="1"/>
          </p:cNvSpPr>
          <p:nvPr/>
        </p:nvSpPr>
        <p:spPr>
          <a:xfrm xmlns:a="http://schemas.openxmlformats.org/drawingml/2006/main">
            <a:off x="0" y="0"/>
            <a:ext cx="15240000" cy="8572500"/>
          </a:xfrm>
          <a:prstGeom xmlns:a="http://schemas.openxmlformats.org/drawingml/2006/main" prst="rect">
            <a:avLst/>
          </a:prstGeom>
          <a:solidFill xmlns:a="http://schemas.openxmlformats.org/drawingml/2006/main">
            <a:srgbClr val="F7F8F5"/>
          </a:solidFill>
          <a:ln xmlns:a="http://schemas.openxmlformats.org/drawingml/2006/main" w="9525">
            <a:noFill/>
            <a:prstDash val="solid"/>
          </a:ln>
        </p:spPr>
      </p:sp>
      <p:sp>
        <p:nvSpPr>
          <p:cNvPr id="2" name="s2-1-text">
            <a:extLst xmlns:a="http://schemas.openxmlformats.org/drawingml/2006/main">
              <a:ext uri="{FF2B5EF4-FFF2-40B4-BE49-F238E27FC236}">
                <a16:creationId xmlns:a16="http://schemas.microsoft.com/office/drawing/2014/main" id="{96BE263C-E1B2-4877-B540-BAAA880904AF}"/>
              </a:ext>
            </a:extLst>
          </p:cNvPr>
          <p:cNvSpPr>
            <a:spLocks xmlns:a="http://schemas.openxmlformats.org/drawingml/2006/main" noGrp="1"/>
          </p:cNvSpPr>
          <p:nvPr/>
        </p:nvSpPr>
        <p:spPr>
          <a:xfrm xmlns:a="http://schemas.openxmlformats.org/drawingml/2006/main">
            <a:off x="685800" y="457200"/>
            <a:ext cx="1238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600" b="1">
                <a:solidFill>
                  <a:srgbClr val="172E2A"/>
                </a:solidFill>
                <a:latin typeface="Apple SD Gothic Neo"/>
                <a:ea typeface="Apple SD Gothic Neo"/>
                <a:cs typeface="Apple SD Gothic Neo"/>
              </a:defRPr>
            </a:defPPr>
            <a:lvl1pPr algn="l">
              <a:defRPr sz="3600" b="1">
                <a:solidFill>
                  <a:srgbClr val="172E2A"/>
                </a:solidFill>
                <a:latin typeface="Apple SD Gothic Neo"/>
                <a:ea typeface="Apple SD Gothic Neo"/>
                <a:cs typeface="Apple SD Gothic Neo"/>
              </a:defRPr>
            </a:lvl1pPr>
            <a:lvl2pPr algn="l">
              <a:defRPr sz="3600" b="1">
                <a:solidFill>
                  <a:srgbClr val="172E2A"/>
                </a:solidFill>
                <a:latin typeface="Apple SD Gothic Neo"/>
                <a:ea typeface="Apple SD Gothic Neo"/>
                <a:cs typeface="Apple SD Gothic Neo"/>
              </a:defRPr>
            </a:lvl2pPr>
            <a:lvl3pPr algn="l">
              <a:defRPr sz="3600" b="1">
                <a:solidFill>
                  <a:srgbClr val="172E2A"/>
                </a:solidFill>
                <a:latin typeface="Apple SD Gothic Neo"/>
                <a:ea typeface="Apple SD Gothic Neo"/>
                <a:cs typeface="Apple SD Gothic Neo"/>
              </a:defRPr>
            </a:lvl3pPr>
            <a:lvl4pPr algn="l">
              <a:defRPr sz="3600" b="1">
                <a:solidFill>
                  <a:srgbClr val="172E2A"/>
                </a:solidFill>
                <a:latin typeface="Apple SD Gothic Neo"/>
                <a:ea typeface="Apple SD Gothic Neo"/>
                <a:cs typeface="Apple SD Gothic Neo"/>
              </a:defRPr>
            </a:lvl4pPr>
            <a:lvl5pPr algn="l">
              <a:defRPr sz="3600" b="1">
                <a:solidFill>
                  <a:srgbClr val="172E2A"/>
                </a:solidFill>
                <a:latin typeface="Apple SD Gothic Neo"/>
                <a:ea typeface="Apple SD Gothic Neo"/>
                <a:cs typeface="Apple SD Gothic Neo"/>
              </a:defRPr>
            </a:lvl5pPr>
            <a:lvl6pPr algn="l">
              <a:defRPr sz="3600" b="1">
                <a:solidFill>
                  <a:srgbClr val="172E2A"/>
                </a:solidFill>
                <a:latin typeface="Apple SD Gothic Neo"/>
                <a:ea typeface="Apple SD Gothic Neo"/>
                <a:cs typeface="Apple SD Gothic Neo"/>
              </a:defRPr>
            </a:lvl6pPr>
            <a:lvl7pPr algn="l">
              <a:defRPr sz="3600" b="1">
                <a:solidFill>
                  <a:srgbClr val="172E2A"/>
                </a:solidFill>
                <a:latin typeface="Apple SD Gothic Neo"/>
                <a:ea typeface="Apple SD Gothic Neo"/>
                <a:cs typeface="Apple SD Gothic Neo"/>
              </a:defRPr>
            </a:lvl7pPr>
            <a:lvl8pPr algn="l">
              <a:defRPr sz="3600" b="1">
                <a:solidFill>
                  <a:srgbClr val="172E2A"/>
                </a:solidFill>
                <a:latin typeface="Apple SD Gothic Neo"/>
                <a:ea typeface="Apple SD Gothic Neo"/>
                <a:cs typeface="Apple SD Gothic Neo"/>
              </a:defRPr>
            </a:lvl8pPr>
            <a:lvl9pPr algn="l">
              <a:defRPr sz="3600" b="1">
                <a:solidFill>
                  <a:srgbClr val="172E2A"/>
                </a:solidFill>
                <a:latin typeface="Apple SD Gothic Neo"/>
                <a:ea typeface="Apple SD Gothic Neo"/>
                <a:cs typeface="Apple SD Gothic Neo"/>
              </a:defRPr>
            </a:lvl9pPr>
          </a:lstStyle>
          <a:p xmlns:a="http://schemas.openxmlformats.org/drawingml/2006/main">
            <a:pPr algn="l">
              <a:defRPr sz="3600" b="1">
                <a:solidFill>
                  <a:srgbClr val="172E2A"/>
                </a:solidFill>
                <a:latin typeface="Apple SD Gothic Neo"/>
                <a:ea typeface="Apple SD Gothic Neo"/>
                <a:cs typeface="Apple SD Gothic Neo"/>
              </a:defRPr>
            </a:pPr>
            <a:r>
              <a:rPr sz="3600" b="1">
                <a:solidFill>
                  <a:srgbClr val="172E2A"/>
                </a:solidFill>
                <a:latin typeface="Apple SD Gothic Neo"/>
                <a:ea typeface="Apple SD Gothic Neo"/>
                <a:cs typeface="Apple SD Gothic Neo"/>
              </a:rPr>
              <a:t>AI 모델별 역할</a:t>
            </a:r>
          </a:p>
        </p:txBody>
      </p:sp>
      <p:sp>
        <p:nvSpPr>
          <p:cNvPr id="3" name="s2-2-text">
            <a:extLst xmlns:a="http://schemas.openxmlformats.org/drawingml/2006/main">
              <a:ext uri="{FF2B5EF4-FFF2-40B4-BE49-F238E27FC236}">
                <a16:creationId xmlns:a16="http://schemas.microsoft.com/office/drawing/2014/main" id="{80F4CA68-419E-4701-BFC1-1D7B0AB2351A}"/>
              </a:ext>
            </a:extLst>
          </p:cNvPr>
          <p:cNvSpPr>
            <a:spLocks xmlns:a="http://schemas.openxmlformats.org/drawingml/2006/main" noGrp="1"/>
          </p:cNvSpPr>
          <p:nvPr/>
        </p:nvSpPr>
        <p:spPr>
          <a:xfrm xmlns:a="http://schemas.openxmlformats.org/drawingml/2006/main">
            <a:off x="704850" y="1143000"/>
            <a:ext cx="1371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61736F"/>
                </a:solidFill>
                <a:latin typeface="Apple SD Gothic Neo"/>
                <a:ea typeface="Apple SD Gothic Neo"/>
                <a:cs typeface="Apple SD Gothic Neo"/>
              </a:defRPr>
            </a:defPPr>
            <a:lvl1pPr algn="l">
              <a:defRPr sz="1875" b="0">
                <a:solidFill>
                  <a:srgbClr val="61736F"/>
                </a:solidFill>
                <a:latin typeface="Apple SD Gothic Neo"/>
                <a:ea typeface="Apple SD Gothic Neo"/>
                <a:cs typeface="Apple SD Gothic Neo"/>
              </a:defRPr>
            </a:lvl1pPr>
            <a:lvl2pPr algn="l">
              <a:defRPr sz="1875" b="0">
                <a:solidFill>
                  <a:srgbClr val="61736F"/>
                </a:solidFill>
                <a:latin typeface="Apple SD Gothic Neo"/>
                <a:ea typeface="Apple SD Gothic Neo"/>
                <a:cs typeface="Apple SD Gothic Neo"/>
              </a:defRPr>
            </a:lvl2pPr>
            <a:lvl3pPr algn="l">
              <a:defRPr sz="1875" b="0">
                <a:solidFill>
                  <a:srgbClr val="61736F"/>
                </a:solidFill>
                <a:latin typeface="Apple SD Gothic Neo"/>
                <a:ea typeface="Apple SD Gothic Neo"/>
                <a:cs typeface="Apple SD Gothic Neo"/>
              </a:defRPr>
            </a:lvl3pPr>
            <a:lvl4pPr algn="l">
              <a:defRPr sz="1875" b="0">
                <a:solidFill>
                  <a:srgbClr val="61736F"/>
                </a:solidFill>
                <a:latin typeface="Apple SD Gothic Neo"/>
                <a:ea typeface="Apple SD Gothic Neo"/>
                <a:cs typeface="Apple SD Gothic Neo"/>
              </a:defRPr>
            </a:lvl4pPr>
            <a:lvl5pPr algn="l">
              <a:defRPr sz="1875" b="0">
                <a:solidFill>
                  <a:srgbClr val="61736F"/>
                </a:solidFill>
                <a:latin typeface="Apple SD Gothic Neo"/>
                <a:ea typeface="Apple SD Gothic Neo"/>
                <a:cs typeface="Apple SD Gothic Neo"/>
              </a:defRPr>
            </a:lvl5pPr>
            <a:lvl6pPr algn="l">
              <a:defRPr sz="1875" b="0">
                <a:solidFill>
                  <a:srgbClr val="61736F"/>
                </a:solidFill>
                <a:latin typeface="Apple SD Gothic Neo"/>
                <a:ea typeface="Apple SD Gothic Neo"/>
                <a:cs typeface="Apple SD Gothic Neo"/>
              </a:defRPr>
            </a:lvl6pPr>
            <a:lvl7pPr algn="l">
              <a:defRPr sz="1875" b="0">
                <a:solidFill>
                  <a:srgbClr val="61736F"/>
                </a:solidFill>
                <a:latin typeface="Apple SD Gothic Neo"/>
                <a:ea typeface="Apple SD Gothic Neo"/>
                <a:cs typeface="Apple SD Gothic Neo"/>
              </a:defRPr>
            </a:lvl7pPr>
            <a:lvl8pPr algn="l">
              <a:defRPr sz="1875" b="0">
                <a:solidFill>
                  <a:srgbClr val="61736F"/>
                </a:solidFill>
                <a:latin typeface="Apple SD Gothic Neo"/>
                <a:ea typeface="Apple SD Gothic Neo"/>
                <a:cs typeface="Apple SD Gothic Neo"/>
              </a:defRPr>
            </a:lvl8pPr>
            <a:lvl9pPr algn="l">
              <a:defRPr sz="1875" b="0">
                <a:solidFill>
                  <a:srgbClr val="61736F"/>
                </a:solidFill>
                <a:latin typeface="Apple SD Gothic Neo"/>
                <a:ea typeface="Apple SD Gothic Neo"/>
                <a:cs typeface="Apple SD Gothic Neo"/>
              </a:defRPr>
            </a:lvl9pPr>
          </a:lstStyle>
          <a:p xmlns:a="http://schemas.openxmlformats.org/drawingml/2006/main">
            <a:pPr algn="l">
              <a:defRPr sz="1875" b="0">
                <a:solidFill>
                  <a:srgbClr val="61736F"/>
                </a:solidFill>
                <a:latin typeface="Apple SD Gothic Neo"/>
                <a:ea typeface="Apple SD Gothic Neo"/>
                <a:cs typeface="Apple SD Gothic Neo"/>
              </a:defRPr>
            </a:pPr>
            <a:r>
              <a:rPr sz="1875" b="0">
                <a:solidFill>
                  <a:srgbClr val="61736F"/>
                </a:solidFill>
                <a:latin typeface="Apple SD Gothic Neo"/>
                <a:ea typeface="Apple SD Gothic Neo"/>
                <a:cs typeface="Apple SD Gothic Neo"/>
              </a:rPr>
              <a:t>관련 근거를 찾고 정리하며, 최종 대응 단계는 서버의 고정 규칙이 결정합니다</a:t>
            </a:r>
          </a:p>
        </p:txBody>
      </p:sp>
      <p:sp>
        <p:nvSpPr>
          <p:cNvPr id="4" name="s2-3-rect">
            <a:extLst xmlns:a="http://schemas.openxmlformats.org/drawingml/2006/main">
              <a:ext uri="{FF2B5EF4-FFF2-40B4-BE49-F238E27FC236}">
                <a16:creationId xmlns:a16="http://schemas.microsoft.com/office/drawing/2014/main" id="{6DF4C966-AD6C-495A-B94C-9D10204B8153}"/>
              </a:ext>
            </a:extLst>
          </p:cNvPr>
          <p:cNvSpPr>
            <a:spLocks xmlns:a="http://schemas.openxmlformats.org/drawingml/2006/main" noGrp="1"/>
          </p:cNvSpPr>
          <p:nvPr/>
        </p:nvSpPr>
        <p:spPr>
          <a:xfrm xmlns:a="http://schemas.openxmlformats.org/drawingml/2006/main">
            <a:off x="685800" y="1704975"/>
            <a:ext cx="523875" cy="47625"/>
          </a:xfrm>
          <a:prstGeom xmlns:a="http://schemas.openxmlformats.org/drawingml/2006/main" prst="rect">
            <a:avLst/>
          </a:prstGeom>
          <a:solidFill xmlns:a="http://schemas.openxmlformats.org/drawingml/2006/main">
            <a:srgbClr val="1C7055"/>
          </a:solidFill>
          <a:ln xmlns:a="http://schemas.openxmlformats.org/drawingml/2006/main" w="9525">
            <a:noFill/>
            <a:prstDash val="solid"/>
          </a:ln>
        </p:spPr>
      </p:sp>
      <p:sp>
        <p:nvSpPr>
          <p:cNvPr id="5" name="s2-4-text">
            <a:extLst xmlns:a="http://schemas.openxmlformats.org/drawingml/2006/main">
              <a:ext uri="{FF2B5EF4-FFF2-40B4-BE49-F238E27FC236}">
                <a16:creationId xmlns:a16="http://schemas.microsoft.com/office/drawing/2014/main" id="{2C81AF88-B31C-4844-9F6F-D93378FD8F54}"/>
              </a:ext>
            </a:extLst>
          </p:cNvPr>
          <p:cNvSpPr>
            <a:spLocks xmlns:a="http://schemas.openxmlformats.org/drawingml/2006/main" noGrp="1"/>
          </p:cNvSpPr>
          <p:nvPr/>
        </p:nvSpPr>
        <p:spPr>
          <a:xfrm xmlns:a="http://schemas.openxmlformats.org/drawingml/2006/main">
            <a:off x="685800" y="8124825"/>
            <a:ext cx="1238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61736F"/>
                </a:solidFill>
                <a:latin typeface="Apple SD Gothic Neo"/>
                <a:ea typeface="Apple SD Gothic Neo"/>
                <a:cs typeface="Apple SD Gothic Neo"/>
              </a:defRPr>
            </a:defPPr>
            <a:lvl1pPr algn="l">
              <a:defRPr sz="1350" b="0">
                <a:solidFill>
                  <a:srgbClr val="61736F"/>
                </a:solidFill>
                <a:latin typeface="Apple SD Gothic Neo"/>
                <a:ea typeface="Apple SD Gothic Neo"/>
                <a:cs typeface="Apple SD Gothic Neo"/>
              </a:defRPr>
            </a:lvl1pPr>
            <a:lvl2pPr algn="l">
              <a:defRPr sz="1350" b="0">
                <a:solidFill>
                  <a:srgbClr val="61736F"/>
                </a:solidFill>
                <a:latin typeface="Apple SD Gothic Neo"/>
                <a:ea typeface="Apple SD Gothic Neo"/>
                <a:cs typeface="Apple SD Gothic Neo"/>
              </a:defRPr>
            </a:lvl2pPr>
            <a:lvl3pPr algn="l">
              <a:defRPr sz="1350" b="0">
                <a:solidFill>
                  <a:srgbClr val="61736F"/>
                </a:solidFill>
                <a:latin typeface="Apple SD Gothic Neo"/>
                <a:ea typeface="Apple SD Gothic Neo"/>
                <a:cs typeface="Apple SD Gothic Neo"/>
              </a:defRPr>
            </a:lvl3pPr>
            <a:lvl4pPr algn="l">
              <a:defRPr sz="1350" b="0">
                <a:solidFill>
                  <a:srgbClr val="61736F"/>
                </a:solidFill>
                <a:latin typeface="Apple SD Gothic Neo"/>
                <a:ea typeface="Apple SD Gothic Neo"/>
                <a:cs typeface="Apple SD Gothic Neo"/>
              </a:defRPr>
            </a:lvl4pPr>
            <a:lvl5pPr algn="l">
              <a:defRPr sz="1350" b="0">
                <a:solidFill>
                  <a:srgbClr val="61736F"/>
                </a:solidFill>
                <a:latin typeface="Apple SD Gothic Neo"/>
                <a:ea typeface="Apple SD Gothic Neo"/>
                <a:cs typeface="Apple SD Gothic Neo"/>
              </a:defRPr>
            </a:lvl5pPr>
            <a:lvl6pPr algn="l">
              <a:defRPr sz="1350" b="0">
                <a:solidFill>
                  <a:srgbClr val="61736F"/>
                </a:solidFill>
                <a:latin typeface="Apple SD Gothic Neo"/>
                <a:ea typeface="Apple SD Gothic Neo"/>
                <a:cs typeface="Apple SD Gothic Neo"/>
              </a:defRPr>
            </a:lvl6pPr>
            <a:lvl7pPr algn="l">
              <a:defRPr sz="1350" b="0">
                <a:solidFill>
                  <a:srgbClr val="61736F"/>
                </a:solidFill>
                <a:latin typeface="Apple SD Gothic Neo"/>
                <a:ea typeface="Apple SD Gothic Neo"/>
                <a:cs typeface="Apple SD Gothic Neo"/>
              </a:defRPr>
            </a:lvl7pPr>
            <a:lvl8pPr algn="l">
              <a:defRPr sz="1350" b="0">
                <a:solidFill>
                  <a:srgbClr val="61736F"/>
                </a:solidFill>
                <a:latin typeface="Apple SD Gothic Neo"/>
                <a:ea typeface="Apple SD Gothic Neo"/>
                <a:cs typeface="Apple SD Gothic Neo"/>
              </a:defRPr>
            </a:lvl8pPr>
            <a:lvl9pPr algn="l">
              <a:defRPr sz="1350" b="0">
                <a:solidFill>
                  <a:srgbClr val="61736F"/>
                </a:solidFill>
                <a:latin typeface="Apple SD Gothic Neo"/>
                <a:ea typeface="Apple SD Gothic Neo"/>
                <a:cs typeface="Apple SD Gothic Neo"/>
              </a:defRPr>
            </a:lvl9pPr>
          </a:lstStyle>
          <a:p xmlns:a="http://schemas.openxmlformats.org/drawingml/2006/main">
            <a:pPr algn="l">
              <a:defRPr sz="1350" b="0">
                <a:solidFill>
                  <a:srgbClr val="61736F"/>
                </a:solidFill>
                <a:latin typeface="Apple SD Gothic Neo"/>
                <a:ea typeface="Apple SD Gothic Neo"/>
                <a:cs typeface="Apple SD Gothic Neo"/>
              </a:defRPr>
            </a:pPr>
            <a:r>
              <a:rPr sz="1350" b="0">
                <a:solidFill>
                  <a:srgbClr val="61736F"/>
                </a:solidFill>
                <a:latin typeface="Apple SD Gothic Neo"/>
                <a:ea typeface="Apple SD Gothic Neo"/>
                <a:cs typeface="Apple SD Gothic Neo"/>
              </a:rPr>
              <a:t>봉화지기  /  산불 MVP 시연 구성  /  2026.11.01 기준</a:t>
            </a:r>
          </a:p>
        </p:txBody>
      </p:sp>
      <p:sp>
        <p:nvSpPr>
          <p:cNvPr id="6" name="s2-5-text">
            <a:extLst xmlns:a="http://schemas.openxmlformats.org/drawingml/2006/main">
              <a:ext uri="{FF2B5EF4-FFF2-40B4-BE49-F238E27FC236}">
                <a16:creationId xmlns:a16="http://schemas.microsoft.com/office/drawing/2014/main" id="{CBAD8F3C-1E24-4302-9AF0-40E72691E3E8}"/>
              </a:ext>
            </a:extLst>
          </p:cNvPr>
          <p:cNvSpPr>
            <a:spLocks xmlns:a="http://schemas.openxmlformats.org/drawingml/2006/main" noGrp="1"/>
          </p:cNvSpPr>
          <p:nvPr/>
        </p:nvSpPr>
        <p:spPr>
          <a:xfrm xmlns:a="http://schemas.openxmlformats.org/drawingml/2006/main">
            <a:off x="13811250" y="8067675"/>
            <a:ext cx="742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500" b="0">
                <a:solidFill>
                  <a:srgbClr val="61736F"/>
                </a:solidFill>
                <a:latin typeface="Apple SD Gothic Neo"/>
                <a:ea typeface="Apple SD Gothic Neo"/>
                <a:cs typeface="Apple SD Gothic Neo"/>
              </a:defRPr>
            </a:defPPr>
            <a:lvl1pPr algn="r">
              <a:defRPr sz="1500" b="0">
                <a:solidFill>
                  <a:srgbClr val="61736F"/>
                </a:solidFill>
                <a:latin typeface="Apple SD Gothic Neo"/>
                <a:ea typeface="Apple SD Gothic Neo"/>
                <a:cs typeface="Apple SD Gothic Neo"/>
              </a:defRPr>
            </a:lvl1pPr>
            <a:lvl2pPr algn="r">
              <a:defRPr sz="1500" b="0">
                <a:solidFill>
                  <a:srgbClr val="61736F"/>
                </a:solidFill>
                <a:latin typeface="Apple SD Gothic Neo"/>
                <a:ea typeface="Apple SD Gothic Neo"/>
                <a:cs typeface="Apple SD Gothic Neo"/>
              </a:defRPr>
            </a:lvl2pPr>
            <a:lvl3pPr algn="r">
              <a:defRPr sz="1500" b="0">
                <a:solidFill>
                  <a:srgbClr val="61736F"/>
                </a:solidFill>
                <a:latin typeface="Apple SD Gothic Neo"/>
                <a:ea typeface="Apple SD Gothic Neo"/>
                <a:cs typeface="Apple SD Gothic Neo"/>
              </a:defRPr>
            </a:lvl3pPr>
            <a:lvl4pPr algn="r">
              <a:defRPr sz="1500" b="0">
                <a:solidFill>
                  <a:srgbClr val="61736F"/>
                </a:solidFill>
                <a:latin typeface="Apple SD Gothic Neo"/>
                <a:ea typeface="Apple SD Gothic Neo"/>
                <a:cs typeface="Apple SD Gothic Neo"/>
              </a:defRPr>
            </a:lvl4pPr>
            <a:lvl5pPr algn="r">
              <a:defRPr sz="1500" b="0">
                <a:solidFill>
                  <a:srgbClr val="61736F"/>
                </a:solidFill>
                <a:latin typeface="Apple SD Gothic Neo"/>
                <a:ea typeface="Apple SD Gothic Neo"/>
                <a:cs typeface="Apple SD Gothic Neo"/>
              </a:defRPr>
            </a:lvl5pPr>
            <a:lvl6pPr algn="r">
              <a:defRPr sz="1500" b="0">
                <a:solidFill>
                  <a:srgbClr val="61736F"/>
                </a:solidFill>
                <a:latin typeface="Apple SD Gothic Neo"/>
                <a:ea typeface="Apple SD Gothic Neo"/>
                <a:cs typeface="Apple SD Gothic Neo"/>
              </a:defRPr>
            </a:lvl6pPr>
            <a:lvl7pPr algn="r">
              <a:defRPr sz="1500" b="0">
                <a:solidFill>
                  <a:srgbClr val="61736F"/>
                </a:solidFill>
                <a:latin typeface="Apple SD Gothic Neo"/>
                <a:ea typeface="Apple SD Gothic Neo"/>
                <a:cs typeface="Apple SD Gothic Neo"/>
              </a:defRPr>
            </a:lvl7pPr>
            <a:lvl8pPr algn="r">
              <a:defRPr sz="1500" b="0">
                <a:solidFill>
                  <a:srgbClr val="61736F"/>
                </a:solidFill>
                <a:latin typeface="Apple SD Gothic Neo"/>
                <a:ea typeface="Apple SD Gothic Neo"/>
                <a:cs typeface="Apple SD Gothic Neo"/>
              </a:defRPr>
            </a:lvl8pPr>
            <a:lvl9pPr algn="r">
              <a:defRPr sz="1500" b="0">
                <a:solidFill>
                  <a:srgbClr val="61736F"/>
                </a:solidFill>
                <a:latin typeface="Apple SD Gothic Neo"/>
                <a:ea typeface="Apple SD Gothic Neo"/>
                <a:cs typeface="Apple SD Gothic Neo"/>
              </a:defRPr>
            </a:lvl9pPr>
          </a:lstStyle>
          <a:p xmlns:a="http://schemas.openxmlformats.org/drawingml/2006/main">
            <a:pPr algn="r">
              <a:defRPr sz="1500" b="0">
                <a:solidFill>
                  <a:srgbClr val="61736F"/>
                </a:solidFill>
                <a:latin typeface="Apple SD Gothic Neo"/>
                <a:ea typeface="Apple SD Gothic Neo"/>
                <a:cs typeface="Apple SD Gothic Neo"/>
              </a:defRPr>
            </a:pPr>
            <a:r>
              <a:rPr sz="1500" b="0">
                <a:solidFill>
                  <a:srgbClr val="61736F"/>
                </a:solidFill>
                <a:latin typeface="Apple SD Gothic Neo"/>
                <a:ea typeface="Apple SD Gothic Neo"/>
                <a:cs typeface="Apple SD Gothic Neo"/>
              </a:rPr>
              <a:t>2 / 3</a:t>
            </a:r>
          </a:p>
        </p:txBody>
      </p:sp>
      <p:sp>
        <p:nvSpPr>
          <p:cNvPr id="7" name="s2-6-rect">
            <a:extLst xmlns:a="http://schemas.openxmlformats.org/drawingml/2006/main">
              <a:ext uri="{FF2B5EF4-FFF2-40B4-BE49-F238E27FC236}">
                <a16:creationId xmlns:a16="http://schemas.microsoft.com/office/drawing/2014/main" id="{335E1C93-3C41-44E5-B9BB-9533BFAE187B}"/>
              </a:ext>
            </a:extLst>
          </p:cNvPr>
          <p:cNvSpPr>
            <a:spLocks xmlns:a="http://schemas.openxmlformats.org/drawingml/2006/main" noGrp="1"/>
          </p:cNvSpPr>
          <p:nvPr/>
        </p:nvSpPr>
        <p:spPr>
          <a:xfrm xmlns:a="http://schemas.openxmlformats.org/drawingml/2006/main">
            <a:off x="685800" y="1971675"/>
            <a:ext cx="9124950" cy="457200"/>
          </a:xfrm>
          <a:prstGeom xmlns:a="http://schemas.openxmlformats.org/drawingml/2006/main" prst="roundRect">
            <a:avLst>
              <a:gd name="adj" fmla="val 25000"/>
            </a:avLst>
          </a:prstGeom>
          <a:solidFill xmlns:a="http://schemas.openxmlformats.org/drawingml/2006/main">
            <a:srgbClr val="E7F1E8"/>
          </a:solidFill>
          <a:ln xmlns:a="http://schemas.openxmlformats.org/drawingml/2006/main" w="9525">
            <a:noFill/>
            <a:prstDash val="solid"/>
          </a:ln>
        </p:spPr>
      </p:sp>
      <p:sp>
        <p:nvSpPr>
          <p:cNvPr id="8" name="s2-7-text">
            <a:extLst xmlns:a="http://schemas.openxmlformats.org/drawingml/2006/main">
              <a:ext uri="{FF2B5EF4-FFF2-40B4-BE49-F238E27FC236}">
                <a16:creationId xmlns:a16="http://schemas.microsoft.com/office/drawing/2014/main" id="{F02895EB-D576-457D-84A6-85255A38D314}"/>
              </a:ext>
            </a:extLst>
          </p:cNvPr>
          <p:cNvSpPr>
            <a:spLocks xmlns:a="http://schemas.openxmlformats.org/drawingml/2006/main" noGrp="1"/>
          </p:cNvSpPr>
          <p:nvPr/>
        </p:nvSpPr>
        <p:spPr>
          <a:xfrm xmlns:a="http://schemas.openxmlformats.org/drawingml/2006/main">
            <a:off x="885825" y="2047875"/>
            <a:ext cx="871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1C7055"/>
                </a:solidFill>
                <a:latin typeface="Apple SD Gothic Neo"/>
                <a:ea typeface="Apple SD Gothic Neo"/>
                <a:cs typeface="Apple SD Gothic Neo"/>
              </a:defRPr>
            </a:defPPr>
            <a:lvl1pPr algn="l">
              <a:defRPr sz="1725" b="1">
                <a:solidFill>
                  <a:srgbClr val="1C7055"/>
                </a:solidFill>
                <a:latin typeface="Apple SD Gothic Neo"/>
                <a:ea typeface="Apple SD Gothic Neo"/>
                <a:cs typeface="Apple SD Gothic Neo"/>
              </a:defRPr>
            </a:lvl1pPr>
            <a:lvl2pPr algn="l">
              <a:defRPr sz="1725" b="1">
                <a:solidFill>
                  <a:srgbClr val="1C7055"/>
                </a:solidFill>
                <a:latin typeface="Apple SD Gothic Neo"/>
                <a:ea typeface="Apple SD Gothic Neo"/>
                <a:cs typeface="Apple SD Gothic Neo"/>
              </a:defRPr>
            </a:lvl2pPr>
            <a:lvl3pPr algn="l">
              <a:defRPr sz="1725" b="1">
                <a:solidFill>
                  <a:srgbClr val="1C7055"/>
                </a:solidFill>
                <a:latin typeface="Apple SD Gothic Neo"/>
                <a:ea typeface="Apple SD Gothic Neo"/>
                <a:cs typeface="Apple SD Gothic Neo"/>
              </a:defRPr>
            </a:lvl3pPr>
            <a:lvl4pPr algn="l">
              <a:defRPr sz="1725" b="1">
                <a:solidFill>
                  <a:srgbClr val="1C7055"/>
                </a:solidFill>
                <a:latin typeface="Apple SD Gothic Neo"/>
                <a:ea typeface="Apple SD Gothic Neo"/>
                <a:cs typeface="Apple SD Gothic Neo"/>
              </a:defRPr>
            </a:lvl4pPr>
            <a:lvl5pPr algn="l">
              <a:defRPr sz="1725" b="1">
                <a:solidFill>
                  <a:srgbClr val="1C7055"/>
                </a:solidFill>
                <a:latin typeface="Apple SD Gothic Neo"/>
                <a:ea typeface="Apple SD Gothic Neo"/>
                <a:cs typeface="Apple SD Gothic Neo"/>
              </a:defRPr>
            </a:lvl5pPr>
            <a:lvl6pPr algn="l">
              <a:defRPr sz="1725" b="1">
                <a:solidFill>
                  <a:srgbClr val="1C7055"/>
                </a:solidFill>
                <a:latin typeface="Apple SD Gothic Neo"/>
                <a:ea typeface="Apple SD Gothic Neo"/>
                <a:cs typeface="Apple SD Gothic Neo"/>
              </a:defRPr>
            </a:lvl6pPr>
            <a:lvl7pPr algn="l">
              <a:defRPr sz="1725" b="1">
                <a:solidFill>
                  <a:srgbClr val="1C7055"/>
                </a:solidFill>
                <a:latin typeface="Apple SD Gothic Neo"/>
                <a:ea typeface="Apple SD Gothic Neo"/>
                <a:cs typeface="Apple SD Gothic Neo"/>
              </a:defRPr>
            </a:lvl7pPr>
            <a:lvl8pPr algn="l">
              <a:defRPr sz="1725" b="1">
                <a:solidFill>
                  <a:srgbClr val="1C7055"/>
                </a:solidFill>
                <a:latin typeface="Apple SD Gothic Neo"/>
                <a:ea typeface="Apple SD Gothic Neo"/>
                <a:cs typeface="Apple SD Gothic Neo"/>
              </a:defRPr>
            </a:lvl8pPr>
            <a:lvl9pPr algn="l">
              <a:defRPr sz="1725" b="1">
                <a:solidFill>
                  <a:srgbClr val="1C7055"/>
                </a:solidFill>
                <a:latin typeface="Apple SD Gothic Neo"/>
                <a:ea typeface="Apple SD Gothic Neo"/>
                <a:cs typeface="Apple SD Gothic Neo"/>
              </a:defRPr>
            </a:lvl9pPr>
          </a:lstStyle>
          <a:p xmlns:a="http://schemas.openxmlformats.org/drawingml/2006/main">
            <a:pPr algn="l">
              <a:defRPr sz="1725" b="1">
                <a:solidFill>
                  <a:srgbClr val="1C7055"/>
                </a:solidFill>
                <a:latin typeface="Apple SD Gothic Neo"/>
                <a:ea typeface="Apple SD Gothic Neo"/>
                <a:cs typeface="Apple SD Gothic Neo"/>
              </a:defRPr>
            </a:pPr>
            <a:r>
              <a:rPr sz="1725" b="1">
                <a:solidFill>
                  <a:srgbClr val="1C7055"/>
                </a:solidFill>
                <a:latin typeface="Apple SD Gothic Neo"/>
                <a:ea typeface="Apple SD Gothic Neo"/>
                <a:cs typeface="Apple SD Gothic Neo"/>
              </a:rPr>
              <a:t>현재 연결된 자료 분석 흐름  ·  GPU 서버</a:t>
            </a:r>
          </a:p>
        </p:txBody>
      </p:sp>
      <p:sp>
        <p:nvSpPr>
          <p:cNvPr id="9" name="s2-8-rect">
            <a:extLst xmlns:a="http://schemas.openxmlformats.org/drawingml/2006/main">
              <a:ext uri="{FF2B5EF4-FFF2-40B4-BE49-F238E27FC236}">
                <a16:creationId xmlns:a16="http://schemas.microsoft.com/office/drawing/2014/main" id="{2C23AE2A-E66A-4817-A420-C8B7EC62264A}"/>
              </a:ext>
            </a:extLst>
          </p:cNvPr>
          <p:cNvSpPr>
            <a:spLocks xmlns:a="http://schemas.openxmlformats.org/drawingml/2006/main" noGrp="1"/>
          </p:cNvSpPr>
          <p:nvPr/>
        </p:nvSpPr>
        <p:spPr>
          <a:xfrm xmlns:a="http://schemas.openxmlformats.org/drawingml/2006/main">
            <a:off x="10153650" y="1971675"/>
            <a:ext cx="4400550" cy="457200"/>
          </a:xfrm>
          <a:prstGeom xmlns:a="http://schemas.openxmlformats.org/drawingml/2006/main" prst="roundRect">
            <a:avLst>
              <a:gd name="adj" fmla="val 25000"/>
            </a:avLst>
          </a:prstGeom>
          <a:solidFill xmlns:a="http://schemas.openxmlformats.org/drawingml/2006/main">
            <a:srgbClr val="EBEFEB"/>
          </a:solidFill>
          <a:ln xmlns:a="http://schemas.openxmlformats.org/drawingml/2006/main" w="9525">
            <a:noFill/>
            <a:prstDash val="solid"/>
          </a:ln>
        </p:spPr>
      </p:sp>
      <p:sp>
        <p:nvSpPr>
          <p:cNvPr id="10" name="s2-9-text">
            <a:extLst xmlns:a="http://schemas.openxmlformats.org/drawingml/2006/main">
              <a:ext uri="{FF2B5EF4-FFF2-40B4-BE49-F238E27FC236}">
                <a16:creationId xmlns:a16="http://schemas.microsoft.com/office/drawing/2014/main" id="{1698351A-27FF-4B5A-A882-54193484A32D}"/>
              </a:ext>
            </a:extLst>
          </p:cNvPr>
          <p:cNvSpPr>
            <a:spLocks xmlns:a="http://schemas.openxmlformats.org/drawingml/2006/main" noGrp="1"/>
          </p:cNvSpPr>
          <p:nvPr/>
        </p:nvSpPr>
        <p:spPr>
          <a:xfrm xmlns:a="http://schemas.openxmlformats.org/drawingml/2006/main">
            <a:off x="10353675" y="2047875"/>
            <a:ext cx="3981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71817D"/>
                </a:solidFill>
                <a:latin typeface="Apple SD Gothic Neo"/>
                <a:ea typeface="Apple SD Gothic Neo"/>
                <a:cs typeface="Apple SD Gothic Neo"/>
              </a:defRPr>
            </a:defPPr>
            <a:lvl1pPr algn="l">
              <a:defRPr sz="1725" b="1">
                <a:solidFill>
                  <a:srgbClr val="71817D"/>
                </a:solidFill>
                <a:latin typeface="Apple SD Gothic Neo"/>
                <a:ea typeface="Apple SD Gothic Neo"/>
                <a:cs typeface="Apple SD Gothic Neo"/>
              </a:defRPr>
            </a:lvl1pPr>
            <a:lvl2pPr algn="l">
              <a:defRPr sz="1725" b="1">
                <a:solidFill>
                  <a:srgbClr val="71817D"/>
                </a:solidFill>
                <a:latin typeface="Apple SD Gothic Neo"/>
                <a:ea typeface="Apple SD Gothic Neo"/>
                <a:cs typeface="Apple SD Gothic Neo"/>
              </a:defRPr>
            </a:lvl2pPr>
            <a:lvl3pPr algn="l">
              <a:defRPr sz="1725" b="1">
                <a:solidFill>
                  <a:srgbClr val="71817D"/>
                </a:solidFill>
                <a:latin typeface="Apple SD Gothic Neo"/>
                <a:ea typeface="Apple SD Gothic Neo"/>
                <a:cs typeface="Apple SD Gothic Neo"/>
              </a:defRPr>
            </a:lvl3pPr>
            <a:lvl4pPr algn="l">
              <a:defRPr sz="1725" b="1">
                <a:solidFill>
                  <a:srgbClr val="71817D"/>
                </a:solidFill>
                <a:latin typeface="Apple SD Gothic Neo"/>
                <a:ea typeface="Apple SD Gothic Neo"/>
                <a:cs typeface="Apple SD Gothic Neo"/>
              </a:defRPr>
            </a:lvl4pPr>
            <a:lvl5pPr algn="l">
              <a:defRPr sz="1725" b="1">
                <a:solidFill>
                  <a:srgbClr val="71817D"/>
                </a:solidFill>
                <a:latin typeface="Apple SD Gothic Neo"/>
                <a:ea typeface="Apple SD Gothic Neo"/>
                <a:cs typeface="Apple SD Gothic Neo"/>
              </a:defRPr>
            </a:lvl5pPr>
            <a:lvl6pPr algn="l">
              <a:defRPr sz="1725" b="1">
                <a:solidFill>
                  <a:srgbClr val="71817D"/>
                </a:solidFill>
                <a:latin typeface="Apple SD Gothic Neo"/>
                <a:ea typeface="Apple SD Gothic Neo"/>
                <a:cs typeface="Apple SD Gothic Neo"/>
              </a:defRPr>
            </a:lvl6pPr>
            <a:lvl7pPr algn="l">
              <a:defRPr sz="1725" b="1">
                <a:solidFill>
                  <a:srgbClr val="71817D"/>
                </a:solidFill>
                <a:latin typeface="Apple SD Gothic Neo"/>
                <a:ea typeface="Apple SD Gothic Neo"/>
                <a:cs typeface="Apple SD Gothic Neo"/>
              </a:defRPr>
            </a:lvl7pPr>
            <a:lvl8pPr algn="l">
              <a:defRPr sz="1725" b="1">
                <a:solidFill>
                  <a:srgbClr val="71817D"/>
                </a:solidFill>
                <a:latin typeface="Apple SD Gothic Neo"/>
                <a:ea typeface="Apple SD Gothic Neo"/>
                <a:cs typeface="Apple SD Gothic Neo"/>
              </a:defRPr>
            </a:lvl8pPr>
            <a:lvl9pPr algn="l">
              <a:defRPr sz="1725" b="1">
                <a:solidFill>
                  <a:srgbClr val="71817D"/>
                </a:solidFill>
                <a:latin typeface="Apple SD Gothic Neo"/>
                <a:ea typeface="Apple SD Gothic Neo"/>
                <a:cs typeface="Apple SD Gothic Neo"/>
              </a:defRPr>
            </a:lvl9pPr>
          </a:lstStyle>
          <a:p xmlns:a="http://schemas.openxmlformats.org/drawingml/2006/main">
            <a:pPr algn="l">
              <a:defRPr sz="1725" b="1">
                <a:solidFill>
                  <a:srgbClr val="71817D"/>
                </a:solidFill>
                <a:latin typeface="Apple SD Gothic Neo"/>
                <a:ea typeface="Apple SD Gothic Neo"/>
                <a:cs typeface="Apple SD Gothic Neo"/>
              </a:defRPr>
            </a:pPr>
            <a:r>
              <a:rPr sz="1725" b="1">
                <a:solidFill>
                  <a:srgbClr val="71817D"/>
                </a:solidFill>
                <a:latin typeface="Apple SD Gothic Neo"/>
                <a:ea typeface="Apple SD Gothic Neo"/>
                <a:cs typeface="Apple SD Gothic Neo"/>
              </a:rPr>
              <a:t>별도 예측 연구  ·  서비스 미연결</a:t>
            </a:r>
          </a:p>
        </p:txBody>
      </p:sp>
      <p:sp>
        <p:nvSpPr>
          <p:cNvPr id="11" name="s2-10-poly">
            <a:extLst xmlns:a="http://schemas.openxmlformats.org/drawingml/2006/main">
              <a:ext uri="{FF2B5EF4-FFF2-40B4-BE49-F238E27FC236}">
                <a16:creationId xmlns:a16="http://schemas.microsoft.com/office/drawing/2014/main" id="{4B014963-89FD-4683-90C2-07FB31128AFB}"/>
              </a:ext>
            </a:extLst>
          </p:cNvPr>
          <p:cNvSpPr>
            <a:spLocks xmlns:a="http://schemas.openxmlformats.org/drawingml/2006/main" noGrp="1"/>
          </p:cNvSpPr>
          <p:nvPr/>
        </p:nvSpPr>
        <p:spPr>
          <a:xfrm xmlns:a="http://schemas.openxmlformats.org/drawingml/2006/main">
            <a:off x="9982200" y="2676525"/>
            <a:ext cx="9525" cy="3543300"/>
          </a:xfrm>
          <a:custGeom xmlns:a="http://schemas.openxmlformats.org/drawingml/2006/main">
            <a:pathLst>
              <a:path w="9525" h="3543300">
                <a:moveTo>
                  <a:pt x="0" y="0"/>
                </a:moveTo>
                <a:lnTo>
                  <a:pt x="0" y="3543300"/>
                </a:lnTo>
              </a:path>
            </a:pathLst>
          </a:custGeom>
          <a:noFill xmlns:a="http://schemas.openxmlformats.org/drawingml/2006/main"/>
          <a:ln xmlns:a="http://schemas.openxmlformats.org/drawingml/2006/main" w="19050">
            <a:solidFill>
              <a:srgbClr val="DAE3DC"/>
            </a:solidFill>
            <a:prstDash val="solid"/>
          </a:ln>
        </p:spPr>
      </p:sp>
      <p:sp>
        <p:nvSpPr>
          <p:cNvPr id="12" name="s2-11-ellipse">
            <a:extLst xmlns:a="http://schemas.openxmlformats.org/drawingml/2006/main">
              <a:ext uri="{FF2B5EF4-FFF2-40B4-BE49-F238E27FC236}">
                <a16:creationId xmlns:a16="http://schemas.microsoft.com/office/drawing/2014/main" id="{324E239F-74F6-4DA1-8CEA-2FDEA4F2DA45}"/>
              </a:ext>
            </a:extLst>
          </p:cNvPr>
          <p:cNvSpPr>
            <a:spLocks xmlns:a="http://schemas.openxmlformats.org/drawingml/2006/main" noGrp="1"/>
          </p:cNvSpPr>
          <p:nvPr/>
        </p:nvSpPr>
        <p:spPr>
          <a:xfrm xmlns:a="http://schemas.openxmlformats.org/drawingml/2006/main">
            <a:off x="787527" y="2759202"/>
            <a:ext cx="356616" cy="356616"/>
          </a:xfrm>
          <a:prstGeom xmlns:a="http://schemas.openxmlformats.org/drawingml/2006/main" prst="ellipse">
            <a:avLst/>
          </a:prstGeom>
          <a:noFill xmlns:a="http://schemas.openxmlformats.org/drawingml/2006/main"/>
          <a:ln xmlns:a="http://schemas.openxmlformats.org/drawingml/2006/main" w="37148">
            <a:solidFill>
              <a:srgbClr val="1C7055"/>
            </a:solidFill>
            <a:prstDash val="solid"/>
          </a:ln>
        </p:spPr>
      </p:sp>
      <p:sp>
        <p:nvSpPr>
          <p:cNvPr id="13" name="s2-12-poly">
            <a:extLst xmlns:a="http://schemas.openxmlformats.org/drawingml/2006/main">
              <a:ext uri="{FF2B5EF4-FFF2-40B4-BE49-F238E27FC236}">
                <a16:creationId xmlns:a16="http://schemas.microsoft.com/office/drawing/2014/main" id="{A68FE354-198D-4E96-A755-7D342A085663}"/>
              </a:ext>
            </a:extLst>
          </p:cNvPr>
          <p:cNvSpPr>
            <a:spLocks xmlns:a="http://schemas.openxmlformats.org/drawingml/2006/main" noGrp="1"/>
          </p:cNvSpPr>
          <p:nvPr/>
        </p:nvSpPr>
        <p:spPr>
          <a:xfrm xmlns:a="http://schemas.openxmlformats.org/drawingml/2006/main">
            <a:off x="1092137" y="3071241"/>
            <a:ext cx="163449" cy="163449"/>
          </a:xfrm>
          <a:custGeom xmlns:a="http://schemas.openxmlformats.org/drawingml/2006/main">
            <a:pathLst>
              <a:path w="163449" h="163449">
                <a:moveTo>
                  <a:pt x="0" y="0"/>
                </a:moveTo>
                <a:lnTo>
                  <a:pt x="163449" y="163449"/>
                </a:lnTo>
              </a:path>
            </a:pathLst>
          </a:custGeom>
          <a:noFill xmlns:a="http://schemas.openxmlformats.org/drawingml/2006/main"/>
          <a:ln xmlns:a="http://schemas.openxmlformats.org/drawingml/2006/main" w="44577">
            <a:solidFill>
              <a:srgbClr val="1C7055"/>
            </a:solidFill>
            <a:prstDash val="solid"/>
          </a:ln>
        </p:spPr>
      </p:sp>
      <p:sp>
        <p:nvSpPr>
          <p:cNvPr id="14" name="s2-13-ellipse">
            <a:extLst xmlns:a="http://schemas.openxmlformats.org/drawingml/2006/main">
              <a:ext uri="{FF2B5EF4-FFF2-40B4-BE49-F238E27FC236}">
                <a16:creationId xmlns:a16="http://schemas.microsoft.com/office/drawing/2014/main" id="{CCF53568-9182-4223-A285-6A5C67B8D2CE}"/>
              </a:ext>
            </a:extLst>
          </p:cNvPr>
          <p:cNvSpPr>
            <a:spLocks xmlns:a="http://schemas.openxmlformats.org/drawingml/2006/main" noGrp="1"/>
          </p:cNvSpPr>
          <p:nvPr/>
        </p:nvSpPr>
        <p:spPr>
          <a:xfrm xmlns:a="http://schemas.openxmlformats.org/drawingml/2006/main">
            <a:off x="884110" y="2885504"/>
            <a:ext cx="44577" cy="44577"/>
          </a:xfrm>
          <a:prstGeom xmlns:a="http://schemas.openxmlformats.org/drawingml/2006/main" prst="ellipse">
            <a:avLst/>
          </a:prstGeom>
          <a:solidFill xmlns:a="http://schemas.openxmlformats.org/drawingml/2006/main">
            <a:srgbClr val="1C7055"/>
          </a:solidFill>
          <a:ln xmlns:a="http://schemas.openxmlformats.org/drawingml/2006/main" w="9525">
            <a:noFill/>
            <a:prstDash val="solid"/>
          </a:ln>
        </p:spPr>
      </p:sp>
      <p:sp>
        <p:nvSpPr>
          <p:cNvPr id="15" name="s2-14-ellipse">
            <a:extLst xmlns:a="http://schemas.openxmlformats.org/drawingml/2006/main">
              <a:ext uri="{FF2B5EF4-FFF2-40B4-BE49-F238E27FC236}">
                <a16:creationId xmlns:a16="http://schemas.microsoft.com/office/drawing/2014/main" id="{2EE036F6-0DC1-4773-84E4-EEBF9CC556C3}"/>
              </a:ext>
            </a:extLst>
          </p:cNvPr>
          <p:cNvSpPr>
            <a:spLocks xmlns:a="http://schemas.openxmlformats.org/drawingml/2006/main" noGrp="1"/>
          </p:cNvSpPr>
          <p:nvPr/>
        </p:nvSpPr>
        <p:spPr>
          <a:xfrm xmlns:a="http://schemas.openxmlformats.org/drawingml/2006/main">
            <a:off x="980694" y="2848356"/>
            <a:ext cx="44577" cy="44577"/>
          </a:xfrm>
          <a:prstGeom xmlns:a="http://schemas.openxmlformats.org/drawingml/2006/main" prst="ellipse">
            <a:avLst/>
          </a:prstGeom>
          <a:solidFill xmlns:a="http://schemas.openxmlformats.org/drawingml/2006/main">
            <a:srgbClr val="1C7055"/>
          </a:solidFill>
          <a:ln xmlns:a="http://schemas.openxmlformats.org/drawingml/2006/main" w="9525">
            <a:noFill/>
            <a:prstDash val="solid"/>
          </a:ln>
        </p:spPr>
      </p:sp>
      <p:sp>
        <p:nvSpPr>
          <p:cNvPr id="16" name="s2-15-ellipse">
            <a:extLst xmlns:a="http://schemas.openxmlformats.org/drawingml/2006/main">
              <a:ext uri="{FF2B5EF4-FFF2-40B4-BE49-F238E27FC236}">
                <a16:creationId xmlns:a16="http://schemas.microsoft.com/office/drawing/2014/main" id="{5866D122-D0D2-4664-BC5C-81E6F98E0B0B}"/>
              </a:ext>
            </a:extLst>
          </p:cNvPr>
          <p:cNvSpPr>
            <a:spLocks xmlns:a="http://schemas.openxmlformats.org/drawingml/2006/main" noGrp="1"/>
          </p:cNvSpPr>
          <p:nvPr/>
        </p:nvSpPr>
        <p:spPr>
          <a:xfrm xmlns:a="http://schemas.openxmlformats.org/drawingml/2006/main">
            <a:off x="980694" y="2952369"/>
            <a:ext cx="44577" cy="44577"/>
          </a:xfrm>
          <a:prstGeom xmlns:a="http://schemas.openxmlformats.org/drawingml/2006/main" prst="ellipse">
            <a:avLst/>
          </a:prstGeom>
          <a:solidFill xmlns:a="http://schemas.openxmlformats.org/drawingml/2006/main">
            <a:srgbClr val="1C7055"/>
          </a:solidFill>
          <a:ln xmlns:a="http://schemas.openxmlformats.org/drawingml/2006/main" w="9525">
            <a:noFill/>
            <a:prstDash val="solid"/>
          </a:ln>
        </p:spPr>
      </p:sp>
      <p:sp>
        <p:nvSpPr>
          <p:cNvPr id="17" name="s2-16-poly">
            <a:extLst xmlns:a="http://schemas.openxmlformats.org/drawingml/2006/main">
              <a:ext uri="{FF2B5EF4-FFF2-40B4-BE49-F238E27FC236}">
                <a16:creationId xmlns:a16="http://schemas.microsoft.com/office/drawing/2014/main" id="{5B64480D-B5DC-4BA3-BD56-AB231C6B8B6A}"/>
              </a:ext>
            </a:extLst>
          </p:cNvPr>
          <p:cNvSpPr>
            <a:spLocks xmlns:a="http://schemas.openxmlformats.org/drawingml/2006/main" noGrp="1"/>
          </p:cNvSpPr>
          <p:nvPr/>
        </p:nvSpPr>
        <p:spPr>
          <a:xfrm xmlns:a="http://schemas.openxmlformats.org/drawingml/2006/main">
            <a:off x="906399" y="2870645"/>
            <a:ext cx="96584" cy="104013"/>
          </a:xfrm>
          <a:custGeom xmlns:a="http://schemas.openxmlformats.org/drawingml/2006/main">
            <a:pathLst>
              <a:path w="96584" h="104013">
                <a:moveTo>
                  <a:pt x="0" y="37147"/>
                </a:moveTo>
                <a:lnTo>
                  <a:pt x="96584" y="0"/>
                </a:lnTo>
                <a:lnTo>
                  <a:pt x="96584" y="104013"/>
                </a:lnTo>
                <a:lnTo>
                  <a:pt x="0" y="37147"/>
                </a:lnTo>
              </a:path>
            </a:pathLst>
          </a:custGeom>
          <a:noFill xmlns:a="http://schemas.openxmlformats.org/drawingml/2006/main"/>
          <a:ln xmlns:a="http://schemas.openxmlformats.org/drawingml/2006/main" w="14859">
            <a:solidFill>
              <a:srgbClr val="1C7055"/>
            </a:solidFill>
            <a:prstDash val="solid"/>
          </a:ln>
        </p:spPr>
      </p:sp>
      <p:sp>
        <p:nvSpPr>
          <p:cNvPr id="18" name="s2-17-text">
            <a:extLst xmlns:a="http://schemas.openxmlformats.org/drawingml/2006/main">
              <a:ext uri="{FF2B5EF4-FFF2-40B4-BE49-F238E27FC236}">
                <a16:creationId xmlns:a16="http://schemas.microsoft.com/office/drawing/2014/main" id="{5271AEBB-8AEE-4B42-B7B3-F45266C5C7BC}"/>
              </a:ext>
            </a:extLst>
          </p:cNvPr>
          <p:cNvSpPr>
            <a:spLocks xmlns:a="http://schemas.openxmlformats.org/drawingml/2006/main" noGrp="1"/>
          </p:cNvSpPr>
          <p:nvPr/>
        </p:nvSpPr>
        <p:spPr>
          <a:xfrm xmlns:a="http://schemas.openxmlformats.org/drawingml/2006/main">
            <a:off x="1552575" y="2676525"/>
            <a:ext cx="33051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172E2A"/>
                </a:solidFill>
                <a:latin typeface="Apple SD Gothic Neo"/>
                <a:ea typeface="Apple SD Gothic Neo"/>
                <a:cs typeface="Apple SD Gothic Neo"/>
              </a:defRPr>
            </a:defPPr>
            <a:lvl1pPr algn="l">
              <a:defRPr sz="2400" b="1">
                <a:solidFill>
                  <a:srgbClr val="172E2A"/>
                </a:solidFill>
                <a:latin typeface="Apple SD Gothic Neo"/>
                <a:ea typeface="Apple SD Gothic Neo"/>
                <a:cs typeface="Apple SD Gothic Neo"/>
              </a:defRPr>
            </a:lvl1pPr>
            <a:lvl2pPr algn="l">
              <a:defRPr sz="2400" b="1">
                <a:solidFill>
                  <a:srgbClr val="172E2A"/>
                </a:solidFill>
                <a:latin typeface="Apple SD Gothic Neo"/>
                <a:ea typeface="Apple SD Gothic Neo"/>
                <a:cs typeface="Apple SD Gothic Neo"/>
              </a:defRPr>
            </a:lvl2pPr>
            <a:lvl3pPr algn="l">
              <a:defRPr sz="2400" b="1">
                <a:solidFill>
                  <a:srgbClr val="172E2A"/>
                </a:solidFill>
                <a:latin typeface="Apple SD Gothic Neo"/>
                <a:ea typeface="Apple SD Gothic Neo"/>
                <a:cs typeface="Apple SD Gothic Neo"/>
              </a:defRPr>
            </a:lvl3pPr>
            <a:lvl4pPr algn="l">
              <a:defRPr sz="2400" b="1">
                <a:solidFill>
                  <a:srgbClr val="172E2A"/>
                </a:solidFill>
                <a:latin typeface="Apple SD Gothic Neo"/>
                <a:ea typeface="Apple SD Gothic Neo"/>
                <a:cs typeface="Apple SD Gothic Neo"/>
              </a:defRPr>
            </a:lvl4pPr>
            <a:lvl5pPr algn="l">
              <a:defRPr sz="2400" b="1">
                <a:solidFill>
                  <a:srgbClr val="172E2A"/>
                </a:solidFill>
                <a:latin typeface="Apple SD Gothic Neo"/>
                <a:ea typeface="Apple SD Gothic Neo"/>
                <a:cs typeface="Apple SD Gothic Neo"/>
              </a:defRPr>
            </a:lvl5pPr>
            <a:lvl6pPr algn="l">
              <a:defRPr sz="2400" b="1">
                <a:solidFill>
                  <a:srgbClr val="172E2A"/>
                </a:solidFill>
                <a:latin typeface="Apple SD Gothic Neo"/>
                <a:ea typeface="Apple SD Gothic Neo"/>
                <a:cs typeface="Apple SD Gothic Neo"/>
              </a:defRPr>
            </a:lvl6pPr>
            <a:lvl7pPr algn="l">
              <a:defRPr sz="2400" b="1">
                <a:solidFill>
                  <a:srgbClr val="172E2A"/>
                </a:solidFill>
                <a:latin typeface="Apple SD Gothic Neo"/>
                <a:ea typeface="Apple SD Gothic Neo"/>
                <a:cs typeface="Apple SD Gothic Neo"/>
              </a:defRPr>
            </a:lvl7pPr>
            <a:lvl8pPr algn="l">
              <a:defRPr sz="2400" b="1">
                <a:solidFill>
                  <a:srgbClr val="172E2A"/>
                </a:solidFill>
                <a:latin typeface="Apple SD Gothic Neo"/>
                <a:ea typeface="Apple SD Gothic Neo"/>
                <a:cs typeface="Apple SD Gothic Neo"/>
              </a:defRPr>
            </a:lvl8pPr>
            <a:lvl9pPr algn="l">
              <a:defRPr sz="2400" b="1">
                <a:solidFill>
                  <a:srgbClr val="172E2A"/>
                </a:solidFill>
                <a:latin typeface="Apple SD Gothic Neo"/>
                <a:ea typeface="Apple SD Gothic Neo"/>
                <a:cs typeface="Apple SD Gothic Neo"/>
              </a:defRPr>
            </a:lvl9pPr>
          </a:lstStyle>
          <a:p xmlns:a="http://schemas.openxmlformats.org/drawingml/2006/main">
            <a:pPr algn="l">
              <a:defRPr sz="2400" b="1">
                <a:solidFill>
                  <a:srgbClr val="172E2A"/>
                </a:solidFill>
                <a:latin typeface="Apple SD Gothic Neo"/>
                <a:ea typeface="Apple SD Gothic Neo"/>
                <a:cs typeface="Apple SD Gothic Neo"/>
              </a:defRPr>
            </a:pPr>
            <a:r>
              <a:rPr sz="2400" b="1">
                <a:solidFill>
                  <a:srgbClr val="172E2A"/>
                </a:solidFill>
                <a:latin typeface="Apple SD Gothic Neo"/>
                <a:ea typeface="Apple SD Gothic Neo"/>
                <a:cs typeface="Apple SD Gothic Neo"/>
              </a:rPr>
              <a:t>근거 찾기</a:t>
            </a:r>
          </a:p>
        </p:txBody>
      </p:sp>
      <p:sp>
        <p:nvSpPr>
          <p:cNvPr id="19" name="s2-18-text">
            <a:extLst xmlns:a="http://schemas.openxmlformats.org/drawingml/2006/main">
              <a:ext uri="{FF2B5EF4-FFF2-40B4-BE49-F238E27FC236}">
                <a16:creationId xmlns:a16="http://schemas.microsoft.com/office/drawing/2014/main" id="{434CDCB6-021B-4EC7-B6C9-FA7E1F9FA007}"/>
              </a:ext>
            </a:extLst>
          </p:cNvPr>
          <p:cNvSpPr>
            <a:spLocks xmlns:a="http://schemas.openxmlformats.org/drawingml/2006/main" noGrp="1"/>
          </p:cNvSpPr>
          <p:nvPr/>
        </p:nvSpPr>
        <p:spPr>
          <a:xfrm xmlns:a="http://schemas.openxmlformats.org/drawingml/2006/main">
            <a:off x="1552575" y="31146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1C7055"/>
                </a:solidFill>
                <a:latin typeface="Apple SD Gothic Neo"/>
                <a:ea typeface="Apple SD Gothic Neo"/>
                <a:cs typeface="Apple SD Gothic Neo"/>
              </a:defRPr>
            </a:defPPr>
            <a:lvl1pPr algn="l">
              <a:defRPr sz="1650" b="1">
                <a:solidFill>
                  <a:srgbClr val="1C7055"/>
                </a:solidFill>
                <a:latin typeface="Apple SD Gothic Neo"/>
                <a:ea typeface="Apple SD Gothic Neo"/>
                <a:cs typeface="Apple SD Gothic Neo"/>
              </a:defRPr>
            </a:lvl1pPr>
            <a:lvl2pPr algn="l">
              <a:defRPr sz="1650" b="1">
                <a:solidFill>
                  <a:srgbClr val="1C7055"/>
                </a:solidFill>
                <a:latin typeface="Apple SD Gothic Neo"/>
                <a:ea typeface="Apple SD Gothic Neo"/>
                <a:cs typeface="Apple SD Gothic Neo"/>
              </a:defRPr>
            </a:lvl2pPr>
            <a:lvl3pPr algn="l">
              <a:defRPr sz="1650" b="1">
                <a:solidFill>
                  <a:srgbClr val="1C7055"/>
                </a:solidFill>
                <a:latin typeface="Apple SD Gothic Neo"/>
                <a:ea typeface="Apple SD Gothic Neo"/>
                <a:cs typeface="Apple SD Gothic Neo"/>
              </a:defRPr>
            </a:lvl3pPr>
            <a:lvl4pPr algn="l">
              <a:defRPr sz="1650" b="1">
                <a:solidFill>
                  <a:srgbClr val="1C7055"/>
                </a:solidFill>
                <a:latin typeface="Apple SD Gothic Neo"/>
                <a:ea typeface="Apple SD Gothic Neo"/>
                <a:cs typeface="Apple SD Gothic Neo"/>
              </a:defRPr>
            </a:lvl4pPr>
            <a:lvl5pPr algn="l">
              <a:defRPr sz="1650" b="1">
                <a:solidFill>
                  <a:srgbClr val="1C7055"/>
                </a:solidFill>
                <a:latin typeface="Apple SD Gothic Neo"/>
                <a:ea typeface="Apple SD Gothic Neo"/>
                <a:cs typeface="Apple SD Gothic Neo"/>
              </a:defRPr>
            </a:lvl5pPr>
            <a:lvl6pPr algn="l">
              <a:defRPr sz="1650" b="1">
                <a:solidFill>
                  <a:srgbClr val="1C7055"/>
                </a:solidFill>
                <a:latin typeface="Apple SD Gothic Neo"/>
                <a:ea typeface="Apple SD Gothic Neo"/>
                <a:cs typeface="Apple SD Gothic Neo"/>
              </a:defRPr>
            </a:lvl6pPr>
            <a:lvl7pPr algn="l">
              <a:defRPr sz="1650" b="1">
                <a:solidFill>
                  <a:srgbClr val="1C7055"/>
                </a:solidFill>
                <a:latin typeface="Apple SD Gothic Neo"/>
                <a:ea typeface="Apple SD Gothic Neo"/>
                <a:cs typeface="Apple SD Gothic Neo"/>
              </a:defRPr>
            </a:lvl7pPr>
            <a:lvl8pPr algn="l">
              <a:defRPr sz="1650" b="1">
                <a:solidFill>
                  <a:srgbClr val="1C7055"/>
                </a:solidFill>
                <a:latin typeface="Apple SD Gothic Neo"/>
                <a:ea typeface="Apple SD Gothic Neo"/>
                <a:cs typeface="Apple SD Gothic Neo"/>
              </a:defRPr>
            </a:lvl8pPr>
            <a:lvl9pPr algn="l">
              <a:defRPr sz="1650" b="1">
                <a:solidFill>
                  <a:srgbClr val="1C7055"/>
                </a:solidFill>
                <a:latin typeface="Apple SD Gothic Neo"/>
                <a:ea typeface="Apple SD Gothic Neo"/>
                <a:cs typeface="Apple SD Gothic Neo"/>
              </a:defRPr>
            </a:lvl9pPr>
          </a:lstStyle>
          <a:p xmlns:a="http://schemas.openxmlformats.org/drawingml/2006/main">
            <a:pPr algn="l">
              <a:defRPr sz="1650" b="1">
                <a:solidFill>
                  <a:srgbClr val="1C7055"/>
                </a:solidFill>
                <a:latin typeface="Apple SD Gothic Neo"/>
                <a:ea typeface="Apple SD Gothic Neo"/>
                <a:cs typeface="Apple SD Gothic Neo"/>
              </a:defRPr>
            </a:pPr>
            <a:r>
              <a:rPr sz="1650" b="1">
                <a:solidFill>
                  <a:srgbClr val="1C7055"/>
                </a:solidFill>
                <a:latin typeface="Apple SD Gothic Neo"/>
                <a:ea typeface="Apple SD Gothic Neo"/>
                <a:cs typeface="Apple SD Gothic Neo"/>
              </a:rPr>
              <a:t>Qwen3-Embedding-0.6B</a:t>
            </a:r>
          </a:p>
        </p:txBody>
      </p:sp>
      <p:sp>
        <p:nvSpPr>
          <p:cNvPr id="20" name="s2-19-poly">
            <a:extLst xmlns:a="http://schemas.openxmlformats.org/drawingml/2006/main">
              <a:ext uri="{FF2B5EF4-FFF2-40B4-BE49-F238E27FC236}">
                <a16:creationId xmlns:a16="http://schemas.microsoft.com/office/drawing/2014/main" id="{8788507D-DE89-4DDF-B3F8-2657E83F8066}"/>
              </a:ext>
            </a:extLst>
          </p:cNvPr>
          <p:cNvSpPr>
            <a:spLocks xmlns:a="http://schemas.openxmlformats.org/drawingml/2006/main" noGrp="1"/>
          </p:cNvSpPr>
          <p:nvPr/>
        </p:nvSpPr>
        <p:spPr>
          <a:xfrm xmlns:a="http://schemas.openxmlformats.org/drawingml/2006/main">
            <a:off x="4743450" y="2981325"/>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28575">
            <a:solidFill>
              <a:srgbClr val="1C7055"/>
            </a:solidFill>
            <a:prstDash val="solid"/>
          </a:ln>
        </p:spPr>
      </p:sp>
      <p:sp>
        <p:nvSpPr>
          <p:cNvPr id="21" name="s2-20-poly">
            <a:extLst xmlns:a="http://schemas.openxmlformats.org/drawingml/2006/main">
              <a:ext uri="{FF2B5EF4-FFF2-40B4-BE49-F238E27FC236}">
                <a16:creationId xmlns:a16="http://schemas.microsoft.com/office/drawing/2014/main" id="{CA58B6D1-928A-4D34-BEF1-2D81A092EA51}"/>
              </a:ext>
            </a:extLst>
          </p:cNvPr>
          <p:cNvSpPr>
            <a:spLocks xmlns:a="http://schemas.openxmlformats.org/drawingml/2006/main" noGrp="1"/>
          </p:cNvSpPr>
          <p:nvPr/>
        </p:nvSpPr>
        <p:spPr>
          <a:xfrm xmlns:a="http://schemas.openxmlformats.org/drawingml/2006/main">
            <a:off x="5000625" y="2914650"/>
            <a:ext cx="152400" cy="133350"/>
          </a:xfrm>
          <a:custGeom xmlns:a="http://schemas.openxmlformats.org/drawingml/2006/main">
            <a:pathLst>
              <a:path w="152400" h="133350">
                <a:moveTo>
                  <a:pt x="0" y="0"/>
                </a:moveTo>
                <a:lnTo>
                  <a:pt x="152400" y="66675"/>
                </a:lnTo>
                <a:lnTo>
                  <a:pt x="0" y="133350"/>
                </a:lnTo>
              </a:path>
            </a:pathLst>
          </a:custGeom>
          <a:noFill xmlns:a="http://schemas.openxmlformats.org/drawingml/2006/main"/>
          <a:ln xmlns:a="http://schemas.openxmlformats.org/drawingml/2006/main" w="28575">
            <a:solidFill>
              <a:srgbClr val="1C7055"/>
            </a:solidFill>
            <a:prstDash val="solid"/>
          </a:ln>
        </p:spPr>
      </p:sp>
      <p:sp>
        <p:nvSpPr>
          <p:cNvPr id="22" name="s2-21-rect">
            <a:extLst xmlns:a="http://schemas.openxmlformats.org/drawingml/2006/main">
              <a:ext uri="{FF2B5EF4-FFF2-40B4-BE49-F238E27FC236}">
                <a16:creationId xmlns:a16="http://schemas.microsoft.com/office/drawing/2014/main" id="{67CB42C1-4F23-4A67-BEBE-D8594A8A3440}"/>
              </a:ext>
            </a:extLst>
          </p:cNvPr>
          <p:cNvSpPr>
            <a:spLocks xmlns:a="http://schemas.openxmlformats.org/drawingml/2006/main" noGrp="1"/>
          </p:cNvSpPr>
          <p:nvPr/>
        </p:nvSpPr>
        <p:spPr>
          <a:xfrm xmlns:a="http://schemas.openxmlformats.org/drawingml/2006/main">
            <a:off x="5469255" y="2754630"/>
            <a:ext cx="421767" cy="421767"/>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23432">
            <a:solidFill>
              <a:srgbClr val="146C76"/>
            </a:solidFill>
            <a:prstDash val="solid"/>
          </a:ln>
        </p:spPr>
      </p:sp>
      <p:sp>
        <p:nvSpPr>
          <p:cNvPr id="23" name="s2-22-poly">
            <a:extLst xmlns:a="http://schemas.openxmlformats.org/drawingml/2006/main">
              <a:ext uri="{FF2B5EF4-FFF2-40B4-BE49-F238E27FC236}">
                <a16:creationId xmlns:a16="http://schemas.microsoft.com/office/drawing/2014/main" id="{71E55BC8-77B8-4C5B-97C4-1B48E73D237B}"/>
              </a:ext>
            </a:extLst>
          </p:cNvPr>
          <p:cNvSpPr>
            <a:spLocks xmlns:a="http://schemas.openxmlformats.org/drawingml/2006/main" noGrp="1"/>
          </p:cNvSpPr>
          <p:nvPr/>
        </p:nvSpPr>
        <p:spPr>
          <a:xfrm xmlns:a="http://schemas.openxmlformats.org/drawingml/2006/main">
            <a:off x="5562981" y="2676525"/>
            <a:ext cx="9525" cy="78105"/>
          </a:xfrm>
          <a:custGeom xmlns:a="http://schemas.openxmlformats.org/drawingml/2006/main">
            <a:pathLst>
              <a:path w="9525" h="78105">
                <a:moveTo>
                  <a:pt x="0" y="0"/>
                </a:moveTo>
                <a:lnTo>
                  <a:pt x="0" y="78105"/>
                </a:lnTo>
              </a:path>
            </a:pathLst>
          </a:custGeom>
          <a:noFill xmlns:a="http://schemas.openxmlformats.org/drawingml/2006/main"/>
          <a:ln xmlns:a="http://schemas.openxmlformats.org/drawingml/2006/main" w="23432">
            <a:solidFill>
              <a:srgbClr val="146C76"/>
            </a:solidFill>
            <a:prstDash val="solid"/>
          </a:ln>
        </p:spPr>
      </p:sp>
      <p:sp>
        <p:nvSpPr>
          <p:cNvPr id="24" name="s2-23-poly">
            <a:extLst xmlns:a="http://schemas.openxmlformats.org/drawingml/2006/main">
              <a:ext uri="{FF2B5EF4-FFF2-40B4-BE49-F238E27FC236}">
                <a16:creationId xmlns:a16="http://schemas.microsoft.com/office/drawing/2014/main" id="{C43E7971-41C5-4911-8957-220AAB59B505}"/>
              </a:ext>
            </a:extLst>
          </p:cNvPr>
          <p:cNvSpPr>
            <a:spLocks xmlns:a="http://schemas.openxmlformats.org/drawingml/2006/main" noGrp="1"/>
          </p:cNvSpPr>
          <p:nvPr/>
        </p:nvSpPr>
        <p:spPr>
          <a:xfrm xmlns:a="http://schemas.openxmlformats.org/drawingml/2006/main">
            <a:off x="5562981" y="3176397"/>
            <a:ext cx="9525" cy="78105"/>
          </a:xfrm>
          <a:custGeom xmlns:a="http://schemas.openxmlformats.org/drawingml/2006/main">
            <a:pathLst>
              <a:path w="9525" h="78105">
                <a:moveTo>
                  <a:pt x="0" y="0"/>
                </a:moveTo>
                <a:lnTo>
                  <a:pt x="0" y="78105"/>
                </a:lnTo>
              </a:path>
            </a:pathLst>
          </a:custGeom>
          <a:noFill xmlns:a="http://schemas.openxmlformats.org/drawingml/2006/main"/>
          <a:ln xmlns:a="http://schemas.openxmlformats.org/drawingml/2006/main" w="23432">
            <a:solidFill>
              <a:srgbClr val="146C76"/>
            </a:solidFill>
            <a:prstDash val="solid"/>
          </a:ln>
        </p:spPr>
      </p:sp>
      <p:sp>
        <p:nvSpPr>
          <p:cNvPr id="25" name="s2-24-poly">
            <a:extLst xmlns:a="http://schemas.openxmlformats.org/drawingml/2006/main">
              <a:ext uri="{FF2B5EF4-FFF2-40B4-BE49-F238E27FC236}">
                <a16:creationId xmlns:a16="http://schemas.microsoft.com/office/drawing/2014/main" id="{A5635FA4-69A4-4E1F-99F1-98CC27FC6F7B}"/>
              </a:ext>
            </a:extLst>
          </p:cNvPr>
          <p:cNvSpPr>
            <a:spLocks xmlns:a="http://schemas.openxmlformats.org/drawingml/2006/main" noGrp="1"/>
          </p:cNvSpPr>
          <p:nvPr/>
        </p:nvSpPr>
        <p:spPr>
          <a:xfrm xmlns:a="http://schemas.openxmlformats.org/drawingml/2006/main">
            <a:off x="5391150" y="2848356"/>
            <a:ext cx="78105" cy="9525"/>
          </a:xfrm>
          <a:custGeom xmlns:a="http://schemas.openxmlformats.org/drawingml/2006/main">
            <a:pathLst>
              <a:path w="78105" h="9525">
                <a:moveTo>
                  <a:pt x="0" y="0"/>
                </a:moveTo>
                <a:lnTo>
                  <a:pt x="78105" y="0"/>
                </a:lnTo>
              </a:path>
            </a:pathLst>
          </a:custGeom>
          <a:noFill xmlns:a="http://schemas.openxmlformats.org/drawingml/2006/main"/>
          <a:ln xmlns:a="http://schemas.openxmlformats.org/drawingml/2006/main" w="23432">
            <a:solidFill>
              <a:srgbClr val="146C76"/>
            </a:solidFill>
            <a:prstDash val="solid"/>
          </a:ln>
        </p:spPr>
      </p:sp>
      <p:sp>
        <p:nvSpPr>
          <p:cNvPr id="26" name="s2-25-poly">
            <a:extLst xmlns:a="http://schemas.openxmlformats.org/drawingml/2006/main">
              <a:ext uri="{FF2B5EF4-FFF2-40B4-BE49-F238E27FC236}">
                <a16:creationId xmlns:a16="http://schemas.microsoft.com/office/drawing/2014/main" id="{20E78724-D09D-44F2-808D-089645E39549}"/>
              </a:ext>
            </a:extLst>
          </p:cNvPr>
          <p:cNvSpPr>
            <a:spLocks xmlns:a="http://schemas.openxmlformats.org/drawingml/2006/main" noGrp="1"/>
          </p:cNvSpPr>
          <p:nvPr/>
        </p:nvSpPr>
        <p:spPr>
          <a:xfrm xmlns:a="http://schemas.openxmlformats.org/drawingml/2006/main">
            <a:off x="5891022" y="2848356"/>
            <a:ext cx="78105" cy="9525"/>
          </a:xfrm>
          <a:custGeom xmlns:a="http://schemas.openxmlformats.org/drawingml/2006/main">
            <a:pathLst>
              <a:path w="78105" h="9525">
                <a:moveTo>
                  <a:pt x="0" y="0"/>
                </a:moveTo>
                <a:lnTo>
                  <a:pt x="78105" y="0"/>
                </a:lnTo>
              </a:path>
            </a:pathLst>
          </a:custGeom>
          <a:noFill xmlns:a="http://schemas.openxmlformats.org/drawingml/2006/main"/>
          <a:ln xmlns:a="http://schemas.openxmlformats.org/drawingml/2006/main" w="23432">
            <a:solidFill>
              <a:srgbClr val="146C76"/>
            </a:solidFill>
            <a:prstDash val="solid"/>
          </a:ln>
        </p:spPr>
      </p:sp>
      <p:sp>
        <p:nvSpPr>
          <p:cNvPr id="27" name="s2-26-poly">
            <a:extLst xmlns:a="http://schemas.openxmlformats.org/drawingml/2006/main">
              <a:ext uri="{FF2B5EF4-FFF2-40B4-BE49-F238E27FC236}">
                <a16:creationId xmlns:a16="http://schemas.microsoft.com/office/drawing/2014/main" id="{03C9805B-7A3E-4459-88DB-5E2BC94D4144}"/>
              </a:ext>
            </a:extLst>
          </p:cNvPr>
          <p:cNvSpPr>
            <a:spLocks xmlns:a="http://schemas.openxmlformats.org/drawingml/2006/main" noGrp="1"/>
          </p:cNvSpPr>
          <p:nvPr/>
        </p:nvSpPr>
        <p:spPr>
          <a:xfrm xmlns:a="http://schemas.openxmlformats.org/drawingml/2006/main">
            <a:off x="5680139" y="2676525"/>
            <a:ext cx="9525" cy="78105"/>
          </a:xfrm>
          <a:custGeom xmlns:a="http://schemas.openxmlformats.org/drawingml/2006/main">
            <a:pathLst>
              <a:path w="9525" h="78105">
                <a:moveTo>
                  <a:pt x="0" y="0"/>
                </a:moveTo>
                <a:lnTo>
                  <a:pt x="0" y="78105"/>
                </a:lnTo>
              </a:path>
            </a:pathLst>
          </a:custGeom>
          <a:noFill xmlns:a="http://schemas.openxmlformats.org/drawingml/2006/main"/>
          <a:ln xmlns:a="http://schemas.openxmlformats.org/drawingml/2006/main" w="23432">
            <a:solidFill>
              <a:srgbClr val="146C76"/>
            </a:solidFill>
            <a:prstDash val="solid"/>
          </a:ln>
        </p:spPr>
      </p:sp>
      <p:sp>
        <p:nvSpPr>
          <p:cNvPr id="28" name="s2-27-poly">
            <a:extLst xmlns:a="http://schemas.openxmlformats.org/drawingml/2006/main">
              <a:ext uri="{FF2B5EF4-FFF2-40B4-BE49-F238E27FC236}">
                <a16:creationId xmlns:a16="http://schemas.microsoft.com/office/drawing/2014/main" id="{17AAEBFA-E4D1-4962-9E40-BBE9DAE1D611}"/>
              </a:ext>
            </a:extLst>
          </p:cNvPr>
          <p:cNvSpPr>
            <a:spLocks xmlns:a="http://schemas.openxmlformats.org/drawingml/2006/main" noGrp="1"/>
          </p:cNvSpPr>
          <p:nvPr/>
        </p:nvSpPr>
        <p:spPr>
          <a:xfrm xmlns:a="http://schemas.openxmlformats.org/drawingml/2006/main">
            <a:off x="5680139" y="3176397"/>
            <a:ext cx="9525" cy="78105"/>
          </a:xfrm>
          <a:custGeom xmlns:a="http://schemas.openxmlformats.org/drawingml/2006/main">
            <a:pathLst>
              <a:path w="9525" h="78105">
                <a:moveTo>
                  <a:pt x="0" y="0"/>
                </a:moveTo>
                <a:lnTo>
                  <a:pt x="0" y="78105"/>
                </a:lnTo>
              </a:path>
            </a:pathLst>
          </a:custGeom>
          <a:noFill xmlns:a="http://schemas.openxmlformats.org/drawingml/2006/main"/>
          <a:ln xmlns:a="http://schemas.openxmlformats.org/drawingml/2006/main" w="23432">
            <a:solidFill>
              <a:srgbClr val="146C76"/>
            </a:solidFill>
            <a:prstDash val="solid"/>
          </a:ln>
        </p:spPr>
      </p:sp>
      <p:sp>
        <p:nvSpPr>
          <p:cNvPr id="29" name="s2-28-poly">
            <a:extLst xmlns:a="http://schemas.openxmlformats.org/drawingml/2006/main">
              <a:ext uri="{FF2B5EF4-FFF2-40B4-BE49-F238E27FC236}">
                <a16:creationId xmlns:a16="http://schemas.microsoft.com/office/drawing/2014/main" id="{D2AB3B04-4B64-4D3B-8B61-3A2B9C889DB0}"/>
              </a:ext>
            </a:extLst>
          </p:cNvPr>
          <p:cNvSpPr>
            <a:spLocks xmlns:a="http://schemas.openxmlformats.org/drawingml/2006/main" noGrp="1"/>
          </p:cNvSpPr>
          <p:nvPr/>
        </p:nvSpPr>
        <p:spPr>
          <a:xfrm xmlns:a="http://schemas.openxmlformats.org/drawingml/2006/main">
            <a:off x="5391150" y="2965513"/>
            <a:ext cx="78105" cy="9525"/>
          </a:xfrm>
          <a:custGeom xmlns:a="http://schemas.openxmlformats.org/drawingml/2006/main">
            <a:pathLst>
              <a:path w="78105" h="9525">
                <a:moveTo>
                  <a:pt x="0" y="0"/>
                </a:moveTo>
                <a:lnTo>
                  <a:pt x="78105" y="0"/>
                </a:lnTo>
              </a:path>
            </a:pathLst>
          </a:custGeom>
          <a:noFill xmlns:a="http://schemas.openxmlformats.org/drawingml/2006/main"/>
          <a:ln xmlns:a="http://schemas.openxmlformats.org/drawingml/2006/main" w="23432">
            <a:solidFill>
              <a:srgbClr val="146C76"/>
            </a:solidFill>
            <a:prstDash val="solid"/>
          </a:ln>
        </p:spPr>
      </p:sp>
      <p:sp>
        <p:nvSpPr>
          <p:cNvPr id="30" name="s2-29-poly">
            <a:extLst xmlns:a="http://schemas.openxmlformats.org/drawingml/2006/main">
              <a:ext uri="{FF2B5EF4-FFF2-40B4-BE49-F238E27FC236}">
                <a16:creationId xmlns:a16="http://schemas.microsoft.com/office/drawing/2014/main" id="{F0AC7DF2-813D-4B16-A938-F79D442B9AF5}"/>
              </a:ext>
            </a:extLst>
          </p:cNvPr>
          <p:cNvSpPr>
            <a:spLocks xmlns:a="http://schemas.openxmlformats.org/drawingml/2006/main" noGrp="1"/>
          </p:cNvSpPr>
          <p:nvPr/>
        </p:nvSpPr>
        <p:spPr>
          <a:xfrm xmlns:a="http://schemas.openxmlformats.org/drawingml/2006/main">
            <a:off x="5891022" y="2965513"/>
            <a:ext cx="78105" cy="9525"/>
          </a:xfrm>
          <a:custGeom xmlns:a="http://schemas.openxmlformats.org/drawingml/2006/main">
            <a:pathLst>
              <a:path w="78105" h="9525">
                <a:moveTo>
                  <a:pt x="0" y="0"/>
                </a:moveTo>
                <a:lnTo>
                  <a:pt x="78105" y="0"/>
                </a:lnTo>
              </a:path>
            </a:pathLst>
          </a:custGeom>
          <a:noFill xmlns:a="http://schemas.openxmlformats.org/drawingml/2006/main"/>
          <a:ln xmlns:a="http://schemas.openxmlformats.org/drawingml/2006/main" w="23432">
            <a:solidFill>
              <a:srgbClr val="146C76"/>
            </a:solidFill>
            <a:prstDash val="solid"/>
          </a:ln>
        </p:spPr>
      </p:sp>
      <p:sp>
        <p:nvSpPr>
          <p:cNvPr id="31" name="s2-30-poly">
            <a:extLst xmlns:a="http://schemas.openxmlformats.org/drawingml/2006/main">
              <a:ext uri="{FF2B5EF4-FFF2-40B4-BE49-F238E27FC236}">
                <a16:creationId xmlns:a16="http://schemas.microsoft.com/office/drawing/2014/main" id="{CB24AE98-8C9D-4B93-A056-79AA378420D9}"/>
              </a:ext>
            </a:extLst>
          </p:cNvPr>
          <p:cNvSpPr>
            <a:spLocks xmlns:a="http://schemas.openxmlformats.org/drawingml/2006/main" noGrp="1"/>
          </p:cNvSpPr>
          <p:nvPr/>
        </p:nvSpPr>
        <p:spPr>
          <a:xfrm xmlns:a="http://schemas.openxmlformats.org/drawingml/2006/main">
            <a:off x="5797296" y="2676525"/>
            <a:ext cx="9525" cy="78105"/>
          </a:xfrm>
          <a:custGeom xmlns:a="http://schemas.openxmlformats.org/drawingml/2006/main">
            <a:pathLst>
              <a:path w="9525" h="78105">
                <a:moveTo>
                  <a:pt x="0" y="0"/>
                </a:moveTo>
                <a:lnTo>
                  <a:pt x="0" y="78105"/>
                </a:lnTo>
              </a:path>
            </a:pathLst>
          </a:custGeom>
          <a:noFill xmlns:a="http://schemas.openxmlformats.org/drawingml/2006/main"/>
          <a:ln xmlns:a="http://schemas.openxmlformats.org/drawingml/2006/main" w="23432">
            <a:solidFill>
              <a:srgbClr val="146C76"/>
            </a:solidFill>
            <a:prstDash val="solid"/>
          </a:ln>
        </p:spPr>
      </p:sp>
      <p:sp>
        <p:nvSpPr>
          <p:cNvPr id="32" name="s2-31-poly">
            <a:extLst xmlns:a="http://schemas.openxmlformats.org/drawingml/2006/main">
              <a:ext uri="{FF2B5EF4-FFF2-40B4-BE49-F238E27FC236}">
                <a16:creationId xmlns:a16="http://schemas.microsoft.com/office/drawing/2014/main" id="{B9D95F80-FC90-4D1B-93A6-2ECA75DD82D1}"/>
              </a:ext>
            </a:extLst>
          </p:cNvPr>
          <p:cNvSpPr>
            <a:spLocks xmlns:a="http://schemas.openxmlformats.org/drawingml/2006/main" noGrp="1"/>
          </p:cNvSpPr>
          <p:nvPr/>
        </p:nvSpPr>
        <p:spPr>
          <a:xfrm xmlns:a="http://schemas.openxmlformats.org/drawingml/2006/main">
            <a:off x="5797296" y="3176397"/>
            <a:ext cx="9525" cy="78105"/>
          </a:xfrm>
          <a:custGeom xmlns:a="http://schemas.openxmlformats.org/drawingml/2006/main">
            <a:pathLst>
              <a:path w="9525" h="78105">
                <a:moveTo>
                  <a:pt x="0" y="0"/>
                </a:moveTo>
                <a:lnTo>
                  <a:pt x="0" y="78105"/>
                </a:lnTo>
              </a:path>
            </a:pathLst>
          </a:custGeom>
          <a:noFill xmlns:a="http://schemas.openxmlformats.org/drawingml/2006/main"/>
          <a:ln xmlns:a="http://schemas.openxmlformats.org/drawingml/2006/main" w="23432">
            <a:solidFill>
              <a:srgbClr val="146C76"/>
            </a:solidFill>
            <a:prstDash val="solid"/>
          </a:ln>
        </p:spPr>
      </p:sp>
      <p:sp>
        <p:nvSpPr>
          <p:cNvPr id="33" name="s2-32-poly">
            <a:extLst xmlns:a="http://schemas.openxmlformats.org/drawingml/2006/main">
              <a:ext uri="{FF2B5EF4-FFF2-40B4-BE49-F238E27FC236}">
                <a16:creationId xmlns:a16="http://schemas.microsoft.com/office/drawing/2014/main" id="{3269FF58-C877-41EE-981C-AD4DAA14036A}"/>
              </a:ext>
            </a:extLst>
          </p:cNvPr>
          <p:cNvSpPr>
            <a:spLocks xmlns:a="http://schemas.openxmlformats.org/drawingml/2006/main" noGrp="1"/>
          </p:cNvSpPr>
          <p:nvPr/>
        </p:nvSpPr>
        <p:spPr>
          <a:xfrm xmlns:a="http://schemas.openxmlformats.org/drawingml/2006/main">
            <a:off x="5391150" y="3082671"/>
            <a:ext cx="78105" cy="9525"/>
          </a:xfrm>
          <a:custGeom xmlns:a="http://schemas.openxmlformats.org/drawingml/2006/main">
            <a:pathLst>
              <a:path w="78105" h="9525">
                <a:moveTo>
                  <a:pt x="0" y="0"/>
                </a:moveTo>
                <a:lnTo>
                  <a:pt x="78105" y="0"/>
                </a:lnTo>
              </a:path>
            </a:pathLst>
          </a:custGeom>
          <a:noFill xmlns:a="http://schemas.openxmlformats.org/drawingml/2006/main"/>
          <a:ln xmlns:a="http://schemas.openxmlformats.org/drawingml/2006/main" w="23432">
            <a:solidFill>
              <a:srgbClr val="146C76"/>
            </a:solidFill>
            <a:prstDash val="solid"/>
          </a:ln>
        </p:spPr>
      </p:sp>
      <p:sp>
        <p:nvSpPr>
          <p:cNvPr id="34" name="s2-33-poly">
            <a:extLst xmlns:a="http://schemas.openxmlformats.org/drawingml/2006/main">
              <a:ext uri="{FF2B5EF4-FFF2-40B4-BE49-F238E27FC236}">
                <a16:creationId xmlns:a16="http://schemas.microsoft.com/office/drawing/2014/main" id="{E1B43016-8523-4DDB-9995-09B716FEDA27}"/>
              </a:ext>
            </a:extLst>
          </p:cNvPr>
          <p:cNvSpPr>
            <a:spLocks xmlns:a="http://schemas.openxmlformats.org/drawingml/2006/main" noGrp="1"/>
          </p:cNvSpPr>
          <p:nvPr/>
        </p:nvSpPr>
        <p:spPr>
          <a:xfrm xmlns:a="http://schemas.openxmlformats.org/drawingml/2006/main">
            <a:off x="5891022" y="3082671"/>
            <a:ext cx="78105" cy="9525"/>
          </a:xfrm>
          <a:custGeom xmlns:a="http://schemas.openxmlformats.org/drawingml/2006/main">
            <a:pathLst>
              <a:path w="78105" h="9525">
                <a:moveTo>
                  <a:pt x="0" y="0"/>
                </a:moveTo>
                <a:lnTo>
                  <a:pt x="78105" y="0"/>
                </a:lnTo>
              </a:path>
            </a:pathLst>
          </a:custGeom>
          <a:noFill xmlns:a="http://schemas.openxmlformats.org/drawingml/2006/main"/>
          <a:ln xmlns:a="http://schemas.openxmlformats.org/drawingml/2006/main" w="23432">
            <a:solidFill>
              <a:srgbClr val="146C76"/>
            </a:solidFill>
            <a:prstDash val="solid"/>
          </a:ln>
        </p:spPr>
      </p:sp>
      <p:sp>
        <p:nvSpPr>
          <p:cNvPr id="35" name="s2-34-poly">
            <a:extLst xmlns:a="http://schemas.openxmlformats.org/drawingml/2006/main">
              <a:ext uri="{FF2B5EF4-FFF2-40B4-BE49-F238E27FC236}">
                <a16:creationId xmlns:a16="http://schemas.microsoft.com/office/drawing/2014/main" id="{0BE59E6D-9C55-4545-BA86-18B83973EAE0}"/>
              </a:ext>
            </a:extLst>
          </p:cNvPr>
          <p:cNvSpPr>
            <a:spLocks xmlns:a="http://schemas.openxmlformats.org/drawingml/2006/main" noGrp="1"/>
          </p:cNvSpPr>
          <p:nvPr/>
        </p:nvSpPr>
        <p:spPr>
          <a:xfrm xmlns:a="http://schemas.openxmlformats.org/drawingml/2006/main">
            <a:off x="5578602" y="2910840"/>
            <a:ext cx="187452" cy="101536"/>
          </a:xfrm>
          <a:custGeom xmlns:a="http://schemas.openxmlformats.org/drawingml/2006/main">
            <a:pathLst>
              <a:path w="187452" h="101536">
                <a:moveTo>
                  <a:pt x="0" y="0"/>
                </a:moveTo>
                <a:lnTo>
                  <a:pt x="85916" y="0"/>
                </a:lnTo>
                <a:lnTo>
                  <a:pt x="85916" y="101536"/>
                </a:lnTo>
                <a:lnTo>
                  <a:pt x="187452" y="101536"/>
                </a:lnTo>
              </a:path>
            </a:pathLst>
          </a:custGeom>
          <a:noFill xmlns:a="http://schemas.openxmlformats.org/drawingml/2006/main"/>
          <a:ln xmlns:a="http://schemas.openxmlformats.org/drawingml/2006/main" w="31242">
            <a:solidFill>
              <a:srgbClr val="146C76"/>
            </a:solidFill>
            <a:prstDash val="solid"/>
          </a:ln>
        </p:spPr>
      </p:sp>
      <p:sp>
        <p:nvSpPr>
          <p:cNvPr id="36" name="s2-35-text">
            <a:extLst xmlns:a="http://schemas.openxmlformats.org/drawingml/2006/main">
              <a:ext uri="{FF2B5EF4-FFF2-40B4-BE49-F238E27FC236}">
                <a16:creationId xmlns:a16="http://schemas.microsoft.com/office/drawing/2014/main" id="{5C3A4B37-2A2B-472E-92ED-96AB719A5143}"/>
              </a:ext>
            </a:extLst>
          </p:cNvPr>
          <p:cNvSpPr>
            <a:spLocks xmlns:a="http://schemas.openxmlformats.org/drawingml/2006/main" noGrp="1"/>
          </p:cNvSpPr>
          <p:nvPr/>
        </p:nvSpPr>
        <p:spPr>
          <a:xfrm xmlns:a="http://schemas.openxmlformats.org/drawingml/2006/main">
            <a:off x="6238875" y="26765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172E2A"/>
                </a:solidFill>
                <a:latin typeface="Apple SD Gothic Neo"/>
                <a:ea typeface="Apple SD Gothic Neo"/>
                <a:cs typeface="Apple SD Gothic Neo"/>
              </a:defRPr>
            </a:defPPr>
            <a:lvl1pPr algn="l">
              <a:defRPr sz="2400" b="1">
                <a:solidFill>
                  <a:srgbClr val="172E2A"/>
                </a:solidFill>
                <a:latin typeface="Apple SD Gothic Neo"/>
                <a:ea typeface="Apple SD Gothic Neo"/>
                <a:cs typeface="Apple SD Gothic Neo"/>
              </a:defRPr>
            </a:lvl1pPr>
            <a:lvl2pPr algn="l">
              <a:defRPr sz="2400" b="1">
                <a:solidFill>
                  <a:srgbClr val="172E2A"/>
                </a:solidFill>
                <a:latin typeface="Apple SD Gothic Neo"/>
                <a:ea typeface="Apple SD Gothic Neo"/>
                <a:cs typeface="Apple SD Gothic Neo"/>
              </a:defRPr>
            </a:lvl2pPr>
            <a:lvl3pPr algn="l">
              <a:defRPr sz="2400" b="1">
                <a:solidFill>
                  <a:srgbClr val="172E2A"/>
                </a:solidFill>
                <a:latin typeface="Apple SD Gothic Neo"/>
                <a:ea typeface="Apple SD Gothic Neo"/>
                <a:cs typeface="Apple SD Gothic Neo"/>
              </a:defRPr>
            </a:lvl3pPr>
            <a:lvl4pPr algn="l">
              <a:defRPr sz="2400" b="1">
                <a:solidFill>
                  <a:srgbClr val="172E2A"/>
                </a:solidFill>
                <a:latin typeface="Apple SD Gothic Neo"/>
                <a:ea typeface="Apple SD Gothic Neo"/>
                <a:cs typeface="Apple SD Gothic Neo"/>
              </a:defRPr>
            </a:lvl4pPr>
            <a:lvl5pPr algn="l">
              <a:defRPr sz="2400" b="1">
                <a:solidFill>
                  <a:srgbClr val="172E2A"/>
                </a:solidFill>
                <a:latin typeface="Apple SD Gothic Neo"/>
                <a:ea typeface="Apple SD Gothic Neo"/>
                <a:cs typeface="Apple SD Gothic Neo"/>
              </a:defRPr>
            </a:lvl5pPr>
            <a:lvl6pPr algn="l">
              <a:defRPr sz="2400" b="1">
                <a:solidFill>
                  <a:srgbClr val="172E2A"/>
                </a:solidFill>
                <a:latin typeface="Apple SD Gothic Neo"/>
                <a:ea typeface="Apple SD Gothic Neo"/>
                <a:cs typeface="Apple SD Gothic Neo"/>
              </a:defRPr>
            </a:lvl6pPr>
            <a:lvl7pPr algn="l">
              <a:defRPr sz="2400" b="1">
                <a:solidFill>
                  <a:srgbClr val="172E2A"/>
                </a:solidFill>
                <a:latin typeface="Apple SD Gothic Neo"/>
                <a:ea typeface="Apple SD Gothic Neo"/>
                <a:cs typeface="Apple SD Gothic Neo"/>
              </a:defRPr>
            </a:lvl7pPr>
            <a:lvl8pPr algn="l">
              <a:defRPr sz="2400" b="1">
                <a:solidFill>
                  <a:srgbClr val="172E2A"/>
                </a:solidFill>
                <a:latin typeface="Apple SD Gothic Neo"/>
                <a:ea typeface="Apple SD Gothic Neo"/>
                <a:cs typeface="Apple SD Gothic Neo"/>
              </a:defRPr>
            </a:lvl8pPr>
            <a:lvl9pPr algn="l">
              <a:defRPr sz="2400" b="1">
                <a:solidFill>
                  <a:srgbClr val="172E2A"/>
                </a:solidFill>
                <a:latin typeface="Apple SD Gothic Neo"/>
                <a:ea typeface="Apple SD Gothic Neo"/>
                <a:cs typeface="Apple SD Gothic Neo"/>
              </a:defRPr>
            </a:lvl9pPr>
          </a:lstStyle>
          <a:p xmlns:a="http://schemas.openxmlformats.org/drawingml/2006/main">
            <a:pPr algn="l">
              <a:defRPr sz="2400" b="1">
                <a:solidFill>
                  <a:srgbClr val="172E2A"/>
                </a:solidFill>
                <a:latin typeface="Apple SD Gothic Neo"/>
                <a:ea typeface="Apple SD Gothic Neo"/>
                <a:cs typeface="Apple SD Gothic Neo"/>
              </a:defRPr>
            </a:pPr>
            <a:r>
              <a:rPr sz="2400" b="1">
                <a:solidFill>
                  <a:srgbClr val="172E2A"/>
                </a:solidFill>
                <a:latin typeface="Apple SD Gothic Neo"/>
                <a:ea typeface="Apple SD Gothic Neo"/>
                <a:cs typeface="Apple SD Gothic Neo"/>
              </a:rPr>
              <a:t>자료 정리하기</a:t>
            </a:r>
          </a:p>
        </p:txBody>
      </p:sp>
      <p:sp>
        <p:nvSpPr>
          <p:cNvPr id="37" name="s2-36-text">
            <a:extLst xmlns:a="http://schemas.openxmlformats.org/drawingml/2006/main">
              <a:ext uri="{FF2B5EF4-FFF2-40B4-BE49-F238E27FC236}">
                <a16:creationId xmlns:a16="http://schemas.microsoft.com/office/drawing/2014/main" id="{15E4EDC3-4600-4B79-A488-0E78F86A9FD4}"/>
              </a:ext>
            </a:extLst>
          </p:cNvPr>
          <p:cNvSpPr>
            <a:spLocks xmlns:a="http://schemas.openxmlformats.org/drawingml/2006/main" noGrp="1"/>
          </p:cNvSpPr>
          <p:nvPr/>
        </p:nvSpPr>
        <p:spPr>
          <a:xfrm xmlns:a="http://schemas.openxmlformats.org/drawingml/2006/main">
            <a:off x="6238875" y="31146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146C76"/>
                </a:solidFill>
                <a:latin typeface="Apple SD Gothic Neo"/>
                <a:ea typeface="Apple SD Gothic Neo"/>
                <a:cs typeface="Apple SD Gothic Neo"/>
              </a:defRPr>
            </a:defPPr>
            <a:lvl1pPr algn="l">
              <a:defRPr sz="1650" b="1">
                <a:solidFill>
                  <a:srgbClr val="146C76"/>
                </a:solidFill>
                <a:latin typeface="Apple SD Gothic Neo"/>
                <a:ea typeface="Apple SD Gothic Neo"/>
                <a:cs typeface="Apple SD Gothic Neo"/>
              </a:defRPr>
            </a:lvl1pPr>
            <a:lvl2pPr algn="l">
              <a:defRPr sz="1650" b="1">
                <a:solidFill>
                  <a:srgbClr val="146C76"/>
                </a:solidFill>
                <a:latin typeface="Apple SD Gothic Neo"/>
                <a:ea typeface="Apple SD Gothic Neo"/>
                <a:cs typeface="Apple SD Gothic Neo"/>
              </a:defRPr>
            </a:lvl2pPr>
            <a:lvl3pPr algn="l">
              <a:defRPr sz="1650" b="1">
                <a:solidFill>
                  <a:srgbClr val="146C76"/>
                </a:solidFill>
                <a:latin typeface="Apple SD Gothic Neo"/>
                <a:ea typeface="Apple SD Gothic Neo"/>
                <a:cs typeface="Apple SD Gothic Neo"/>
              </a:defRPr>
            </a:lvl3pPr>
            <a:lvl4pPr algn="l">
              <a:defRPr sz="1650" b="1">
                <a:solidFill>
                  <a:srgbClr val="146C76"/>
                </a:solidFill>
                <a:latin typeface="Apple SD Gothic Neo"/>
                <a:ea typeface="Apple SD Gothic Neo"/>
                <a:cs typeface="Apple SD Gothic Neo"/>
              </a:defRPr>
            </a:lvl4pPr>
            <a:lvl5pPr algn="l">
              <a:defRPr sz="1650" b="1">
                <a:solidFill>
                  <a:srgbClr val="146C76"/>
                </a:solidFill>
                <a:latin typeface="Apple SD Gothic Neo"/>
                <a:ea typeface="Apple SD Gothic Neo"/>
                <a:cs typeface="Apple SD Gothic Neo"/>
              </a:defRPr>
            </a:lvl5pPr>
            <a:lvl6pPr algn="l">
              <a:defRPr sz="1650" b="1">
                <a:solidFill>
                  <a:srgbClr val="146C76"/>
                </a:solidFill>
                <a:latin typeface="Apple SD Gothic Neo"/>
                <a:ea typeface="Apple SD Gothic Neo"/>
                <a:cs typeface="Apple SD Gothic Neo"/>
              </a:defRPr>
            </a:lvl6pPr>
            <a:lvl7pPr algn="l">
              <a:defRPr sz="1650" b="1">
                <a:solidFill>
                  <a:srgbClr val="146C76"/>
                </a:solidFill>
                <a:latin typeface="Apple SD Gothic Neo"/>
                <a:ea typeface="Apple SD Gothic Neo"/>
                <a:cs typeface="Apple SD Gothic Neo"/>
              </a:defRPr>
            </a:lvl7pPr>
            <a:lvl8pPr algn="l">
              <a:defRPr sz="1650" b="1">
                <a:solidFill>
                  <a:srgbClr val="146C76"/>
                </a:solidFill>
                <a:latin typeface="Apple SD Gothic Neo"/>
                <a:ea typeface="Apple SD Gothic Neo"/>
                <a:cs typeface="Apple SD Gothic Neo"/>
              </a:defRPr>
            </a:lvl8pPr>
            <a:lvl9pPr algn="l">
              <a:defRPr sz="1650" b="1">
                <a:solidFill>
                  <a:srgbClr val="146C76"/>
                </a:solidFill>
                <a:latin typeface="Apple SD Gothic Neo"/>
                <a:ea typeface="Apple SD Gothic Neo"/>
                <a:cs typeface="Apple SD Gothic Neo"/>
              </a:defRPr>
            </a:lvl9pPr>
          </a:lstStyle>
          <a:p xmlns:a="http://schemas.openxmlformats.org/drawingml/2006/main">
            <a:pPr algn="l">
              <a:defRPr sz="1650" b="1">
                <a:solidFill>
                  <a:srgbClr val="146C76"/>
                </a:solidFill>
                <a:latin typeface="Apple SD Gothic Neo"/>
                <a:ea typeface="Apple SD Gothic Neo"/>
                <a:cs typeface="Apple SD Gothic Neo"/>
              </a:defRPr>
            </a:pPr>
            <a:r>
              <a:rPr sz="1650" b="1">
                <a:solidFill>
                  <a:srgbClr val="146C76"/>
                </a:solidFill>
                <a:latin typeface="Apple SD Gothic Neo"/>
                <a:ea typeface="Apple SD Gothic Neo"/>
                <a:cs typeface="Apple SD Gothic Neo"/>
              </a:rPr>
              <a:t>Qwen3-4B-Instruct-2507</a:t>
            </a:r>
          </a:p>
        </p:txBody>
      </p:sp>
      <p:sp>
        <p:nvSpPr>
          <p:cNvPr id="38" name="s2-37-poly">
            <a:extLst xmlns:a="http://schemas.openxmlformats.org/drawingml/2006/main">
              <a:ext uri="{FF2B5EF4-FFF2-40B4-BE49-F238E27FC236}">
                <a16:creationId xmlns:a16="http://schemas.microsoft.com/office/drawing/2014/main" id="{53BD5C39-5B5A-4913-B17B-F4DF6B5272FE}"/>
              </a:ext>
            </a:extLst>
          </p:cNvPr>
          <p:cNvSpPr>
            <a:spLocks xmlns:a="http://schemas.openxmlformats.org/drawingml/2006/main" noGrp="1"/>
          </p:cNvSpPr>
          <p:nvPr/>
        </p:nvSpPr>
        <p:spPr>
          <a:xfrm xmlns:a="http://schemas.openxmlformats.org/drawingml/2006/main">
            <a:off x="10306050" y="2686050"/>
            <a:ext cx="671989" cy="553403"/>
          </a:xfrm>
          <a:custGeom xmlns:a="http://schemas.openxmlformats.org/drawingml/2006/main">
            <a:pathLst>
              <a:path w="671989" h="553403">
                <a:moveTo>
                  <a:pt x="0" y="0"/>
                </a:moveTo>
                <a:lnTo>
                  <a:pt x="0" y="553403"/>
                </a:lnTo>
                <a:lnTo>
                  <a:pt x="671989" y="553403"/>
                </a:lnTo>
              </a:path>
            </a:pathLst>
          </a:custGeom>
          <a:noFill xmlns:a="http://schemas.openxmlformats.org/drawingml/2006/main"/>
          <a:ln xmlns:a="http://schemas.openxmlformats.org/drawingml/2006/main" w="23717">
            <a:solidFill>
              <a:srgbClr val="71817D"/>
            </a:solidFill>
            <a:prstDash val="solid"/>
          </a:ln>
        </p:spPr>
      </p:sp>
      <p:sp>
        <p:nvSpPr>
          <p:cNvPr id="39" name="s2-38-poly">
            <a:extLst xmlns:a="http://schemas.openxmlformats.org/drawingml/2006/main">
              <a:ext uri="{FF2B5EF4-FFF2-40B4-BE49-F238E27FC236}">
                <a16:creationId xmlns:a16="http://schemas.microsoft.com/office/drawing/2014/main" id="{D4BAC588-9C4F-4E26-BD4A-D3FF87220713}"/>
              </a:ext>
            </a:extLst>
          </p:cNvPr>
          <p:cNvSpPr>
            <a:spLocks xmlns:a="http://schemas.openxmlformats.org/drawingml/2006/main" noGrp="1"/>
          </p:cNvSpPr>
          <p:nvPr/>
        </p:nvSpPr>
        <p:spPr>
          <a:xfrm xmlns:a="http://schemas.openxmlformats.org/drawingml/2006/main">
            <a:off x="10400919" y="2788825"/>
            <a:ext cx="553402" cy="339947"/>
          </a:xfrm>
          <a:custGeom xmlns:a="http://schemas.openxmlformats.org/drawingml/2006/main">
            <a:pathLst>
              <a:path w="553402" h="339947">
                <a:moveTo>
                  <a:pt x="0" y="339947"/>
                </a:moveTo>
                <a:lnTo>
                  <a:pt x="142304" y="268795"/>
                </a:lnTo>
                <a:lnTo>
                  <a:pt x="292513" y="300418"/>
                </a:lnTo>
                <a:lnTo>
                  <a:pt x="434816" y="102775"/>
                </a:lnTo>
                <a:lnTo>
                  <a:pt x="553402" y="0"/>
                </a:lnTo>
              </a:path>
            </a:pathLst>
          </a:custGeom>
          <a:noFill xmlns:a="http://schemas.openxmlformats.org/drawingml/2006/main"/>
          <a:ln xmlns:a="http://schemas.openxmlformats.org/drawingml/2006/main" w="31623">
            <a:solidFill>
              <a:srgbClr val="71817D"/>
            </a:solidFill>
            <a:prstDash val="solid"/>
          </a:ln>
        </p:spPr>
      </p:sp>
      <p:sp>
        <p:nvSpPr>
          <p:cNvPr id="40" name="s2-39-ellipse">
            <a:extLst xmlns:a="http://schemas.openxmlformats.org/drawingml/2006/main">
              <a:ext uri="{FF2B5EF4-FFF2-40B4-BE49-F238E27FC236}">
                <a16:creationId xmlns:a16="http://schemas.microsoft.com/office/drawing/2014/main" id="{5A7EAF2B-FB63-4493-BD77-D88BCFEF4882}"/>
              </a:ext>
            </a:extLst>
          </p:cNvPr>
          <p:cNvSpPr>
            <a:spLocks xmlns:a="http://schemas.openxmlformats.org/drawingml/2006/main" noGrp="1"/>
          </p:cNvSpPr>
          <p:nvPr/>
        </p:nvSpPr>
        <p:spPr>
          <a:xfrm xmlns:a="http://schemas.openxmlformats.org/drawingml/2006/main">
            <a:off x="10369296" y="3097149"/>
            <a:ext cx="63246" cy="63246"/>
          </a:xfrm>
          <a:prstGeom xmlns:a="http://schemas.openxmlformats.org/drawingml/2006/main" prst="ellipse">
            <a:avLst/>
          </a:prstGeom>
          <a:solidFill xmlns:a="http://schemas.openxmlformats.org/drawingml/2006/main">
            <a:srgbClr val="FFFFFF"/>
          </a:solidFill>
          <a:ln xmlns:a="http://schemas.openxmlformats.org/drawingml/2006/main" w="15812">
            <a:solidFill>
              <a:srgbClr val="71817D"/>
            </a:solidFill>
            <a:prstDash val="solid"/>
          </a:ln>
        </p:spPr>
      </p:sp>
      <p:sp>
        <p:nvSpPr>
          <p:cNvPr id="41" name="s2-40-ellipse">
            <a:extLst xmlns:a="http://schemas.openxmlformats.org/drawingml/2006/main">
              <a:ext uri="{FF2B5EF4-FFF2-40B4-BE49-F238E27FC236}">
                <a16:creationId xmlns:a16="http://schemas.microsoft.com/office/drawing/2014/main" id="{A8FFAC56-EDBD-45AE-A9AC-F411763DE92B}"/>
              </a:ext>
            </a:extLst>
          </p:cNvPr>
          <p:cNvSpPr>
            <a:spLocks xmlns:a="http://schemas.openxmlformats.org/drawingml/2006/main" noGrp="1"/>
          </p:cNvSpPr>
          <p:nvPr/>
        </p:nvSpPr>
        <p:spPr>
          <a:xfrm xmlns:a="http://schemas.openxmlformats.org/drawingml/2006/main">
            <a:off x="10511600" y="3025997"/>
            <a:ext cx="63246" cy="63246"/>
          </a:xfrm>
          <a:prstGeom xmlns:a="http://schemas.openxmlformats.org/drawingml/2006/main" prst="ellipse">
            <a:avLst/>
          </a:prstGeom>
          <a:solidFill xmlns:a="http://schemas.openxmlformats.org/drawingml/2006/main">
            <a:srgbClr val="FFFFFF"/>
          </a:solidFill>
          <a:ln xmlns:a="http://schemas.openxmlformats.org/drawingml/2006/main" w="15812">
            <a:solidFill>
              <a:srgbClr val="71817D"/>
            </a:solidFill>
            <a:prstDash val="solid"/>
          </a:ln>
        </p:spPr>
      </p:sp>
      <p:sp>
        <p:nvSpPr>
          <p:cNvPr id="42" name="s2-41-ellipse">
            <a:extLst xmlns:a="http://schemas.openxmlformats.org/drawingml/2006/main">
              <a:ext uri="{FF2B5EF4-FFF2-40B4-BE49-F238E27FC236}">
                <a16:creationId xmlns:a16="http://schemas.microsoft.com/office/drawing/2014/main" id="{CDCC8F43-48BB-4432-9C6F-36A165DFA4A6}"/>
              </a:ext>
            </a:extLst>
          </p:cNvPr>
          <p:cNvSpPr>
            <a:spLocks xmlns:a="http://schemas.openxmlformats.org/drawingml/2006/main" noGrp="1"/>
          </p:cNvSpPr>
          <p:nvPr/>
        </p:nvSpPr>
        <p:spPr>
          <a:xfrm xmlns:a="http://schemas.openxmlformats.org/drawingml/2006/main">
            <a:off x="10661809" y="3057620"/>
            <a:ext cx="63246" cy="63246"/>
          </a:xfrm>
          <a:prstGeom xmlns:a="http://schemas.openxmlformats.org/drawingml/2006/main" prst="ellipse">
            <a:avLst/>
          </a:prstGeom>
          <a:solidFill xmlns:a="http://schemas.openxmlformats.org/drawingml/2006/main">
            <a:srgbClr val="FFFFFF"/>
          </a:solidFill>
          <a:ln xmlns:a="http://schemas.openxmlformats.org/drawingml/2006/main" w="15812">
            <a:solidFill>
              <a:srgbClr val="71817D"/>
            </a:solidFill>
            <a:prstDash val="solid"/>
          </a:ln>
        </p:spPr>
      </p:sp>
      <p:sp>
        <p:nvSpPr>
          <p:cNvPr id="43" name="s2-42-ellipse">
            <a:extLst xmlns:a="http://schemas.openxmlformats.org/drawingml/2006/main">
              <a:ext uri="{FF2B5EF4-FFF2-40B4-BE49-F238E27FC236}">
                <a16:creationId xmlns:a16="http://schemas.microsoft.com/office/drawing/2014/main" id="{A962C80D-1EFD-4249-92C1-9E6BDED5D957}"/>
              </a:ext>
            </a:extLst>
          </p:cNvPr>
          <p:cNvSpPr>
            <a:spLocks xmlns:a="http://schemas.openxmlformats.org/drawingml/2006/main" noGrp="1"/>
          </p:cNvSpPr>
          <p:nvPr/>
        </p:nvSpPr>
        <p:spPr>
          <a:xfrm xmlns:a="http://schemas.openxmlformats.org/drawingml/2006/main">
            <a:off x="10804112" y="2859977"/>
            <a:ext cx="63246" cy="63246"/>
          </a:xfrm>
          <a:prstGeom xmlns:a="http://schemas.openxmlformats.org/drawingml/2006/main" prst="ellipse">
            <a:avLst/>
          </a:prstGeom>
          <a:solidFill xmlns:a="http://schemas.openxmlformats.org/drawingml/2006/main">
            <a:srgbClr val="FFFFFF"/>
          </a:solidFill>
          <a:ln xmlns:a="http://schemas.openxmlformats.org/drawingml/2006/main" w="15812">
            <a:solidFill>
              <a:srgbClr val="71817D"/>
            </a:solidFill>
            <a:prstDash val="solid"/>
          </a:ln>
        </p:spPr>
      </p:sp>
      <p:sp>
        <p:nvSpPr>
          <p:cNvPr id="44" name="s2-43-ellipse">
            <a:extLst xmlns:a="http://schemas.openxmlformats.org/drawingml/2006/main">
              <a:ext uri="{FF2B5EF4-FFF2-40B4-BE49-F238E27FC236}">
                <a16:creationId xmlns:a16="http://schemas.microsoft.com/office/drawing/2014/main" id="{F7606C81-E1FA-46F0-8A28-E575F9217F8E}"/>
              </a:ext>
            </a:extLst>
          </p:cNvPr>
          <p:cNvSpPr>
            <a:spLocks xmlns:a="http://schemas.openxmlformats.org/drawingml/2006/main" noGrp="1"/>
          </p:cNvSpPr>
          <p:nvPr/>
        </p:nvSpPr>
        <p:spPr>
          <a:xfrm xmlns:a="http://schemas.openxmlformats.org/drawingml/2006/main">
            <a:off x="10922699" y="2757202"/>
            <a:ext cx="63246" cy="63246"/>
          </a:xfrm>
          <a:prstGeom xmlns:a="http://schemas.openxmlformats.org/drawingml/2006/main" prst="ellipse">
            <a:avLst/>
          </a:prstGeom>
          <a:solidFill xmlns:a="http://schemas.openxmlformats.org/drawingml/2006/main">
            <a:srgbClr val="FFFFFF"/>
          </a:solidFill>
          <a:ln xmlns:a="http://schemas.openxmlformats.org/drawingml/2006/main" w="15812">
            <a:solidFill>
              <a:srgbClr val="71817D"/>
            </a:solidFill>
            <a:prstDash val="solid"/>
          </a:ln>
        </p:spPr>
      </p:sp>
      <p:sp>
        <p:nvSpPr>
          <p:cNvPr id="45" name="s2-44-text">
            <a:extLst xmlns:a="http://schemas.openxmlformats.org/drawingml/2006/main">
              <a:ext uri="{FF2B5EF4-FFF2-40B4-BE49-F238E27FC236}">
                <a16:creationId xmlns:a16="http://schemas.microsoft.com/office/drawing/2014/main" id="{3885C202-8EBF-4AC6-A409-E5CCE77B3748}"/>
              </a:ext>
            </a:extLst>
          </p:cNvPr>
          <p:cNvSpPr>
            <a:spLocks xmlns:a="http://schemas.openxmlformats.org/drawingml/2006/main" noGrp="1"/>
          </p:cNvSpPr>
          <p:nvPr/>
        </p:nvSpPr>
        <p:spPr>
          <a:xfrm xmlns:a="http://schemas.openxmlformats.org/drawingml/2006/main">
            <a:off x="11239500" y="2676525"/>
            <a:ext cx="3257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172E2A"/>
                </a:solidFill>
                <a:latin typeface="Apple SD Gothic Neo"/>
                <a:ea typeface="Apple SD Gothic Neo"/>
                <a:cs typeface="Apple SD Gothic Neo"/>
              </a:defRPr>
            </a:defPPr>
            <a:lvl1pPr algn="l">
              <a:defRPr sz="2325" b="1">
                <a:solidFill>
                  <a:srgbClr val="172E2A"/>
                </a:solidFill>
                <a:latin typeface="Apple SD Gothic Neo"/>
                <a:ea typeface="Apple SD Gothic Neo"/>
                <a:cs typeface="Apple SD Gothic Neo"/>
              </a:defRPr>
            </a:lvl1pPr>
            <a:lvl2pPr algn="l">
              <a:defRPr sz="2325" b="1">
                <a:solidFill>
                  <a:srgbClr val="172E2A"/>
                </a:solidFill>
                <a:latin typeface="Apple SD Gothic Neo"/>
                <a:ea typeface="Apple SD Gothic Neo"/>
                <a:cs typeface="Apple SD Gothic Neo"/>
              </a:defRPr>
            </a:lvl2pPr>
            <a:lvl3pPr algn="l">
              <a:defRPr sz="2325" b="1">
                <a:solidFill>
                  <a:srgbClr val="172E2A"/>
                </a:solidFill>
                <a:latin typeface="Apple SD Gothic Neo"/>
                <a:ea typeface="Apple SD Gothic Neo"/>
                <a:cs typeface="Apple SD Gothic Neo"/>
              </a:defRPr>
            </a:lvl3pPr>
            <a:lvl4pPr algn="l">
              <a:defRPr sz="2325" b="1">
                <a:solidFill>
                  <a:srgbClr val="172E2A"/>
                </a:solidFill>
                <a:latin typeface="Apple SD Gothic Neo"/>
                <a:ea typeface="Apple SD Gothic Neo"/>
                <a:cs typeface="Apple SD Gothic Neo"/>
              </a:defRPr>
            </a:lvl4pPr>
            <a:lvl5pPr algn="l">
              <a:defRPr sz="2325" b="1">
                <a:solidFill>
                  <a:srgbClr val="172E2A"/>
                </a:solidFill>
                <a:latin typeface="Apple SD Gothic Neo"/>
                <a:ea typeface="Apple SD Gothic Neo"/>
                <a:cs typeface="Apple SD Gothic Neo"/>
              </a:defRPr>
            </a:lvl5pPr>
            <a:lvl6pPr algn="l">
              <a:defRPr sz="2325" b="1">
                <a:solidFill>
                  <a:srgbClr val="172E2A"/>
                </a:solidFill>
                <a:latin typeface="Apple SD Gothic Neo"/>
                <a:ea typeface="Apple SD Gothic Neo"/>
                <a:cs typeface="Apple SD Gothic Neo"/>
              </a:defRPr>
            </a:lvl6pPr>
            <a:lvl7pPr algn="l">
              <a:defRPr sz="2325" b="1">
                <a:solidFill>
                  <a:srgbClr val="172E2A"/>
                </a:solidFill>
                <a:latin typeface="Apple SD Gothic Neo"/>
                <a:ea typeface="Apple SD Gothic Neo"/>
                <a:cs typeface="Apple SD Gothic Neo"/>
              </a:defRPr>
            </a:lvl7pPr>
            <a:lvl8pPr algn="l">
              <a:defRPr sz="2325" b="1">
                <a:solidFill>
                  <a:srgbClr val="172E2A"/>
                </a:solidFill>
                <a:latin typeface="Apple SD Gothic Neo"/>
                <a:ea typeface="Apple SD Gothic Neo"/>
                <a:cs typeface="Apple SD Gothic Neo"/>
              </a:defRPr>
            </a:lvl8pPr>
            <a:lvl9pPr algn="l">
              <a:defRPr sz="2325" b="1">
                <a:solidFill>
                  <a:srgbClr val="172E2A"/>
                </a:solidFill>
                <a:latin typeface="Apple SD Gothic Neo"/>
                <a:ea typeface="Apple SD Gothic Neo"/>
                <a:cs typeface="Apple SD Gothic Neo"/>
              </a:defRPr>
            </a:lvl9pPr>
          </a:lstStyle>
          <a:p xmlns:a="http://schemas.openxmlformats.org/drawingml/2006/main">
            <a:pPr algn="l">
              <a:defRPr sz="2325" b="1">
                <a:solidFill>
                  <a:srgbClr val="172E2A"/>
                </a:solidFill>
                <a:latin typeface="Apple SD Gothic Neo"/>
                <a:ea typeface="Apple SD Gothic Neo"/>
                <a:cs typeface="Apple SD Gothic Neo"/>
              </a:defRPr>
            </a:pPr>
            <a:r>
              <a:rPr sz="2325" b="1">
                <a:solidFill>
                  <a:srgbClr val="172E2A"/>
                </a:solidFill>
                <a:latin typeface="Apple SD Gothic Neo"/>
                <a:ea typeface="Apple SD Gothic Neo"/>
                <a:cs typeface="Apple SD Gothic Neo"/>
              </a:rPr>
              <a:t>접근 가능성 연구</a:t>
            </a:r>
          </a:p>
        </p:txBody>
      </p:sp>
      <p:sp>
        <p:nvSpPr>
          <p:cNvPr id="46" name="s2-45-text">
            <a:extLst xmlns:a="http://schemas.openxmlformats.org/drawingml/2006/main">
              <a:ext uri="{FF2B5EF4-FFF2-40B4-BE49-F238E27FC236}">
                <a16:creationId xmlns:a16="http://schemas.microsoft.com/office/drawing/2014/main" id="{B6AB5EC9-E10E-4CA8-82F1-D35BBEEACDDC}"/>
              </a:ext>
            </a:extLst>
          </p:cNvPr>
          <p:cNvSpPr>
            <a:spLocks xmlns:a="http://schemas.openxmlformats.org/drawingml/2006/main" noGrp="1"/>
          </p:cNvSpPr>
          <p:nvPr/>
        </p:nvSpPr>
        <p:spPr>
          <a:xfrm xmlns:a="http://schemas.openxmlformats.org/drawingml/2006/main">
            <a:off x="11239500" y="311467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1">
                <a:solidFill>
                  <a:srgbClr val="71817D"/>
                </a:solidFill>
                <a:latin typeface="Apple SD Gothic Neo"/>
                <a:ea typeface="Apple SD Gothic Neo"/>
                <a:cs typeface="Apple SD Gothic Neo"/>
              </a:defRPr>
            </a:defPPr>
            <a:lvl1pPr algn="l">
              <a:defRPr sz="1800" b="1">
                <a:solidFill>
                  <a:srgbClr val="71817D"/>
                </a:solidFill>
                <a:latin typeface="Apple SD Gothic Neo"/>
                <a:ea typeface="Apple SD Gothic Neo"/>
                <a:cs typeface="Apple SD Gothic Neo"/>
              </a:defRPr>
            </a:lvl1pPr>
            <a:lvl2pPr algn="l">
              <a:defRPr sz="1800" b="1">
                <a:solidFill>
                  <a:srgbClr val="71817D"/>
                </a:solidFill>
                <a:latin typeface="Apple SD Gothic Neo"/>
                <a:ea typeface="Apple SD Gothic Neo"/>
                <a:cs typeface="Apple SD Gothic Neo"/>
              </a:defRPr>
            </a:lvl2pPr>
            <a:lvl3pPr algn="l">
              <a:defRPr sz="1800" b="1">
                <a:solidFill>
                  <a:srgbClr val="71817D"/>
                </a:solidFill>
                <a:latin typeface="Apple SD Gothic Neo"/>
                <a:ea typeface="Apple SD Gothic Neo"/>
                <a:cs typeface="Apple SD Gothic Neo"/>
              </a:defRPr>
            </a:lvl3pPr>
            <a:lvl4pPr algn="l">
              <a:defRPr sz="1800" b="1">
                <a:solidFill>
                  <a:srgbClr val="71817D"/>
                </a:solidFill>
                <a:latin typeface="Apple SD Gothic Neo"/>
                <a:ea typeface="Apple SD Gothic Neo"/>
                <a:cs typeface="Apple SD Gothic Neo"/>
              </a:defRPr>
            </a:lvl4pPr>
            <a:lvl5pPr algn="l">
              <a:defRPr sz="1800" b="1">
                <a:solidFill>
                  <a:srgbClr val="71817D"/>
                </a:solidFill>
                <a:latin typeface="Apple SD Gothic Neo"/>
                <a:ea typeface="Apple SD Gothic Neo"/>
                <a:cs typeface="Apple SD Gothic Neo"/>
              </a:defRPr>
            </a:lvl5pPr>
            <a:lvl6pPr algn="l">
              <a:defRPr sz="1800" b="1">
                <a:solidFill>
                  <a:srgbClr val="71817D"/>
                </a:solidFill>
                <a:latin typeface="Apple SD Gothic Neo"/>
                <a:ea typeface="Apple SD Gothic Neo"/>
                <a:cs typeface="Apple SD Gothic Neo"/>
              </a:defRPr>
            </a:lvl6pPr>
            <a:lvl7pPr algn="l">
              <a:defRPr sz="1800" b="1">
                <a:solidFill>
                  <a:srgbClr val="71817D"/>
                </a:solidFill>
                <a:latin typeface="Apple SD Gothic Neo"/>
                <a:ea typeface="Apple SD Gothic Neo"/>
                <a:cs typeface="Apple SD Gothic Neo"/>
              </a:defRPr>
            </a:lvl7pPr>
            <a:lvl8pPr algn="l">
              <a:defRPr sz="1800" b="1">
                <a:solidFill>
                  <a:srgbClr val="71817D"/>
                </a:solidFill>
                <a:latin typeface="Apple SD Gothic Neo"/>
                <a:ea typeface="Apple SD Gothic Neo"/>
                <a:cs typeface="Apple SD Gothic Neo"/>
              </a:defRPr>
            </a:lvl8pPr>
            <a:lvl9pPr algn="l">
              <a:defRPr sz="1800" b="1">
                <a:solidFill>
                  <a:srgbClr val="71817D"/>
                </a:solidFill>
                <a:latin typeface="Apple SD Gothic Neo"/>
                <a:ea typeface="Apple SD Gothic Neo"/>
                <a:cs typeface="Apple SD Gothic Neo"/>
              </a:defRPr>
            </a:lvl9pPr>
          </a:lstStyle>
          <a:p xmlns:a="http://schemas.openxmlformats.org/drawingml/2006/main">
            <a:pPr algn="l">
              <a:defRPr sz="1800" b="1">
                <a:solidFill>
                  <a:srgbClr val="71817D"/>
                </a:solidFill>
                <a:latin typeface="Apple SD Gothic Neo"/>
                <a:ea typeface="Apple SD Gothic Neo"/>
                <a:cs typeface="Apple SD Gothic Neo"/>
              </a:defRPr>
            </a:pPr>
            <a:r>
              <a:rPr sz="1800" b="1">
                <a:solidFill>
                  <a:srgbClr val="71817D"/>
                </a:solidFill>
                <a:latin typeface="Apple SD Gothic Neo"/>
                <a:ea typeface="Apple SD Gothic Neo"/>
                <a:cs typeface="Apple SD Gothic Neo"/>
              </a:rPr>
              <a:t>XGBoost</a:t>
            </a:r>
          </a:p>
        </p:txBody>
      </p:sp>
      <p:sp>
        <p:nvSpPr>
          <p:cNvPr id="47" name="s2-46-text">
            <a:extLst xmlns:a="http://schemas.openxmlformats.org/drawingml/2006/main">
              <a:ext uri="{FF2B5EF4-FFF2-40B4-BE49-F238E27FC236}">
                <a16:creationId xmlns:a16="http://schemas.microsoft.com/office/drawing/2014/main" id="{1820E1BD-5764-444D-ACB3-A3473AF2A7CB}"/>
              </a:ext>
            </a:extLst>
          </p:cNvPr>
          <p:cNvSpPr>
            <a:spLocks xmlns:a="http://schemas.openxmlformats.org/drawingml/2006/main" noGrp="1"/>
          </p:cNvSpPr>
          <p:nvPr/>
        </p:nvSpPr>
        <p:spPr>
          <a:xfrm xmlns:a="http://schemas.openxmlformats.org/drawingml/2006/main">
            <a:off x="685800" y="3667125"/>
            <a:ext cx="4095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1">
                <a:solidFill>
                  <a:srgbClr val="61736F"/>
                </a:solidFill>
                <a:latin typeface="Apple SD Gothic Neo"/>
                <a:ea typeface="Apple SD Gothic Neo"/>
                <a:cs typeface="Apple SD Gothic Neo"/>
              </a:defRPr>
            </a:defPPr>
            <a:lvl1pPr algn="l">
              <a:defRPr sz="1500" b="1">
                <a:solidFill>
                  <a:srgbClr val="61736F"/>
                </a:solidFill>
                <a:latin typeface="Apple SD Gothic Neo"/>
                <a:ea typeface="Apple SD Gothic Neo"/>
                <a:cs typeface="Apple SD Gothic Neo"/>
              </a:defRPr>
            </a:lvl1pPr>
            <a:lvl2pPr algn="l">
              <a:defRPr sz="1500" b="1">
                <a:solidFill>
                  <a:srgbClr val="61736F"/>
                </a:solidFill>
                <a:latin typeface="Apple SD Gothic Neo"/>
                <a:ea typeface="Apple SD Gothic Neo"/>
                <a:cs typeface="Apple SD Gothic Neo"/>
              </a:defRPr>
            </a:lvl2pPr>
            <a:lvl3pPr algn="l">
              <a:defRPr sz="1500" b="1">
                <a:solidFill>
                  <a:srgbClr val="61736F"/>
                </a:solidFill>
                <a:latin typeface="Apple SD Gothic Neo"/>
                <a:ea typeface="Apple SD Gothic Neo"/>
                <a:cs typeface="Apple SD Gothic Neo"/>
              </a:defRPr>
            </a:lvl3pPr>
            <a:lvl4pPr algn="l">
              <a:defRPr sz="1500" b="1">
                <a:solidFill>
                  <a:srgbClr val="61736F"/>
                </a:solidFill>
                <a:latin typeface="Apple SD Gothic Neo"/>
                <a:ea typeface="Apple SD Gothic Neo"/>
                <a:cs typeface="Apple SD Gothic Neo"/>
              </a:defRPr>
            </a:lvl4pPr>
            <a:lvl5pPr algn="l">
              <a:defRPr sz="1500" b="1">
                <a:solidFill>
                  <a:srgbClr val="61736F"/>
                </a:solidFill>
                <a:latin typeface="Apple SD Gothic Neo"/>
                <a:ea typeface="Apple SD Gothic Neo"/>
                <a:cs typeface="Apple SD Gothic Neo"/>
              </a:defRPr>
            </a:lvl5pPr>
            <a:lvl6pPr algn="l">
              <a:defRPr sz="1500" b="1">
                <a:solidFill>
                  <a:srgbClr val="61736F"/>
                </a:solidFill>
                <a:latin typeface="Apple SD Gothic Neo"/>
                <a:ea typeface="Apple SD Gothic Neo"/>
                <a:cs typeface="Apple SD Gothic Neo"/>
              </a:defRPr>
            </a:lvl6pPr>
            <a:lvl7pPr algn="l">
              <a:defRPr sz="1500" b="1">
                <a:solidFill>
                  <a:srgbClr val="61736F"/>
                </a:solidFill>
                <a:latin typeface="Apple SD Gothic Neo"/>
                <a:ea typeface="Apple SD Gothic Neo"/>
                <a:cs typeface="Apple SD Gothic Neo"/>
              </a:defRPr>
            </a:lvl7pPr>
            <a:lvl8pPr algn="l">
              <a:defRPr sz="1500" b="1">
                <a:solidFill>
                  <a:srgbClr val="61736F"/>
                </a:solidFill>
                <a:latin typeface="Apple SD Gothic Neo"/>
                <a:ea typeface="Apple SD Gothic Neo"/>
                <a:cs typeface="Apple SD Gothic Neo"/>
              </a:defRPr>
            </a:lvl8pPr>
            <a:lvl9pPr algn="l">
              <a:defRPr sz="1500" b="1">
                <a:solidFill>
                  <a:srgbClr val="61736F"/>
                </a:solidFill>
                <a:latin typeface="Apple SD Gothic Neo"/>
                <a:ea typeface="Apple SD Gothic Neo"/>
                <a:cs typeface="Apple SD Gothic Neo"/>
              </a:defRPr>
            </a:lvl9pPr>
          </a:lstStyle>
          <a:p xmlns:a="http://schemas.openxmlformats.org/drawingml/2006/main">
            <a:pPr algn="l">
              <a:defRPr sz="1500" b="1">
                <a:solidFill>
                  <a:srgbClr val="61736F"/>
                </a:solidFill>
                <a:latin typeface="Apple SD Gothic Neo"/>
                <a:ea typeface="Apple SD Gothic Neo"/>
                <a:cs typeface="Apple SD Gothic Neo"/>
              </a:defRPr>
            </a:pPr>
            <a:r>
              <a:rPr sz="1500" b="1">
                <a:solidFill>
                  <a:srgbClr val="61736F"/>
                </a:solidFill>
                <a:latin typeface="Apple SD Gothic Neo"/>
                <a:ea typeface="Apple SD Gothic Neo"/>
                <a:cs typeface="Apple SD Gothic Neo"/>
              </a:rPr>
              <a:t>왜 필요한가</a:t>
            </a:r>
          </a:p>
        </p:txBody>
      </p:sp>
      <p:sp>
        <p:nvSpPr>
          <p:cNvPr id="48" name="s2-47-text">
            <a:extLst xmlns:a="http://schemas.openxmlformats.org/drawingml/2006/main">
              <a:ext uri="{FF2B5EF4-FFF2-40B4-BE49-F238E27FC236}">
                <a16:creationId xmlns:a16="http://schemas.microsoft.com/office/drawing/2014/main" id="{C999492D-20D5-40D7-9D4F-769DC9A33FA8}"/>
              </a:ext>
            </a:extLst>
          </p:cNvPr>
          <p:cNvSpPr>
            <a:spLocks xmlns:a="http://schemas.openxmlformats.org/drawingml/2006/main" noGrp="1"/>
          </p:cNvSpPr>
          <p:nvPr/>
        </p:nvSpPr>
        <p:spPr>
          <a:xfrm xmlns:a="http://schemas.openxmlformats.org/drawingml/2006/main">
            <a:off x="685800" y="4029075"/>
            <a:ext cx="4095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72E2A"/>
                </a:solidFill>
                <a:latin typeface="Apple SD Gothic Neo"/>
                <a:ea typeface="Apple SD Gothic Neo"/>
                <a:cs typeface="Apple SD Gothic Neo"/>
              </a:defRPr>
            </a:defPPr>
            <a:lvl1pPr algn="l">
              <a:defRPr sz="1875" b="0">
                <a:solidFill>
                  <a:srgbClr val="172E2A"/>
                </a:solidFill>
                <a:latin typeface="Apple SD Gothic Neo"/>
                <a:ea typeface="Apple SD Gothic Neo"/>
                <a:cs typeface="Apple SD Gothic Neo"/>
              </a:defRPr>
            </a:lvl1pPr>
            <a:lvl2pPr algn="l">
              <a:defRPr sz="1875" b="0">
                <a:solidFill>
                  <a:srgbClr val="172E2A"/>
                </a:solidFill>
                <a:latin typeface="Apple SD Gothic Neo"/>
                <a:ea typeface="Apple SD Gothic Neo"/>
                <a:cs typeface="Apple SD Gothic Neo"/>
              </a:defRPr>
            </a:lvl2pPr>
            <a:lvl3pPr algn="l">
              <a:defRPr sz="1875" b="0">
                <a:solidFill>
                  <a:srgbClr val="172E2A"/>
                </a:solidFill>
                <a:latin typeface="Apple SD Gothic Neo"/>
                <a:ea typeface="Apple SD Gothic Neo"/>
                <a:cs typeface="Apple SD Gothic Neo"/>
              </a:defRPr>
            </a:lvl3pPr>
            <a:lvl4pPr algn="l">
              <a:defRPr sz="1875" b="0">
                <a:solidFill>
                  <a:srgbClr val="172E2A"/>
                </a:solidFill>
                <a:latin typeface="Apple SD Gothic Neo"/>
                <a:ea typeface="Apple SD Gothic Neo"/>
                <a:cs typeface="Apple SD Gothic Neo"/>
              </a:defRPr>
            </a:lvl4pPr>
            <a:lvl5pPr algn="l">
              <a:defRPr sz="1875" b="0">
                <a:solidFill>
                  <a:srgbClr val="172E2A"/>
                </a:solidFill>
                <a:latin typeface="Apple SD Gothic Neo"/>
                <a:ea typeface="Apple SD Gothic Neo"/>
                <a:cs typeface="Apple SD Gothic Neo"/>
              </a:defRPr>
            </a:lvl5pPr>
            <a:lvl6pPr algn="l">
              <a:defRPr sz="1875" b="0">
                <a:solidFill>
                  <a:srgbClr val="172E2A"/>
                </a:solidFill>
                <a:latin typeface="Apple SD Gothic Neo"/>
                <a:ea typeface="Apple SD Gothic Neo"/>
                <a:cs typeface="Apple SD Gothic Neo"/>
              </a:defRPr>
            </a:lvl6pPr>
            <a:lvl7pPr algn="l">
              <a:defRPr sz="1875" b="0">
                <a:solidFill>
                  <a:srgbClr val="172E2A"/>
                </a:solidFill>
                <a:latin typeface="Apple SD Gothic Neo"/>
                <a:ea typeface="Apple SD Gothic Neo"/>
                <a:cs typeface="Apple SD Gothic Neo"/>
              </a:defRPr>
            </a:lvl7pPr>
            <a:lvl8pPr algn="l">
              <a:defRPr sz="1875" b="0">
                <a:solidFill>
                  <a:srgbClr val="172E2A"/>
                </a:solidFill>
                <a:latin typeface="Apple SD Gothic Neo"/>
                <a:ea typeface="Apple SD Gothic Neo"/>
                <a:cs typeface="Apple SD Gothic Neo"/>
              </a:defRPr>
            </a:lvl8pPr>
            <a:lvl9pPr algn="l">
              <a:defRPr sz="1875" b="0">
                <a:solidFill>
                  <a:srgbClr val="172E2A"/>
                </a:solidFill>
                <a:latin typeface="Apple SD Gothic Neo"/>
                <a:ea typeface="Apple SD Gothic Neo"/>
                <a:cs typeface="Apple SD Gothic Neo"/>
              </a:defRPr>
            </a:lvl9pPr>
          </a:lstStyle>
          <a:p xmlns:a="http://schemas.openxmlformats.org/drawingml/2006/main">
            <a:pPr algn="l">
              <a:defRPr sz="1875" b="0">
                <a:solidFill>
                  <a:srgbClr val="172E2A"/>
                </a:solidFill>
                <a:latin typeface="Apple SD Gothic Neo"/>
                <a:ea typeface="Apple SD Gothic Neo"/>
                <a:cs typeface="Apple SD Gothic Neo"/>
              </a:defRPr>
            </a:pPr>
            <a:r>
              <a:rPr sz="1875" b="0">
                <a:solidFill>
                  <a:srgbClr val="172E2A"/>
                </a:solidFill>
                <a:latin typeface="Apple SD Gothic Neo"/>
                <a:ea typeface="Apple SD Gothic Neo"/>
                <a:cs typeface="Apple SD Gothic Neo"/>
              </a:rPr>
              <a:t>표현이 다른 자료에서도</a:t>
            </a:r>
          </a:p>
        </p:txBody>
      </p:sp>
      <p:sp>
        <p:nvSpPr>
          <p:cNvPr id="49" name="s2-48-text">
            <a:extLst xmlns:a="http://schemas.openxmlformats.org/drawingml/2006/main">
              <a:ext uri="{FF2B5EF4-FFF2-40B4-BE49-F238E27FC236}">
                <a16:creationId xmlns:a16="http://schemas.microsoft.com/office/drawing/2014/main" id="{4D9D8BDE-5C4A-4246-BF8D-7279014F29F0}"/>
              </a:ext>
            </a:extLst>
          </p:cNvPr>
          <p:cNvSpPr>
            <a:spLocks xmlns:a="http://schemas.openxmlformats.org/drawingml/2006/main" noGrp="1"/>
          </p:cNvSpPr>
          <p:nvPr/>
        </p:nvSpPr>
        <p:spPr>
          <a:xfrm xmlns:a="http://schemas.openxmlformats.org/drawingml/2006/main">
            <a:off x="685800" y="4352925"/>
            <a:ext cx="4095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72E2A"/>
                </a:solidFill>
                <a:latin typeface="Apple SD Gothic Neo"/>
                <a:ea typeface="Apple SD Gothic Neo"/>
                <a:cs typeface="Apple SD Gothic Neo"/>
              </a:defRPr>
            </a:defPPr>
            <a:lvl1pPr algn="l">
              <a:defRPr sz="1875" b="0">
                <a:solidFill>
                  <a:srgbClr val="172E2A"/>
                </a:solidFill>
                <a:latin typeface="Apple SD Gothic Neo"/>
                <a:ea typeface="Apple SD Gothic Neo"/>
                <a:cs typeface="Apple SD Gothic Neo"/>
              </a:defRPr>
            </a:lvl1pPr>
            <a:lvl2pPr algn="l">
              <a:defRPr sz="1875" b="0">
                <a:solidFill>
                  <a:srgbClr val="172E2A"/>
                </a:solidFill>
                <a:latin typeface="Apple SD Gothic Neo"/>
                <a:ea typeface="Apple SD Gothic Neo"/>
                <a:cs typeface="Apple SD Gothic Neo"/>
              </a:defRPr>
            </a:lvl2pPr>
            <a:lvl3pPr algn="l">
              <a:defRPr sz="1875" b="0">
                <a:solidFill>
                  <a:srgbClr val="172E2A"/>
                </a:solidFill>
                <a:latin typeface="Apple SD Gothic Neo"/>
                <a:ea typeface="Apple SD Gothic Neo"/>
                <a:cs typeface="Apple SD Gothic Neo"/>
              </a:defRPr>
            </a:lvl3pPr>
            <a:lvl4pPr algn="l">
              <a:defRPr sz="1875" b="0">
                <a:solidFill>
                  <a:srgbClr val="172E2A"/>
                </a:solidFill>
                <a:latin typeface="Apple SD Gothic Neo"/>
                <a:ea typeface="Apple SD Gothic Neo"/>
                <a:cs typeface="Apple SD Gothic Neo"/>
              </a:defRPr>
            </a:lvl4pPr>
            <a:lvl5pPr algn="l">
              <a:defRPr sz="1875" b="0">
                <a:solidFill>
                  <a:srgbClr val="172E2A"/>
                </a:solidFill>
                <a:latin typeface="Apple SD Gothic Neo"/>
                <a:ea typeface="Apple SD Gothic Neo"/>
                <a:cs typeface="Apple SD Gothic Neo"/>
              </a:defRPr>
            </a:lvl5pPr>
            <a:lvl6pPr algn="l">
              <a:defRPr sz="1875" b="0">
                <a:solidFill>
                  <a:srgbClr val="172E2A"/>
                </a:solidFill>
                <a:latin typeface="Apple SD Gothic Neo"/>
                <a:ea typeface="Apple SD Gothic Neo"/>
                <a:cs typeface="Apple SD Gothic Neo"/>
              </a:defRPr>
            </a:lvl6pPr>
            <a:lvl7pPr algn="l">
              <a:defRPr sz="1875" b="0">
                <a:solidFill>
                  <a:srgbClr val="172E2A"/>
                </a:solidFill>
                <a:latin typeface="Apple SD Gothic Neo"/>
                <a:ea typeface="Apple SD Gothic Neo"/>
                <a:cs typeface="Apple SD Gothic Neo"/>
              </a:defRPr>
            </a:lvl7pPr>
            <a:lvl8pPr algn="l">
              <a:defRPr sz="1875" b="0">
                <a:solidFill>
                  <a:srgbClr val="172E2A"/>
                </a:solidFill>
                <a:latin typeface="Apple SD Gothic Neo"/>
                <a:ea typeface="Apple SD Gothic Neo"/>
                <a:cs typeface="Apple SD Gothic Neo"/>
              </a:defRPr>
            </a:lvl8pPr>
            <a:lvl9pPr algn="l">
              <a:defRPr sz="1875" b="0">
                <a:solidFill>
                  <a:srgbClr val="172E2A"/>
                </a:solidFill>
                <a:latin typeface="Apple SD Gothic Neo"/>
                <a:ea typeface="Apple SD Gothic Neo"/>
                <a:cs typeface="Apple SD Gothic Neo"/>
              </a:defRPr>
            </a:lvl9pPr>
          </a:lstStyle>
          <a:p xmlns:a="http://schemas.openxmlformats.org/drawingml/2006/main">
            <a:pPr algn="l">
              <a:defRPr sz="1875" b="0">
                <a:solidFill>
                  <a:srgbClr val="172E2A"/>
                </a:solidFill>
                <a:latin typeface="Apple SD Gothic Neo"/>
                <a:ea typeface="Apple SD Gothic Neo"/>
                <a:cs typeface="Apple SD Gothic Neo"/>
              </a:defRPr>
            </a:pPr>
            <a:r>
              <a:rPr sz="1875" b="0">
                <a:solidFill>
                  <a:srgbClr val="172E2A"/>
                </a:solidFill>
                <a:latin typeface="Apple SD Gothic Neo"/>
                <a:ea typeface="Apple SD Gothic Neo"/>
                <a:cs typeface="Apple SD Gothic Neo"/>
              </a:rPr>
              <a:t>같은 사건의 근거를 찾기 위해</a:t>
            </a:r>
          </a:p>
        </p:txBody>
      </p:sp>
      <p:sp>
        <p:nvSpPr>
          <p:cNvPr id="50" name="s2-49-poly">
            <a:extLst xmlns:a="http://schemas.openxmlformats.org/drawingml/2006/main">
              <a:ext uri="{FF2B5EF4-FFF2-40B4-BE49-F238E27FC236}">
                <a16:creationId xmlns:a16="http://schemas.microsoft.com/office/drawing/2014/main" id="{0028C4D6-3B2F-485C-8967-2CA1CFF90391}"/>
              </a:ext>
            </a:extLst>
          </p:cNvPr>
          <p:cNvSpPr>
            <a:spLocks xmlns:a="http://schemas.openxmlformats.org/drawingml/2006/main" noGrp="1"/>
          </p:cNvSpPr>
          <p:nvPr/>
        </p:nvSpPr>
        <p:spPr>
          <a:xfrm xmlns:a="http://schemas.openxmlformats.org/drawingml/2006/main">
            <a:off x="685800" y="485775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4288">
            <a:solidFill>
              <a:srgbClr val="DAE3DC"/>
            </a:solidFill>
            <a:prstDash val="solid"/>
          </a:ln>
        </p:spPr>
      </p:sp>
      <p:sp>
        <p:nvSpPr>
          <p:cNvPr id="51" name="s2-50-text">
            <a:extLst xmlns:a="http://schemas.openxmlformats.org/drawingml/2006/main">
              <a:ext uri="{FF2B5EF4-FFF2-40B4-BE49-F238E27FC236}">
                <a16:creationId xmlns:a16="http://schemas.microsoft.com/office/drawing/2014/main" id="{884B1FBD-4200-46E6-ACC5-D2DECB5EFCDA}"/>
              </a:ext>
            </a:extLst>
          </p:cNvPr>
          <p:cNvSpPr>
            <a:spLocks xmlns:a="http://schemas.openxmlformats.org/drawingml/2006/main" noGrp="1"/>
          </p:cNvSpPr>
          <p:nvPr/>
        </p:nvSpPr>
        <p:spPr>
          <a:xfrm xmlns:a="http://schemas.openxmlformats.org/drawingml/2006/main">
            <a:off x="5391150" y="3667125"/>
            <a:ext cx="4095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1">
                <a:solidFill>
                  <a:srgbClr val="61736F"/>
                </a:solidFill>
                <a:latin typeface="Apple SD Gothic Neo"/>
                <a:ea typeface="Apple SD Gothic Neo"/>
                <a:cs typeface="Apple SD Gothic Neo"/>
              </a:defRPr>
            </a:defPPr>
            <a:lvl1pPr algn="l">
              <a:defRPr sz="1500" b="1">
                <a:solidFill>
                  <a:srgbClr val="61736F"/>
                </a:solidFill>
                <a:latin typeface="Apple SD Gothic Neo"/>
                <a:ea typeface="Apple SD Gothic Neo"/>
                <a:cs typeface="Apple SD Gothic Neo"/>
              </a:defRPr>
            </a:lvl1pPr>
            <a:lvl2pPr algn="l">
              <a:defRPr sz="1500" b="1">
                <a:solidFill>
                  <a:srgbClr val="61736F"/>
                </a:solidFill>
                <a:latin typeface="Apple SD Gothic Neo"/>
                <a:ea typeface="Apple SD Gothic Neo"/>
                <a:cs typeface="Apple SD Gothic Neo"/>
              </a:defRPr>
            </a:lvl2pPr>
            <a:lvl3pPr algn="l">
              <a:defRPr sz="1500" b="1">
                <a:solidFill>
                  <a:srgbClr val="61736F"/>
                </a:solidFill>
                <a:latin typeface="Apple SD Gothic Neo"/>
                <a:ea typeface="Apple SD Gothic Neo"/>
                <a:cs typeface="Apple SD Gothic Neo"/>
              </a:defRPr>
            </a:lvl3pPr>
            <a:lvl4pPr algn="l">
              <a:defRPr sz="1500" b="1">
                <a:solidFill>
                  <a:srgbClr val="61736F"/>
                </a:solidFill>
                <a:latin typeface="Apple SD Gothic Neo"/>
                <a:ea typeface="Apple SD Gothic Neo"/>
                <a:cs typeface="Apple SD Gothic Neo"/>
              </a:defRPr>
            </a:lvl4pPr>
            <a:lvl5pPr algn="l">
              <a:defRPr sz="1500" b="1">
                <a:solidFill>
                  <a:srgbClr val="61736F"/>
                </a:solidFill>
                <a:latin typeface="Apple SD Gothic Neo"/>
                <a:ea typeface="Apple SD Gothic Neo"/>
                <a:cs typeface="Apple SD Gothic Neo"/>
              </a:defRPr>
            </a:lvl5pPr>
            <a:lvl6pPr algn="l">
              <a:defRPr sz="1500" b="1">
                <a:solidFill>
                  <a:srgbClr val="61736F"/>
                </a:solidFill>
                <a:latin typeface="Apple SD Gothic Neo"/>
                <a:ea typeface="Apple SD Gothic Neo"/>
                <a:cs typeface="Apple SD Gothic Neo"/>
              </a:defRPr>
            </a:lvl6pPr>
            <a:lvl7pPr algn="l">
              <a:defRPr sz="1500" b="1">
                <a:solidFill>
                  <a:srgbClr val="61736F"/>
                </a:solidFill>
                <a:latin typeface="Apple SD Gothic Neo"/>
                <a:ea typeface="Apple SD Gothic Neo"/>
                <a:cs typeface="Apple SD Gothic Neo"/>
              </a:defRPr>
            </a:lvl7pPr>
            <a:lvl8pPr algn="l">
              <a:defRPr sz="1500" b="1">
                <a:solidFill>
                  <a:srgbClr val="61736F"/>
                </a:solidFill>
                <a:latin typeface="Apple SD Gothic Neo"/>
                <a:ea typeface="Apple SD Gothic Neo"/>
                <a:cs typeface="Apple SD Gothic Neo"/>
              </a:defRPr>
            </a:lvl8pPr>
            <a:lvl9pPr algn="l">
              <a:defRPr sz="1500" b="1">
                <a:solidFill>
                  <a:srgbClr val="61736F"/>
                </a:solidFill>
                <a:latin typeface="Apple SD Gothic Neo"/>
                <a:ea typeface="Apple SD Gothic Neo"/>
                <a:cs typeface="Apple SD Gothic Neo"/>
              </a:defRPr>
            </a:lvl9pPr>
          </a:lstStyle>
          <a:p xmlns:a="http://schemas.openxmlformats.org/drawingml/2006/main">
            <a:pPr algn="l">
              <a:defRPr sz="1500" b="1">
                <a:solidFill>
                  <a:srgbClr val="61736F"/>
                </a:solidFill>
                <a:latin typeface="Apple SD Gothic Neo"/>
                <a:ea typeface="Apple SD Gothic Neo"/>
                <a:cs typeface="Apple SD Gothic Neo"/>
              </a:defRPr>
            </a:pPr>
            <a:r>
              <a:rPr sz="1500" b="1">
                <a:solidFill>
                  <a:srgbClr val="61736F"/>
                </a:solidFill>
                <a:latin typeface="Apple SD Gothic Neo"/>
                <a:ea typeface="Apple SD Gothic Neo"/>
                <a:cs typeface="Apple SD Gothic Neo"/>
              </a:rPr>
              <a:t>왜 필요한가</a:t>
            </a:r>
          </a:p>
        </p:txBody>
      </p:sp>
      <p:sp>
        <p:nvSpPr>
          <p:cNvPr id="52" name="s2-51-text">
            <a:extLst xmlns:a="http://schemas.openxmlformats.org/drawingml/2006/main">
              <a:ext uri="{FF2B5EF4-FFF2-40B4-BE49-F238E27FC236}">
                <a16:creationId xmlns:a16="http://schemas.microsoft.com/office/drawing/2014/main" id="{97CF05EA-6550-4F9C-9A91-C8C94AAF6631}"/>
              </a:ext>
            </a:extLst>
          </p:cNvPr>
          <p:cNvSpPr>
            <a:spLocks xmlns:a="http://schemas.openxmlformats.org/drawingml/2006/main" noGrp="1"/>
          </p:cNvSpPr>
          <p:nvPr/>
        </p:nvSpPr>
        <p:spPr>
          <a:xfrm xmlns:a="http://schemas.openxmlformats.org/drawingml/2006/main">
            <a:off x="5391150" y="4029075"/>
            <a:ext cx="4095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72E2A"/>
                </a:solidFill>
                <a:latin typeface="Apple SD Gothic Neo"/>
                <a:ea typeface="Apple SD Gothic Neo"/>
                <a:cs typeface="Apple SD Gothic Neo"/>
              </a:defRPr>
            </a:defPPr>
            <a:lvl1pPr algn="l">
              <a:defRPr sz="1875" b="0">
                <a:solidFill>
                  <a:srgbClr val="172E2A"/>
                </a:solidFill>
                <a:latin typeface="Apple SD Gothic Neo"/>
                <a:ea typeface="Apple SD Gothic Neo"/>
                <a:cs typeface="Apple SD Gothic Neo"/>
              </a:defRPr>
            </a:lvl1pPr>
            <a:lvl2pPr algn="l">
              <a:defRPr sz="1875" b="0">
                <a:solidFill>
                  <a:srgbClr val="172E2A"/>
                </a:solidFill>
                <a:latin typeface="Apple SD Gothic Neo"/>
                <a:ea typeface="Apple SD Gothic Neo"/>
                <a:cs typeface="Apple SD Gothic Neo"/>
              </a:defRPr>
            </a:lvl2pPr>
            <a:lvl3pPr algn="l">
              <a:defRPr sz="1875" b="0">
                <a:solidFill>
                  <a:srgbClr val="172E2A"/>
                </a:solidFill>
                <a:latin typeface="Apple SD Gothic Neo"/>
                <a:ea typeface="Apple SD Gothic Neo"/>
                <a:cs typeface="Apple SD Gothic Neo"/>
              </a:defRPr>
            </a:lvl3pPr>
            <a:lvl4pPr algn="l">
              <a:defRPr sz="1875" b="0">
                <a:solidFill>
                  <a:srgbClr val="172E2A"/>
                </a:solidFill>
                <a:latin typeface="Apple SD Gothic Neo"/>
                <a:ea typeface="Apple SD Gothic Neo"/>
                <a:cs typeface="Apple SD Gothic Neo"/>
              </a:defRPr>
            </a:lvl4pPr>
            <a:lvl5pPr algn="l">
              <a:defRPr sz="1875" b="0">
                <a:solidFill>
                  <a:srgbClr val="172E2A"/>
                </a:solidFill>
                <a:latin typeface="Apple SD Gothic Neo"/>
                <a:ea typeface="Apple SD Gothic Neo"/>
                <a:cs typeface="Apple SD Gothic Neo"/>
              </a:defRPr>
            </a:lvl5pPr>
            <a:lvl6pPr algn="l">
              <a:defRPr sz="1875" b="0">
                <a:solidFill>
                  <a:srgbClr val="172E2A"/>
                </a:solidFill>
                <a:latin typeface="Apple SD Gothic Neo"/>
                <a:ea typeface="Apple SD Gothic Neo"/>
                <a:cs typeface="Apple SD Gothic Neo"/>
              </a:defRPr>
            </a:lvl6pPr>
            <a:lvl7pPr algn="l">
              <a:defRPr sz="1875" b="0">
                <a:solidFill>
                  <a:srgbClr val="172E2A"/>
                </a:solidFill>
                <a:latin typeface="Apple SD Gothic Neo"/>
                <a:ea typeface="Apple SD Gothic Neo"/>
                <a:cs typeface="Apple SD Gothic Neo"/>
              </a:defRPr>
            </a:lvl7pPr>
            <a:lvl8pPr algn="l">
              <a:defRPr sz="1875" b="0">
                <a:solidFill>
                  <a:srgbClr val="172E2A"/>
                </a:solidFill>
                <a:latin typeface="Apple SD Gothic Neo"/>
                <a:ea typeface="Apple SD Gothic Neo"/>
                <a:cs typeface="Apple SD Gothic Neo"/>
              </a:defRPr>
            </a:lvl8pPr>
            <a:lvl9pPr algn="l">
              <a:defRPr sz="1875" b="0">
                <a:solidFill>
                  <a:srgbClr val="172E2A"/>
                </a:solidFill>
                <a:latin typeface="Apple SD Gothic Neo"/>
                <a:ea typeface="Apple SD Gothic Neo"/>
                <a:cs typeface="Apple SD Gothic Neo"/>
              </a:defRPr>
            </a:lvl9pPr>
          </a:lstStyle>
          <a:p xmlns:a="http://schemas.openxmlformats.org/drawingml/2006/main">
            <a:pPr algn="l">
              <a:defRPr sz="1875" b="0">
                <a:solidFill>
                  <a:srgbClr val="172E2A"/>
                </a:solidFill>
                <a:latin typeface="Apple SD Gothic Neo"/>
                <a:ea typeface="Apple SD Gothic Neo"/>
                <a:cs typeface="Apple SD Gothic Neo"/>
              </a:defRPr>
            </a:pPr>
            <a:r>
              <a:rPr sz="1875" b="0">
                <a:solidFill>
                  <a:srgbClr val="172E2A"/>
                </a:solidFill>
                <a:latin typeface="Apple SD Gothic Neo"/>
                <a:ea typeface="Apple SD Gothic Neo"/>
                <a:cs typeface="Apple SD Gothic Neo"/>
              </a:rPr>
              <a:t>여러 문서를 함께 읽고</a:t>
            </a:r>
          </a:p>
        </p:txBody>
      </p:sp>
      <p:sp>
        <p:nvSpPr>
          <p:cNvPr id="53" name="s2-52-text">
            <a:extLst xmlns:a="http://schemas.openxmlformats.org/drawingml/2006/main">
              <a:ext uri="{FF2B5EF4-FFF2-40B4-BE49-F238E27FC236}">
                <a16:creationId xmlns:a16="http://schemas.microsoft.com/office/drawing/2014/main" id="{01773070-9A9A-4F11-AFF2-68E27E7441C6}"/>
              </a:ext>
            </a:extLst>
          </p:cNvPr>
          <p:cNvSpPr>
            <a:spLocks xmlns:a="http://schemas.openxmlformats.org/drawingml/2006/main" noGrp="1"/>
          </p:cNvSpPr>
          <p:nvPr/>
        </p:nvSpPr>
        <p:spPr>
          <a:xfrm xmlns:a="http://schemas.openxmlformats.org/drawingml/2006/main">
            <a:off x="5391150" y="4352925"/>
            <a:ext cx="4095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72E2A"/>
                </a:solidFill>
                <a:latin typeface="Apple SD Gothic Neo"/>
                <a:ea typeface="Apple SD Gothic Neo"/>
                <a:cs typeface="Apple SD Gothic Neo"/>
              </a:defRPr>
            </a:defPPr>
            <a:lvl1pPr algn="l">
              <a:defRPr sz="1875" b="0">
                <a:solidFill>
                  <a:srgbClr val="172E2A"/>
                </a:solidFill>
                <a:latin typeface="Apple SD Gothic Neo"/>
                <a:ea typeface="Apple SD Gothic Neo"/>
                <a:cs typeface="Apple SD Gothic Neo"/>
              </a:defRPr>
            </a:lvl1pPr>
            <a:lvl2pPr algn="l">
              <a:defRPr sz="1875" b="0">
                <a:solidFill>
                  <a:srgbClr val="172E2A"/>
                </a:solidFill>
                <a:latin typeface="Apple SD Gothic Neo"/>
                <a:ea typeface="Apple SD Gothic Neo"/>
                <a:cs typeface="Apple SD Gothic Neo"/>
              </a:defRPr>
            </a:lvl2pPr>
            <a:lvl3pPr algn="l">
              <a:defRPr sz="1875" b="0">
                <a:solidFill>
                  <a:srgbClr val="172E2A"/>
                </a:solidFill>
                <a:latin typeface="Apple SD Gothic Neo"/>
                <a:ea typeface="Apple SD Gothic Neo"/>
                <a:cs typeface="Apple SD Gothic Neo"/>
              </a:defRPr>
            </a:lvl3pPr>
            <a:lvl4pPr algn="l">
              <a:defRPr sz="1875" b="0">
                <a:solidFill>
                  <a:srgbClr val="172E2A"/>
                </a:solidFill>
                <a:latin typeface="Apple SD Gothic Neo"/>
                <a:ea typeface="Apple SD Gothic Neo"/>
                <a:cs typeface="Apple SD Gothic Neo"/>
              </a:defRPr>
            </a:lvl4pPr>
            <a:lvl5pPr algn="l">
              <a:defRPr sz="1875" b="0">
                <a:solidFill>
                  <a:srgbClr val="172E2A"/>
                </a:solidFill>
                <a:latin typeface="Apple SD Gothic Neo"/>
                <a:ea typeface="Apple SD Gothic Neo"/>
                <a:cs typeface="Apple SD Gothic Neo"/>
              </a:defRPr>
            </a:lvl5pPr>
            <a:lvl6pPr algn="l">
              <a:defRPr sz="1875" b="0">
                <a:solidFill>
                  <a:srgbClr val="172E2A"/>
                </a:solidFill>
                <a:latin typeface="Apple SD Gothic Neo"/>
                <a:ea typeface="Apple SD Gothic Neo"/>
                <a:cs typeface="Apple SD Gothic Neo"/>
              </a:defRPr>
            </a:lvl6pPr>
            <a:lvl7pPr algn="l">
              <a:defRPr sz="1875" b="0">
                <a:solidFill>
                  <a:srgbClr val="172E2A"/>
                </a:solidFill>
                <a:latin typeface="Apple SD Gothic Neo"/>
                <a:ea typeface="Apple SD Gothic Neo"/>
                <a:cs typeface="Apple SD Gothic Neo"/>
              </a:defRPr>
            </a:lvl7pPr>
            <a:lvl8pPr algn="l">
              <a:defRPr sz="1875" b="0">
                <a:solidFill>
                  <a:srgbClr val="172E2A"/>
                </a:solidFill>
                <a:latin typeface="Apple SD Gothic Neo"/>
                <a:ea typeface="Apple SD Gothic Neo"/>
                <a:cs typeface="Apple SD Gothic Neo"/>
              </a:defRPr>
            </a:lvl8pPr>
            <a:lvl9pPr algn="l">
              <a:defRPr sz="1875" b="0">
                <a:solidFill>
                  <a:srgbClr val="172E2A"/>
                </a:solidFill>
                <a:latin typeface="Apple SD Gothic Neo"/>
                <a:ea typeface="Apple SD Gothic Neo"/>
                <a:cs typeface="Apple SD Gothic Neo"/>
              </a:defRPr>
            </a:lvl9pPr>
          </a:lstStyle>
          <a:p xmlns:a="http://schemas.openxmlformats.org/drawingml/2006/main">
            <a:pPr algn="l">
              <a:defRPr sz="1875" b="0">
                <a:solidFill>
                  <a:srgbClr val="172E2A"/>
                </a:solidFill>
                <a:latin typeface="Apple SD Gothic Neo"/>
                <a:ea typeface="Apple SD Gothic Neo"/>
                <a:cs typeface="Apple SD Gothic Neo"/>
              </a:defRPr>
            </a:pPr>
            <a:r>
              <a:rPr sz="1875" b="0">
                <a:solidFill>
                  <a:srgbClr val="172E2A"/>
                </a:solidFill>
                <a:latin typeface="Apple SD Gothic Neo"/>
                <a:ea typeface="Apple SD Gothic Neo"/>
                <a:cs typeface="Apple SD Gothic Neo"/>
              </a:rPr>
              <a:t>사건 내용을 짧게 정리하기 위해</a:t>
            </a:r>
          </a:p>
        </p:txBody>
      </p:sp>
      <p:sp>
        <p:nvSpPr>
          <p:cNvPr id="54" name="s2-53-poly">
            <a:extLst xmlns:a="http://schemas.openxmlformats.org/drawingml/2006/main">
              <a:ext uri="{FF2B5EF4-FFF2-40B4-BE49-F238E27FC236}">
                <a16:creationId xmlns:a16="http://schemas.microsoft.com/office/drawing/2014/main" id="{4A7D0FE1-13DC-4B32-BCDD-D5EF1E62A54D}"/>
              </a:ext>
            </a:extLst>
          </p:cNvPr>
          <p:cNvSpPr>
            <a:spLocks xmlns:a="http://schemas.openxmlformats.org/drawingml/2006/main" noGrp="1"/>
          </p:cNvSpPr>
          <p:nvPr/>
        </p:nvSpPr>
        <p:spPr>
          <a:xfrm xmlns:a="http://schemas.openxmlformats.org/drawingml/2006/main">
            <a:off x="5391150" y="485775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4288">
            <a:solidFill>
              <a:srgbClr val="DAE3DC"/>
            </a:solidFill>
            <a:prstDash val="solid"/>
          </a:ln>
        </p:spPr>
      </p:sp>
      <p:sp>
        <p:nvSpPr>
          <p:cNvPr id="55" name="s2-54-text">
            <a:extLst xmlns:a="http://schemas.openxmlformats.org/drawingml/2006/main">
              <a:ext uri="{FF2B5EF4-FFF2-40B4-BE49-F238E27FC236}">
                <a16:creationId xmlns:a16="http://schemas.microsoft.com/office/drawing/2014/main" id="{05BC03EF-37BB-41D0-A85C-090AFBF27E77}"/>
              </a:ext>
            </a:extLst>
          </p:cNvPr>
          <p:cNvSpPr>
            <a:spLocks xmlns:a="http://schemas.openxmlformats.org/drawingml/2006/main" noGrp="1"/>
          </p:cNvSpPr>
          <p:nvPr/>
        </p:nvSpPr>
        <p:spPr>
          <a:xfrm xmlns:a="http://schemas.openxmlformats.org/drawingml/2006/main">
            <a:off x="10287000" y="3667125"/>
            <a:ext cx="4095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1">
                <a:solidFill>
                  <a:srgbClr val="61736F"/>
                </a:solidFill>
                <a:latin typeface="Apple SD Gothic Neo"/>
                <a:ea typeface="Apple SD Gothic Neo"/>
                <a:cs typeface="Apple SD Gothic Neo"/>
              </a:defRPr>
            </a:defPPr>
            <a:lvl1pPr algn="l">
              <a:defRPr sz="1500" b="1">
                <a:solidFill>
                  <a:srgbClr val="61736F"/>
                </a:solidFill>
                <a:latin typeface="Apple SD Gothic Neo"/>
                <a:ea typeface="Apple SD Gothic Neo"/>
                <a:cs typeface="Apple SD Gothic Neo"/>
              </a:defRPr>
            </a:lvl1pPr>
            <a:lvl2pPr algn="l">
              <a:defRPr sz="1500" b="1">
                <a:solidFill>
                  <a:srgbClr val="61736F"/>
                </a:solidFill>
                <a:latin typeface="Apple SD Gothic Neo"/>
                <a:ea typeface="Apple SD Gothic Neo"/>
                <a:cs typeface="Apple SD Gothic Neo"/>
              </a:defRPr>
            </a:lvl2pPr>
            <a:lvl3pPr algn="l">
              <a:defRPr sz="1500" b="1">
                <a:solidFill>
                  <a:srgbClr val="61736F"/>
                </a:solidFill>
                <a:latin typeface="Apple SD Gothic Neo"/>
                <a:ea typeface="Apple SD Gothic Neo"/>
                <a:cs typeface="Apple SD Gothic Neo"/>
              </a:defRPr>
            </a:lvl3pPr>
            <a:lvl4pPr algn="l">
              <a:defRPr sz="1500" b="1">
                <a:solidFill>
                  <a:srgbClr val="61736F"/>
                </a:solidFill>
                <a:latin typeface="Apple SD Gothic Neo"/>
                <a:ea typeface="Apple SD Gothic Neo"/>
                <a:cs typeface="Apple SD Gothic Neo"/>
              </a:defRPr>
            </a:lvl4pPr>
            <a:lvl5pPr algn="l">
              <a:defRPr sz="1500" b="1">
                <a:solidFill>
                  <a:srgbClr val="61736F"/>
                </a:solidFill>
                <a:latin typeface="Apple SD Gothic Neo"/>
                <a:ea typeface="Apple SD Gothic Neo"/>
                <a:cs typeface="Apple SD Gothic Neo"/>
              </a:defRPr>
            </a:lvl5pPr>
            <a:lvl6pPr algn="l">
              <a:defRPr sz="1500" b="1">
                <a:solidFill>
                  <a:srgbClr val="61736F"/>
                </a:solidFill>
                <a:latin typeface="Apple SD Gothic Neo"/>
                <a:ea typeface="Apple SD Gothic Neo"/>
                <a:cs typeface="Apple SD Gothic Neo"/>
              </a:defRPr>
            </a:lvl6pPr>
            <a:lvl7pPr algn="l">
              <a:defRPr sz="1500" b="1">
                <a:solidFill>
                  <a:srgbClr val="61736F"/>
                </a:solidFill>
                <a:latin typeface="Apple SD Gothic Neo"/>
                <a:ea typeface="Apple SD Gothic Neo"/>
                <a:cs typeface="Apple SD Gothic Neo"/>
              </a:defRPr>
            </a:lvl7pPr>
            <a:lvl8pPr algn="l">
              <a:defRPr sz="1500" b="1">
                <a:solidFill>
                  <a:srgbClr val="61736F"/>
                </a:solidFill>
                <a:latin typeface="Apple SD Gothic Neo"/>
                <a:ea typeface="Apple SD Gothic Neo"/>
                <a:cs typeface="Apple SD Gothic Neo"/>
              </a:defRPr>
            </a:lvl8pPr>
            <a:lvl9pPr algn="l">
              <a:defRPr sz="1500" b="1">
                <a:solidFill>
                  <a:srgbClr val="61736F"/>
                </a:solidFill>
                <a:latin typeface="Apple SD Gothic Neo"/>
                <a:ea typeface="Apple SD Gothic Neo"/>
                <a:cs typeface="Apple SD Gothic Neo"/>
              </a:defRPr>
            </a:lvl9pPr>
          </a:lstStyle>
          <a:p xmlns:a="http://schemas.openxmlformats.org/drawingml/2006/main">
            <a:pPr algn="l">
              <a:defRPr sz="1500" b="1">
                <a:solidFill>
                  <a:srgbClr val="61736F"/>
                </a:solidFill>
                <a:latin typeface="Apple SD Gothic Neo"/>
                <a:ea typeface="Apple SD Gothic Neo"/>
                <a:cs typeface="Apple SD Gothic Neo"/>
              </a:defRPr>
            </a:pPr>
            <a:r>
              <a:rPr sz="1500" b="1">
                <a:solidFill>
                  <a:srgbClr val="61736F"/>
                </a:solidFill>
                <a:latin typeface="Apple SD Gothic Neo"/>
                <a:ea typeface="Apple SD Gothic Neo"/>
                <a:cs typeface="Apple SD Gothic Neo"/>
              </a:rPr>
              <a:t>왜 필요한가</a:t>
            </a:r>
          </a:p>
        </p:txBody>
      </p:sp>
      <p:sp>
        <p:nvSpPr>
          <p:cNvPr id="56" name="s2-55-text">
            <a:extLst xmlns:a="http://schemas.openxmlformats.org/drawingml/2006/main">
              <a:ext uri="{FF2B5EF4-FFF2-40B4-BE49-F238E27FC236}">
                <a16:creationId xmlns:a16="http://schemas.microsoft.com/office/drawing/2014/main" id="{B99B982C-4A0D-4F48-A01F-FF7987931703}"/>
              </a:ext>
            </a:extLst>
          </p:cNvPr>
          <p:cNvSpPr>
            <a:spLocks xmlns:a="http://schemas.openxmlformats.org/drawingml/2006/main" noGrp="1"/>
          </p:cNvSpPr>
          <p:nvPr/>
        </p:nvSpPr>
        <p:spPr>
          <a:xfrm xmlns:a="http://schemas.openxmlformats.org/drawingml/2006/main">
            <a:off x="10287000" y="4029075"/>
            <a:ext cx="4095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72E2A"/>
                </a:solidFill>
                <a:latin typeface="Apple SD Gothic Neo"/>
                <a:ea typeface="Apple SD Gothic Neo"/>
                <a:cs typeface="Apple SD Gothic Neo"/>
              </a:defRPr>
            </a:defPPr>
            <a:lvl1pPr algn="l">
              <a:defRPr sz="1875" b="0">
                <a:solidFill>
                  <a:srgbClr val="172E2A"/>
                </a:solidFill>
                <a:latin typeface="Apple SD Gothic Neo"/>
                <a:ea typeface="Apple SD Gothic Neo"/>
                <a:cs typeface="Apple SD Gothic Neo"/>
              </a:defRPr>
            </a:lvl1pPr>
            <a:lvl2pPr algn="l">
              <a:defRPr sz="1875" b="0">
                <a:solidFill>
                  <a:srgbClr val="172E2A"/>
                </a:solidFill>
                <a:latin typeface="Apple SD Gothic Neo"/>
                <a:ea typeface="Apple SD Gothic Neo"/>
                <a:cs typeface="Apple SD Gothic Neo"/>
              </a:defRPr>
            </a:lvl2pPr>
            <a:lvl3pPr algn="l">
              <a:defRPr sz="1875" b="0">
                <a:solidFill>
                  <a:srgbClr val="172E2A"/>
                </a:solidFill>
                <a:latin typeface="Apple SD Gothic Neo"/>
                <a:ea typeface="Apple SD Gothic Neo"/>
                <a:cs typeface="Apple SD Gothic Neo"/>
              </a:defRPr>
            </a:lvl3pPr>
            <a:lvl4pPr algn="l">
              <a:defRPr sz="1875" b="0">
                <a:solidFill>
                  <a:srgbClr val="172E2A"/>
                </a:solidFill>
                <a:latin typeface="Apple SD Gothic Neo"/>
                <a:ea typeface="Apple SD Gothic Neo"/>
                <a:cs typeface="Apple SD Gothic Neo"/>
              </a:defRPr>
            </a:lvl4pPr>
            <a:lvl5pPr algn="l">
              <a:defRPr sz="1875" b="0">
                <a:solidFill>
                  <a:srgbClr val="172E2A"/>
                </a:solidFill>
                <a:latin typeface="Apple SD Gothic Neo"/>
                <a:ea typeface="Apple SD Gothic Neo"/>
                <a:cs typeface="Apple SD Gothic Neo"/>
              </a:defRPr>
            </a:lvl5pPr>
            <a:lvl6pPr algn="l">
              <a:defRPr sz="1875" b="0">
                <a:solidFill>
                  <a:srgbClr val="172E2A"/>
                </a:solidFill>
                <a:latin typeface="Apple SD Gothic Neo"/>
                <a:ea typeface="Apple SD Gothic Neo"/>
                <a:cs typeface="Apple SD Gothic Neo"/>
              </a:defRPr>
            </a:lvl6pPr>
            <a:lvl7pPr algn="l">
              <a:defRPr sz="1875" b="0">
                <a:solidFill>
                  <a:srgbClr val="172E2A"/>
                </a:solidFill>
                <a:latin typeface="Apple SD Gothic Neo"/>
                <a:ea typeface="Apple SD Gothic Neo"/>
                <a:cs typeface="Apple SD Gothic Neo"/>
              </a:defRPr>
            </a:lvl7pPr>
            <a:lvl8pPr algn="l">
              <a:defRPr sz="1875" b="0">
                <a:solidFill>
                  <a:srgbClr val="172E2A"/>
                </a:solidFill>
                <a:latin typeface="Apple SD Gothic Neo"/>
                <a:ea typeface="Apple SD Gothic Neo"/>
                <a:cs typeface="Apple SD Gothic Neo"/>
              </a:defRPr>
            </a:lvl8pPr>
            <a:lvl9pPr algn="l">
              <a:defRPr sz="1875" b="0">
                <a:solidFill>
                  <a:srgbClr val="172E2A"/>
                </a:solidFill>
                <a:latin typeface="Apple SD Gothic Neo"/>
                <a:ea typeface="Apple SD Gothic Neo"/>
                <a:cs typeface="Apple SD Gothic Neo"/>
              </a:defRPr>
            </a:lvl9pPr>
          </a:lstStyle>
          <a:p xmlns:a="http://schemas.openxmlformats.org/drawingml/2006/main">
            <a:pPr algn="l">
              <a:defRPr sz="1875" b="0">
                <a:solidFill>
                  <a:srgbClr val="172E2A"/>
                </a:solidFill>
                <a:latin typeface="Apple SD Gothic Neo"/>
                <a:ea typeface="Apple SD Gothic Neo"/>
                <a:cs typeface="Apple SD Gothic Neo"/>
              </a:defRPr>
            </a:pPr>
            <a:r>
              <a:rPr sz="1875" b="0">
                <a:solidFill>
                  <a:srgbClr val="172E2A"/>
                </a:solidFill>
                <a:latin typeface="Apple SD Gothic Neo"/>
                <a:ea typeface="Apple SD Gothic Neo"/>
                <a:cs typeface="Apple SD Gothic Neo"/>
              </a:rPr>
              <a:t>관측 숫자의 변화로</a:t>
            </a:r>
          </a:p>
        </p:txBody>
      </p:sp>
      <p:sp>
        <p:nvSpPr>
          <p:cNvPr id="57" name="s2-56-text">
            <a:extLst xmlns:a="http://schemas.openxmlformats.org/drawingml/2006/main">
              <a:ext uri="{FF2B5EF4-FFF2-40B4-BE49-F238E27FC236}">
                <a16:creationId xmlns:a16="http://schemas.microsoft.com/office/drawing/2014/main" id="{EF27C2C6-D9DE-40D4-81F6-BEFA341375C1}"/>
              </a:ext>
            </a:extLst>
          </p:cNvPr>
          <p:cNvSpPr>
            <a:spLocks xmlns:a="http://schemas.openxmlformats.org/drawingml/2006/main" noGrp="1"/>
          </p:cNvSpPr>
          <p:nvPr/>
        </p:nvSpPr>
        <p:spPr>
          <a:xfrm xmlns:a="http://schemas.openxmlformats.org/drawingml/2006/main">
            <a:off x="10287000" y="4352925"/>
            <a:ext cx="4095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72E2A"/>
                </a:solidFill>
                <a:latin typeface="Apple SD Gothic Neo"/>
                <a:ea typeface="Apple SD Gothic Neo"/>
                <a:cs typeface="Apple SD Gothic Neo"/>
              </a:defRPr>
            </a:defPPr>
            <a:lvl1pPr algn="l">
              <a:defRPr sz="1875" b="0">
                <a:solidFill>
                  <a:srgbClr val="172E2A"/>
                </a:solidFill>
                <a:latin typeface="Apple SD Gothic Neo"/>
                <a:ea typeface="Apple SD Gothic Neo"/>
                <a:cs typeface="Apple SD Gothic Neo"/>
              </a:defRPr>
            </a:lvl1pPr>
            <a:lvl2pPr algn="l">
              <a:defRPr sz="1875" b="0">
                <a:solidFill>
                  <a:srgbClr val="172E2A"/>
                </a:solidFill>
                <a:latin typeface="Apple SD Gothic Neo"/>
                <a:ea typeface="Apple SD Gothic Neo"/>
                <a:cs typeface="Apple SD Gothic Neo"/>
              </a:defRPr>
            </a:lvl2pPr>
            <a:lvl3pPr algn="l">
              <a:defRPr sz="1875" b="0">
                <a:solidFill>
                  <a:srgbClr val="172E2A"/>
                </a:solidFill>
                <a:latin typeface="Apple SD Gothic Neo"/>
                <a:ea typeface="Apple SD Gothic Neo"/>
                <a:cs typeface="Apple SD Gothic Neo"/>
              </a:defRPr>
            </a:lvl3pPr>
            <a:lvl4pPr algn="l">
              <a:defRPr sz="1875" b="0">
                <a:solidFill>
                  <a:srgbClr val="172E2A"/>
                </a:solidFill>
                <a:latin typeface="Apple SD Gothic Neo"/>
                <a:ea typeface="Apple SD Gothic Neo"/>
                <a:cs typeface="Apple SD Gothic Neo"/>
              </a:defRPr>
            </a:lvl4pPr>
            <a:lvl5pPr algn="l">
              <a:defRPr sz="1875" b="0">
                <a:solidFill>
                  <a:srgbClr val="172E2A"/>
                </a:solidFill>
                <a:latin typeface="Apple SD Gothic Neo"/>
                <a:ea typeface="Apple SD Gothic Neo"/>
                <a:cs typeface="Apple SD Gothic Neo"/>
              </a:defRPr>
            </a:lvl5pPr>
            <a:lvl6pPr algn="l">
              <a:defRPr sz="1875" b="0">
                <a:solidFill>
                  <a:srgbClr val="172E2A"/>
                </a:solidFill>
                <a:latin typeface="Apple SD Gothic Neo"/>
                <a:ea typeface="Apple SD Gothic Neo"/>
                <a:cs typeface="Apple SD Gothic Neo"/>
              </a:defRPr>
            </a:lvl6pPr>
            <a:lvl7pPr algn="l">
              <a:defRPr sz="1875" b="0">
                <a:solidFill>
                  <a:srgbClr val="172E2A"/>
                </a:solidFill>
                <a:latin typeface="Apple SD Gothic Neo"/>
                <a:ea typeface="Apple SD Gothic Neo"/>
                <a:cs typeface="Apple SD Gothic Neo"/>
              </a:defRPr>
            </a:lvl7pPr>
            <a:lvl8pPr algn="l">
              <a:defRPr sz="1875" b="0">
                <a:solidFill>
                  <a:srgbClr val="172E2A"/>
                </a:solidFill>
                <a:latin typeface="Apple SD Gothic Neo"/>
                <a:ea typeface="Apple SD Gothic Neo"/>
                <a:cs typeface="Apple SD Gothic Neo"/>
              </a:defRPr>
            </a:lvl8pPr>
            <a:lvl9pPr algn="l">
              <a:defRPr sz="1875" b="0">
                <a:solidFill>
                  <a:srgbClr val="172E2A"/>
                </a:solidFill>
                <a:latin typeface="Apple SD Gothic Neo"/>
                <a:ea typeface="Apple SD Gothic Neo"/>
                <a:cs typeface="Apple SD Gothic Neo"/>
              </a:defRPr>
            </a:lvl9pPr>
          </a:lstStyle>
          <a:p xmlns:a="http://schemas.openxmlformats.org/drawingml/2006/main">
            <a:pPr algn="l">
              <a:defRPr sz="1875" b="0">
                <a:solidFill>
                  <a:srgbClr val="172E2A"/>
                </a:solidFill>
                <a:latin typeface="Apple SD Gothic Neo"/>
                <a:ea typeface="Apple SD Gothic Neo"/>
                <a:cs typeface="Apple SD Gothic Neo"/>
              </a:defRPr>
            </a:pPr>
            <a:r>
              <a:rPr sz="1875" b="0">
                <a:solidFill>
                  <a:srgbClr val="172E2A"/>
                </a:solidFill>
                <a:latin typeface="Apple SD Gothic Neo"/>
                <a:ea typeface="Apple SD Gothic Neo"/>
                <a:cs typeface="Apple SD Gothic Neo"/>
              </a:rPr>
              <a:t>화재 접근을 추정하기 위해</a:t>
            </a:r>
          </a:p>
        </p:txBody>
      </p:sp>
      <p:sp>
        <p:nvSpPr>
          <p:cNvPr id="58" name="s2-57-poly">
            <a:extLst xmlns:a="http://schemas.openxmlformats.org/drawingml/2006/main">
              <a:ext uri="{FF2B5EF4-FFF2-40B4-BE49-F238E27FC236}">
                <a16:creationId xmlns:a16="http://schemas.microsoft.com/office/drawing/2014/main" id="{0F54702A-97F6-4ACE-9B41-591E542D80E2}"/>
              </a:ext>
            </a:extLst>
          </p:cNvPr>
          <p:cNvSpPr>
            <a:spLocks xmlns:a="http://schemas.openxmlformats.org/drawingml/2006/main" noGrp="1"/>
          </p:cNvSpPr>
          <p:nvPr/>
        </p:nvSpPr>
        <p:spPr>
          <a:xfrm xmlns:a="http://schemas.openxmlformats.org/drawingml/2006/main">
            <a:off x="10287000" y="485775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4288">
            <a:solidFill>
              <a:srgbClr val="DAE3DC"/>
            </a:solidFill>
            <a:prstDash val="solid"/>
          </a:ln>
        </p:spPr>
      </p:sp>
      <p:sp>
        <p:nvSpPr>
          <p:cNvPr id="59" name="s2-58-text">
            <a:extLst xmlns:a="http://schemas.openxmlformats.org/drawingml/2006/main">
              <a:ext uri="{FF2B5EF4-FFF2-40B4-BE49-F238E27FC236}">
                <a16:creationId xmlns:a16="http://schemas.microsoft.com/office/drawing/2014/main" id="{F5C56243-C699-4FCA-A4E7-EF73C84B8D7F}"/>
              </a:ext>
            </a:extLst>
          </p:cNvPr>
          <p:cNvSpPr>
            <a:spLocks xmlns:a="http://schemas.openxmlformats.org/drawingml/2006/main" noGrp="1"/>
          </p:cNvSpPr>
          <p:nvPr/>
        </p:nvSpPr>
        <p:spPr>
          <a:xfrm xmlns:a="http://schemas.openxmlformats.org/drawingml/2006/main">
            <a:off x="685800" y="5067300"/>
            <a:ext cx="407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1C7055"/>
                </a:solidFill>
                <a:latin typeface="Apple SD Gothic Neo"/>
                <a:ea typeface="Apple SD Gothic Neo"/>
                <a:cs typeface="Apple SD Gothic Neo"/>
              </a:defRPr>
            </a:defPPr>
            <a:lvl1pPr algn="l">
              <a:defRPr sz="1650" b="1">
                <a:solidFill>
                  <a:srgbClr val="1C7055"/>
                </a:solidFill>
                <a:latin typeface="Apple SD Gothic Neo"/>
                <a:ea typeface="Apple SD Gothic Neo"/>
                <a:cs typeface="Apple SD Gothic Neo"/>
              </a:defRPr>
            </a:lvl1pPr>
            <a:lvl2pPr algn="l">
              <a:defRPr sz="1650" b="1">
                <a:solidFill>
                  <a:srgbClr val="1C7055"/>
                </a:solidFill>
                <a:latin typeface="Apple SD Gothic Neo"/>
                <a:ea typeface="Apple SD Gothic Neo"/>
                <a:cs typeface="Apple SD Gothic Neo"/>
              </a:defRPr>
            </a:lvl2pPr>
            <a:lvl3pPr algn="l">
              <a:defRPr sz="1650" b="1">
                <a:solidFill>
                  <a:srgbClr val="1C7055"/>
                </a:solidFill>
                <a:latin typeface="Apple SD Gothic Neo"/>
                <a:ea typeface="Apple SD Gothic Neo"/>
                <a:cs typeface="Apple SD Gothic Neo"/>
              </a:defRPr>
            </a:lvl3pPr>
            <a:lvl4pPr algn="l">
              <a:defRPr sz="1650" b="1">
                <a:solidFill>
                  <a:srgbClr val="1C7055"/>
                </a:solidFill>
                <a:latin typeface="Apple SD Gothic Neo"/>
                <a:ea typeface="Apple SD Gothic Neo"/>
                <a:cs typeface="Apple SD Gothic Neo"/>
              </a:defRPr>
            </a:lvl4pPr>
            <a:lvl5pPr algn="l">
              <a:defRPr sz="1650" b="1">
                <a:solidFill>
                  <a:srgbClr val="1C7055"/>
                </a:solidFill>
                <a:latin typeface="Apple SD Gothic Neo"/>
                <a:ea typeface="Apple SD Gothic Neo"/>
                <a:cs typeface="Apple SD Gothic Neo"/>
              </a:defRPr>
            </a:lvl5pPr>
            <a:lvl6pPr algn="l">
              <a:defRPr sz="1650" b="1">
                <a:solidFill>
                  <a:srgbClr val="1C7055"/>
                </a:solidFill>
                <a:latin typeface="Apple SD Gothic Neo"/>
                <a:ea typeface="Apple SD Gothic Neo"/>
                <a:cs typeface="Apple SD Gothic Neo"/>
              </a:defRPr>
            </a:lvl6pPr>
            <a:lvl7pPr algn="l">
              <a:defRPr sz="1650" b="1">
                <a:solidFill>
                  <a:srgbClr val="1C7055"/>
                </a:solidFill>
                <a:latin typeface="Apple SD Gothic Neo"/>
                <a:ea typeface="Apple SD Gothic Neo"/>
                <a:cs typeface="Apple SD Gothic Neo"/>
              </a:defRPr>
            </a:lvl7pPr>
            <a:lvl8pPr algn="l">
              <a:defRPr sz="1650" b="1">
                <a:solidFill>
                  <a:srgbClr val="1C7055"/>
                </a:solidFill>
                <a:latin typeface="Apple SD Gothic Neo"/>
                <a:ea typeface="Apple SD Gothic Neo"/>
                <a:cs typeface="Apple SD Gothic Neo"/>
              </a:defRPr>
            </a:lvl8pPr>
            <a:lvl9pPr algn="l">
              <a:defRPr sz="1650" b="1">
                <a:solidFill>
                  <a:srgbClr val="1C7055"/>
                </a:solidFill>
                <a:latin typeface="Apple SD Gothic Neo"/>
                <a:ea typeface="Apple SD Gothic Neo"/>
                <a:cs typeface="Apple SD Gothic Neo"/>
              </a:defRPr>
            </a:lvl9pPr>
          </a:lstStyle>
          <a:p xmlns:a="http://schemas.openxmlformats.org/drawingml/2006/main">
            <a:pPr algn="l">
              <a:defRPr sz="1650" b="1">
                <a:solidFill>
                  <a:srgbClr val="1C7055"/>
                </a:solidFill>
                <a:latin typeface="Apple SD Gothic Neo"/>
                <a:ea typeface="Apple SD Gothic Neo"/>
                <a:cs typeface="Apple SD Gothic Neo"/>
              </a:defRPr>
            </a:pPr>
            <a:r>
              <a:rPr sz="1650" b="1">
                <a:solidFill>
                  <a:srgbClr val="1C7055"/>
                </a:solidFill>
                <a:latin typeface="Apple SD Gothic Neo"/>
                <a:ea typeface="Apple SD Gothic Neo"/>
                <a:cs typeface="Apple SD Gothic Neo"/>
              </a:rPr>
              <a:t>입력  관측 내용과 문서</a:t>
            </a:r>
          </a:p>
        </p:txBody>
      </p:sp>
      <p:sp>
        <p:nvSpPr>
          <p:cNvPr id="60" name="s2-59-text">
            <a:extLst xmlns:a="http://schemas.openxmlformats.org/drawingml/2006/main">
              <a:ext uri="{FF2B5EF4-FFF2-40B4-BE49-F238E27FC236}">
                <a16:creationId xmlns:a16="http://schemas.microsoft.com/office/drawing/2014/main" id="{F9BDA3E3-A75D-47DD-87F5-2627E0B45F95}"/>
              </a:ext>
            </a:extLst>
          </p:cNvPr>
          <p:cNvSpPr>
            <a:spLocks xmlns:a="http://schemas.openxmlformats.org/drawingml/2006/main" noGrp="1"/>
          </p:cNvSpPr>
          <p:nvPr/>
        </p:nvSpPr>
        <p:spPr>
          <a:xfrm xmlns:a="http://schemas.openxmlformats.org/drawingml/2006/main">
            <a:off x="685800" y="5457825"/>
            <a:ext cx="4191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172E2A"/>
                </a:solidFill>
                <a:latin typeface="Apple SD Gothic Neo"/>
                <a:ea typeface="Apple SD Gothic Neo"/>
                <a:cs typeface="Apple SD Gothic Neo"/>
              </a:defRPr>
            </a:defPPr>
            <a:lvl1pPr algn="l">
              <a:defRPr sz="1725" b="0">
                <a:solidFill>
                  <a:srgbClr val="172E2A"/>
                </a:solidFill>
                <a:latin typeface="Apple SD Gothic Neo"/>
                <a:ea typeface="Apple SD Gothic Neo"/>
                <a:cs typeface="Apple SD Gothic Neo"/>
              </a:defRPr>
            </a:lvl1pPr>
            <a:lvl2pPr algn="l">
              <a:defRPr sz="1725" b="0">
                <a:solidFill>
                  <a:srgbClr val="172E2A"/>
                </a:solidFill>
                <a:latin typeface="Apple SD Gothic Neo"/>
                <a:ea typeface="Apple SD Gothic Neo"/>
                <a:cs typeface="Apple SD Gothic Neo"/>
              </a:defRPr>
            </a:lvl2pPr>
            <a:lvl3pPr algn="l">
              <a:defRPr sz="1725" b="0">
                <a:solidFill>
                  <a:srgbClr val="172E2A"/>
                </a:solidFill>
                <a:latin typeface="Apple SD Gothic Neo"/>
                <a:ea typeface="Apple SD Gothic Neo"/>
                <a:cs typeface="Apple SD Gothic Neo"/>
              </a:defRPr>
            </a:lvl3pPr>
            <a:lvl4pPr algn="l">
              <a:defRPr sz="1725" b="0">
                <a:solidFill>
                  <a:srgbClr val="172E2A"/>
                </a:solidFill>
                <a:latin typeface="Apple SD Gothic Neo"/>
                <a:ea typeface="Apple SD Gothic Neo"/>
                <a:cs typeface="Apple SD Gothic Neo"/>
              </a:defRPr>
            </a:lvl4pPr>
            <a:lvl5pPr algn="l">
              <a:defRPr sz="1725" b="0">
                <a:solidFill>
                  <a:srgbClr val="172E2A"/>
                </a:solidFill>
                <a:latin typeface="Apple SD Gothic Neo"/>
                <a:ea typeface="Apple SD Gothic Neo"/>
                <a:cs typeface="Apple SD Gothic Neo"/>
              </a:defRPr>
            </a:lvl5pPr>
            <a:lvl6pPr algn="l">
              <a:defRPr sz="1725" b="0">
                <a:solidFill>
                  <a:srgbClr val="172E2A"/>
                </a:solidFill>
                <a:latin typeface="Apple SD Gothic Neo"/>
                <a:ea typeface="Apple SD Gothic Neo"/>
                <a:cs typeface="Apple SD Gothic Neo"/>
              </a:defRPr>
            </a:lvl6pPr>
            <a:lvl7pPr algn="l">
              <a:defRPr sz="1725" b="0">
                <a:solidFill>
                  <a:srgbClr val="172E2A"/>
                </a:solidFill>
                <a:latin typeface="Apple SD Gothic Neo"/>
                <a:ea typeface="Apple SD Gothic Neo"/>
                <a:cs typeface="Apple SD Gothic Neo"/>
              </a:defRPr>
            </a:lvl7pPr>
            <a:lvl8pPr algn="l">
              <a:defRPr sz="1725" b="0">
                <a:solidFill>
                  <a:srgbClr val="172E2A"/>
                </a:solidFill>
                <a:latin typeface="Apple SD Gothic Neo"/>
                <a:ea typeface="Apple SD Gothic Neo"/>
                <a:cs typeface="Apple SD Gothic Neo"/>
              </a:defRPr>
            </a:lvl8pPr>
            <a:lvl9pPr algn="l">
              <a:defRPr sz="1725" b="0">
                <a:solidFill>
                  <a:srgbClr val="172E2A"/>
                </a:solidFill>
                <a:latin typeface="Apple SD Gothic Neo"/>
                <a:ea typeface="Apple SD Gothic Neo"/>
                <a:cs typeface="Apple SD Gothic Neo"/>
              </a:defRPr>
            </a:lvl9pPr>
          </a:lstStyle>
          <a:p xmlns:a="http://schemas.openxmlformats.org/drawingml/2006/main">
            <a:pPr algn="l">
              <a:defRPr sz="1725" b="0">
                <a:solidFill>
                  <a:srgbClr val="172E2A"/>
                </a:solidFill>
                <a:latin typeface="Apple SD Gothic Neo"/>
                <a:ea typeface="Apple SD Gothic Neo"/>
                <a:cs typeface="Apple SD Gothic Neo"/>
              </a:defRPr>
            </a:pPr>
            <a:r>
              <a:rPr sz="1725" b="0">
                <a:solidFill>
                  <a:srgbClr val="172E2A"/>
                </a:solidFill>
                <a:latin typeface="Apple SD Gothic Neo"/>
                <a:ea typeface="Apple SD Gothic Neo"/>
                <a:cs typeface="Apple SD Gothic Neo"/>
              </a:rPr>
              <a:t>출력  문서 벡터</a:t>
            </a:r>
          </a:p>
        </p:txBody>
      </p:sp>
      <p:sp>
        <p:nvSpPr>
          <p:cNvPr id="61" name="s2-60-text">
            <a:extLst xmlns:a="http://schemas.openxmlformats.org/drawingml/2006/main">
              <a:ext uri="{FF2B5EF4-FFF2-40B4-BE49-F238E27FC236}">
                <a16:creationId xmlns:a16="http://schemas.microsoft.com/office/drawing/2014/main" id="{BB6F580E-836D-4110-A739-FEA159898225}"/>
              </a:ext>
            </a:extLst>
          </p:cNvPr>
          <p:cNvSpPr>
            <a:spLocks xmlns:a="http://schemas.openxmlformats.org/drawingml/2006/main" noGrp="1"/>
          </p:cNvSpPr>
          <p:nvPr/>
        </p:nvSpPr>
        <p:spPr>
          <a:xfrm xmlns:a="http://schemas.openxmlformats.org/drawingml/2006/main">
            <a:off x="685800" y="5781675"/>
            <a:ext cx="4191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172E2A"/>
                </a:solidFill>
                <a:latin typeface="Apple SD Gothic Neo"/>
                <a:ea typeface="Apple SD Gothic Neo"/>
                <a:cs typeface="Apple SD Gothic Neo"/>
              </a:defRPr>
            </a:defPPr>
            <a:lvl1pPr algn="l">
              <a:defRPr sz="1725" b="0">
                <a:solidFill>
                  <a:srgbClr val="172E2A"/>
                </a:solidFill>
                <a:latin typeface="Apple SD Gothic Neo"/>
                <a:ea typeface="Apple SD Gothic Neo"/>
                <a:cs typeface="Apple SD Gothic Neo"/>
              </a:defRPr>
            </a:lvl1pPr>
            <a:lvl2pPr algn="l">
              <a:defRPr sz="1725" b="0">
                <a:solidFill>
                  <a:srgbClr val="172E2A"/>
                </a:solidFill>
                <a:latin typeface="Apple SD Gothic Neo"/>
                <a:ea typeface="Apple SD Gothic Neo"/>
                <a:cs typeface="Apple SD Gothic Neo"/>
              </a:defRPr>
            </a:lvl2pPr>
            <a:lvl3pPr algn="l">
              <a:defRPr sz="1725" b="0">
                <a:solidFill>
                  <a:srgbClr val="172E2A"/>
                </a:solidFill>
                <a:latin typeface="Apple SD Gothic Neo"/>
                <a:ea typeface="Apple SD Gothic Neo"/>
                <a:cs typeface="Apple SD Gothic Neo"/>
              </a:defRPr>
            </a:lvl3pPr>
            <a:lvl4pPr algn="l">
              <a:defRPr sz="1725" b="0">
                <a:solidFill>
                  <a:srgbClr val="172E2A"/>
                </a:solidFill>
                <a:latin typeface="Apple SD Gothic Neo"/>
                <a:ea typeface="Apple SD Gothic Neo"/>
                <a:cs typeface="Apple SD Gothic Neo"/>
              </a:defRPr>
            </a:lvl4pPr>
            <a:lvl5pPr algn="l">
              <a:defRPr sz="1725" b="0">
                <a:solidFill>
                  <a:srgbClr val="172E2A"/>
                </a:solidFill>
                <a:latin typeface="Apple SD Gothic Neo"/>
                <a:ea typeface="Apple SD Gothic Neo"/>
                <a:cs typeface="Apple SD Gothic Neo"/>
              </a:defRPr>
            </a:lvl5pPr>
            <a:lvl6pPr algn="l">
              <a:defRPr sz="1725" b="0">
                <a:solidFill>
                  <a:srgbClr val="172E2A"/>
                </a:solidFill>
                <a:latin typeface="Apple SD Gothic Neo"/>
                <a:ea typeface="Apple SD Gothic Neo"/>
                <a:cs typeface="Apple SD Gothic Neo"/>
              </a:defRPr>
            </a:lvl6pPr>
            <a:lvl7pPr algn="l">
              <a:defRPr sz="1725" b="0">
                <a:solidFill>
                  <a:srgbClr val="172E2A"/>
                </a:solidFill>
                <a:latin typeface="Apple SD Gothic Neo"/>
                <a:ea typeface="Apple SD Gothic Neo"/>
                <a:cs typeface="Apple SD Gothic Neo"/>
              </a:defRPr>
            </a:lvl7pPr>
            <a:lvl8pPr algn="l">
              <a:defRPr sz="1725" b="0">
                <a:solidFill>
                  <a:srgbClr val="172E2A"/>
                </a:solidFill>
                <a:latin typeface="Apple SD Gothic Neo"/>
                <a:ea typeface="Apple SD Gothic Neo"/>
                <a:cs typeface="Apple SD Gothic Neo"/>
              </a:defRPr>
            </a:lvl8pPr>
            <a:lvl9pPr algn="l">
              <a:defRPr sz="1725" b="0">
                <a:solidFill>
                  <a:srgbClr val="172E2A"/>
                </a:solidFill>
                <a:latin typeface="Apple SD Gothic Neo"/>
                <a:ea typeface="Apple SD Gothic Neo"/>
                <a:cs typeface="Apple SD Gothic Neo"/>
              </a:defRPr>
            </a:lvl9pPr>
          </a:lstStyle>
          <a:p xmlns:a="http://schemas.openxmlformats.org/drawingml/2006/main">
            <a:pPr algn="l">
              <a:defRPr sz="1725" b="0">
                <a:solidFill>
                  <a:srgbClr val="172E2A"/>
                </a:solidFill>
                <a:latin typeface="Apple SD Gothic Neo"/>
                <a:ea typeface="Apple SD Gothic Neo"/>
                <a:cs typeface="Apple SD Gothic Neo"/>
              </a:defRPr>
            </a:pPr>
            <a:r>
              <a:rPr sz="1725" b="0">
                <a:solidFill>
                  <a:srgbClr val="172E2A"/>
                </a:solidFill>
                <a:latin typeface="Apple SD Gothic Neo"/>
                <a:ea typeface="Apple SD Gothic Neo"/>
                <a:cs typeface="Apple SD Gothic Neo"/>
              </a:rPr>
              <a:t>DB가 유사한 근거와 출처를 검색</a:t>
            </a:r>
          </a:p>
        </p:txBody>
      </p:sp>
      <p:sp>
        <p:nvSpPr>
          <p:cNvPr id="62" name="s2-61-text">
            <a:extLst xmlns:a="http://schemas.openxmlformats.org/drawingml/2006/main">
              <a:ext uri="{FF2B5EF4-FFF2-40B4-BE49-F238E27FC236}">
                <a16:creationId xmlns:a16="http://schemas.microsoft.com/office/drawing/2014/main" id="{B78A79FB-8372-4ED6-B386-E74A72686E81}"/>
              </a:ext>
            </a:extLst>
          </p:cNvPr>
          <p:cNvSpPr>
            <a:spLocks xmlns:a="http://schemas.openxmlformats.org/drawingml/2006/main" noGrp="1"/>
          </p:cNvSpPr>
          <p:nvPr/>
        </p:nvSpPr>
        <p:spPr>
          <a:xfrm xmlns:a="http://schemas.openxmlformats.org/drawingml/2006/main">
            <a:off x="685800" y="6219825"/>
            <a:ext cx="422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61736F"/>
                </a:solidFill>
                <a:latin typeface="Apple SD Gothic Neo"/>
                <a:ea typeface="Apple SD Gothic Neo"/>
                <a:cs typeface="Apple SD Gothic Neo"/>
              </a:defRPr>
            </a:defPPr>
            <a:lvl1pPr algn="l">
              <a:defRPr sz="1500" b="0">
                <a:solidFill>
                  <a:srgbClr val="61736F"/>
                </a:solidFill>
                <a:latin typeface="Apple SD Gothic Neo"/>
                <a:ea typeface="Apple SD Gothic Neo"/>
                <a:cs typeface="Apple SD Gothic Neo"/>
              </a:defRPr>
            </a:lvl1pPr>
            <a:lvl2pPr algn="l">
              <a:defRPr sz="1500" b="0">
                <a:solidFill>
                  <a:srgbClr val="61736F"/>
                </a:solidFill>
                <a:latin typeface="Apple SD Gothic Neo"/>
                <a:ea typeface="Apple SD Gothic Neo"/>
                <a:cs typeface="Apple SD Gothic Neo"/>
              </a:defRPr>
            </a:lvl2pPr>
            <a:lvl3pPr algn="l">
              <a:defRPr sz="1500" b="0">
                <a:solidFill>
                  <a:srgbClr val="61736F"/>
                </a:solidFill>
                <a:latin typeface="Apple SD Gothic Neo"/>
                <a:ea typeface="Apple SD Gothic Neo"/>
                <a:cs typeface="Apple SD Gothic Neo"/>
              </a:defRPr>
            </a:lvl3pPr>
            <a:lvl4pPr algn="l">
              <a:defRPr sz="1500" b="0">
                <a:solidFill>
                  <a:srgbClr val="61736F"/>
                </a:solidFill>
                <a:latin typeface="Apple SD Gothic Neo"/>
                <a:ea typeface="Apple SD Gothic Neo"/>
                <a:cs typeface="Apple SD Gothic Neo"/>
              </a:defRPr>
            </a:lvl4pPr>
            <a:lvl5pPr algn="l">
              <a:defRPr sz="1500" b="0">
                <a:solidFill>
                  <a:srgbClr val="61736F"/>
                </a:solidFill>
                <a:latin typeface="Apple SD Gothic Neo"/>
                <a:ea typeface="Apple SD Gothic Neo"/>
                <a:cs typeface="Apple SD Gothic Neo"/>
              </a:defRPr>
            </a:lvl5pPr>
            <a:lvl6pPr algn="l">
              <a:defRPr sz="1500" b="0">
                <a:solidFill>
                  <a:srgbClr val="61736F"/>
                </a:solidFill>
                <a:latin typeface="Apple SD Gothic Neo"/>
                <a:ea typeface="Apple SD Gothic Neo"/>
                <a:cs typeface="Apple SD Gothic Neo"/>
              </a:defRPr>
            </a:lvl6pPr>
            <a:lvl7pPr algn="l">
              <a:defRPr sz="1500" b="0">
                <a:solidFill>
                  <a:srgbClr val="61736F"/>
                </a:solidFill>
                <a:latin typeface="Apple SD Gothic Neo"/>
                <a:ea typeface="Apple SD Gothic Neo"/>
                <a:cs typeface="Apple SD Gothic Neo"/>
              </a:defRPr>
            </a:lvl7pPr>
            <a:lvl8pPr algn="l">
              <a:defRPr sz="1500" b="0">
                <a:solidFill>
                  <a:srgbClr val="61736F"/>
                </a:solidFill>
                <a:latin typeface="Apple SD Gothic Neo"/>
                <a:ea typeface="Apple SD Gothic Neo"/>
                <a:cs typeface="Apple SD Gothic Neo"/>
              </a:defRPr>
            </a:lvl8pPr>
            <a:lvl9pPr algn="l">
              <a:defRPr sz="1500" b="0">
                <a:solidFill>
                  <a:srgbClr val="61736F"/>
                </a:solidFill>
                <a:latin typeface="Apple SD Gothic Neo"/>
                <a:ea typeface="Apple SD Gothic Neo"/>
                <a:cs typeface="Apple SD Gothic Neo"/>
              </a:defRPr>
            </a:lvl9pPr>
          </a:lstStyle>
          <a:p xmlns:a="http://schemas.openxmlformats.org/drawingml/2006/main">
            <a:pPr algn="l">
              <a:defRPr sz="1500" b="0">
                <a:solidFill>
                  <a:srgbClr val="61736F"/>
                </a:solidFill>
                <a:latin typeface="Apple SD Gothic Neo"/>
                <a:ea typeface="Apple SD Gothic Neo"/>
                <a:cs typeface="Apple SD Gothic Neo"/>
              </a:defRPr>
            </a:pPr>
            <a:r>
              <a:rPr sz="1500" b="0">
                <a:solidFill>
                  <a:srgbClr val="61736F"/>
                </a:solidFill>
                <a:latin typeface="Apple SD Gothic Neo"/>
                <a:ea typeface="Apple SD Gothic Neo"/>
                <a:cs typeface="Apple SD Gothic Neo"/>
              </a:rPr>
              <a:t>인터넷 뉴스는 별도 검색으로 보강</a:t>
            </a:r>
          </a:p>
        </p:txBody>
      </p:sp>
      <p:sp>
        <p:nvSpPr>
          <p:cNvPr id="63" name="s2-62-text">
            <a:extLst xmlns:a="http://schemas.openxmlformats.org/drawingml/2006/main">
              <a:ext uri="{FF2B5EF4-FFF2-40B4-BE49-F238E27FC236}">
                <a16:creationId xmlns:a16="http://schemas.microsoft.com/office/drawing/2014/main" id="{F92EE74C-3811-496C-9E06-3793D8BFD56D}"/>
              </a:ext>
            </a:extLst>
          </p:cNvPr>
          <p:cNvSpPr>
            <a:spLocks xmlns:a="http://schemas.openxmlformats.org/drawingml/2006/main" noGrp="1"/>
          </p:cNvSpPr>
          <p:nvPr/>
        </p:nvSpPr>
        <p:spPr>
          <a:xfrm xmlns:a="http://schemas.openxmlformats.org/drawingml/2006/main">
            <a:off x="5391150" y="5067300"/>
            <a:ext cx="41719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146C76"/>
                </a:solidFill>
                <a:latin typeface="Apple SD Gothic Neo"/>
                <a:ea typeface="Apple SD Gothic Neo"/>
                <a:cs typeface="Apple SD Gothic Neo"/>
              </a:defRPr>
            </a:defPPr>
            <a:lvl1pPr algn="l">
              <a:defRPr sz="1650" b="1">
                <a:solidFill>
                  <a:srgbClr val="146C76"/>
                </a:solidFill>
                <a:latin typeface="Apple SD Gothic Neo"/>
                <a:ea typeface="Apple SD Gothic Neo"/>
                <a:cs typeface="Apple SD Gothic Neo"/>
              </a:defRPr>
            </a:lvl1pPr>
            <a:lvl2pPr algn="l">
              <a:defRPr sz="1650" b="1">
                <a:solidFill>
                  <a:srgbClr val="146C76"/>
                </a:solidFill>
                <a:latin typeface="Apple SD Gothic Neo"/>
                <a:ea typeface="Apple SD Gothic Neo"/>
                <a:cs typeface="Apple SD Gothic Neo"/>
              </a:defRPr>
            </a:lvl2pPr>
            <a:lvl3pPr algn="l">
              <a:defRPr sz="1650" b="1">
                <a:solidFill>
                  <a:srgbClr val="146C76"/>
                </a:solidFill>
                <a:latin typeface="Apple SD Gothic Neo"/>
                <a:ea typeface="Apple SD Gothic Neo"/>
                <a:cs typeface="Apple SD Gothic Neo"/>
              </a:defRPr>
            </a:lvl3pPr>
            <a:lvl4pPr algn="l">
              <a:defRPr sz="1650" b="1">
                <a:solidFill>
                  <a:srgbClr val="146C76"/>
                </a:solidFill>
                <a:latin typeface="Apple SD Gothic Neo"/>
                <a:ea typeface="Apple SD Gothic Neo"/>
                <a:cs typeface="Apple SD Gothic Neo"/>
              </a:defRPr>
            </a:lvl4pPr>
            <a:lvl5pPr algn="l">
              <a:defRPr sz="1650" b="1">
                <a:solidFill>
                  <a:srgbClr val="146C76"/>
                </a:solidFill>
                <a:latin typeface="Apple SD Gothic Neo"/>
                <a:ea typeface="Apple SD Gothic Neo"/>
                <a:cs typeface="Apple SD Gothic Neo"/>
              </a:defRPr>
            </a:lvl5pPr>
            <a:lvl6pPr algn="l">
              <a:defRPr sz="1650" b="1">
                <a:solidFill>
                  <a:srgbClr val="146C76"/>
                </a:solidFill>
                <a:latin typeface="Apple SD Gothic Neo"/>
                <a:ea typeface="Apple SD Gothic Neo"/>
                <a:cs typeface="Apple SD Gothic Neo"/>
              </a:defRPr>
            </a:lvl6pPr>
            <a:lvl7pPr algn="l">
              <a:defRPr sz="1650" b="1">
                <a:solidFill>
                  <a:srgbClr val="146C76"/>
                </a:solidFill>
                <a:latin typeface="Apple SD Gothic Neo"/>
                <a:ea typeface="Apple SD Gothic Neo"/>
                <a:cs typeface="Apple SD Gothic Neo"/>
              </a:defRPr>
            </a:lvl7pPr>
            <a:lvl8pPr algn="l">
              <a:defRPr sz="1650" b="1">
                <a:solidFill>
                  <a:srgbClr val="146C76"/>
                </a:solidFill>
                <a:latin typeface="Apple SD Gothic Neo"/>
                <a:ea typeface="Apple SD Gothic Neo"/>
                <a:cs typeface="Apple SD Gothic Neo"/>
              </a:defRPr>
            </a:lvl8pPr>
            <a:lvl9pPr algn="l">
              <a:defRPr sz="1650" b="1">
                <a:solidFill>
                  <a:srgbClr val="146C76"/>
                </a:solidFill>
                <a:latin typeface="Apple SD Gothic Neo"/>
                <a:ea typeface="Apple SD Gothic Neo"/>
                <a:cs typeface="Apple SD Gothic Neo"/>
              </a:defRPr>
            </a:lvl9pPr>
          </a:lstStyle>
          <a:p xmlns:a="http://schemas.openxmlformats.org/drawingml/2006/main">
            <a:pPr algn="l">
              <a:defRPr sz="1650" b="1">
                <a:solidFill>
                  <a:srgbClr val="146C76"/>
                </a:solidFill>
                <a:latin typeface="Apple SD Gothic Neo"/>
                <a:ea typeface="Apple SD Gothic Neo"/>
                <a:cs typeface="Apple SD Gothic Neo"/>
              </a:defRPr>
            </a:pPr>
            <a:r>
              <a:rPr sz="1650" b="1">
                <a:solidFill>
                  <a:srgbClr val="146C76"/>
                </a:solidFill>
                <a:latin typeface="Apple SD Gothic Neo"/>
                <a:ea typeface="Apple SD Gothic Neo"/>
                <a:cs typeface="Apple SD Gothic Neo"/>
              </a:rPr>
              <a:t>입력  검색된 근거와 원문</a:t>
            </a:r>
          </a:p>
        </p:txBody>
      </p:sp>
      <p:sp>
        <p:nvSpPr>
          <p:cNvPr id="64" name="s2-63-text">
            <a:extLst xmlns:a="http://schemas.openxmlformats.org/drawingml/2006/main">
              <a:ext uri="{FF2B5EF4-FFF2-40B4-BE49-F238E27FC236}">
                <a16:creationId xmlns:a16="http://schemas.microsoft.com/office/drawing/2014/main" id="{5DA6A94D-791C-43E4-89F3-2BFE0F5032F3}"/>
              </a:ext>
            </a:extLst>
          </p:cNvPr>
          <p:cNvSpPr>
            <a:spLocks xmlns:a="http://schemas.openxmlformats.org/drawingml/2006/main" noGrp="1"/>
          </p:cNvSpPr>
          <p:nvPr/>
        </p:nvSpPr>
        <p:spPr>
          <a:xfrm xmlns:a="http://schemas.openxmlformats.org/drawingml/2006/main">
            <a:off x="5391150" y="5457825"/>
            <a:ext cx="4171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172E2A"/>
                </a:solidFill>
                <a:latin typeface="Apple SD Gothic Neo"/>
                <a:ea typeface="Apple SD Gothic Neo"/>
                <a:cs typeface="Apple SD Gothic Neo"/>
              </a:defRPr>
            </a:defPPr>
            <a:lvl1pPr algn="l">
              <a:defRPr sz="1725" b="0">
                <a:solidFill>
                  <a:srgbClr val="172E2A"/>
                </a:solidFill>
                <a:latin typeface="Apple SD Gothic Neo"/>
                <a:ea typeface="Apple SD Gothic Neo"/>
                <a:cs typeface="Apple SD Gothic Neo"/>
              </a:defRPr>
            </a:lvl1pPr>
            <a:lvl2pPr algn="l">
              <a:defRPr sz="1725" b="0">
                <a:solidFill>
                  <a:srgbClr val="172E2A"/>
                </a:solidFill>
                <a:latin typeface="Apple SD Gothic Neo"/>
                <a:ea typeface="Apple SD Gothic Neo"/>
                <a:cs typeface="Apple SD Gothic Neo"/>
              </a:defRPr>
            </a:lvl2pPr>
            <a:lvl3pPr algn="l">
              <a:defRPr sz="1725" b="0">
                <a:solidFill>
                  <a:srgbClr val="172E2A"/>
                </a:solidFill>
                <a:latin typeface="Apple SD Gothic Neo"/>
                <a:ea typeface="Apple SD Gothic Neo"/>
                <a:cs typeface="Apple SD Gothic Neo"/>
              </a:defRPr>
            </a:lvl3pPr>
            <a:lvl4pPr algn="l">
              <a:defRPr sz="1725" b="0">
                <a:solidFill>
                  <a:srgbClr val="172E2A"/>
                </a:solidFill>
                <a:latin typeface="Apple SD Gothic Neo"/>
                <a:ea typeface="Apple SD Gothic Neo"/>
                <a:cs typeface="Apple SD Gothic Neo"/>
              </a:defRPr>
            </a:lvl4pPr>
            <a:lvl5pPr algn="l">
              <a:defRPr sz="1725" b="0">
                <a:solidFill>
                  <a:srgbClr val="172E2A"/>
                </a:solidFill>
                <a:latin typeface="Apple SD Gothic Neo"/>
                <a:ea typeface="Apple SD Gothic Neo"/>
                <a:cs typeface="Apple SD Gothic Neo"/>
              </a:defRPr>
            </a:lvl5pPr>
            <a:lvl6pPr algn="l">
              <a:defRPr sz="1725" b="0">
                <a:solidFill>
                  <a:srgbClr val="172E2A"/>
                </a:solidFill>
                <a:latin typeface="Apple SD Gothic Neo"/>
                <a:ea typeface="Apple SD Gothic Neo"/>
                <a:cs typeface="Apple SD Gothic Neo"/>
              </a:defRPr>
            </a:lvl6pPr>
            <a:lvl7pPr algn="l">
              <a:defRPr sz="1725" b="0">
                <a:solidFill>
                  <a:srgbClr val="172E2A"/>
                </a:solidFill>
                <a:latin typeface="Apple SD Gothic Neo"/>
                <a:ea typeface="Apple SD Gothic Neo"/>
                <a:cs typeface="Apple SD Gothic Neo"/>
              </a:defRPr>
            </a:lvl7pPr>
            <a:lvl8pPr algn="l">
              <a:defRPr sz="1725" b="0">
                <a:solidFill>
                  <a:srgbClr val="172E2A"/>
                </a:solidFill>
                <a:latin typeface="Apple SD Gothic Neo"/>
                <a:ea typeface="Apple SD Gothic Neo"/>
                <a:cs typeface="Apple SD Gothic Neo"/>
              </a:defRPr>
            </a:lvl8pPr>
            <a:lvl9pPr algn="l">
              <a:defRPr sz="1725" b="0">
                <a:solidFill>
                  <a:srgbClr val="172E2A"/>
                </a:solidFill>
                <a:latin typeface="Apple SD Gothic Neo"/>
                <a:ea typeface="Apple SD Gothic Neo"/>
                <a:cs typeface="Apple SD Gothic Neo"/>
              </a:defRPr>
            </a:lvl9pPr>
          </a:lstStyle>
          <a:p xmlns:a="http://schemas.openxmlformats.org/drawingml/2006/main">
            <a:pPr algn="l">
              <a:defRPr sz="1725" b="0">
                <a:solidFill>
                  <a:srgbClr val="172E2A"/>
                </a:solidFill>
                <a:latin typeface="Apple SD Gothic Neo"/>
                <a:ea typeface="Apple SD Gothic Neo"/>
                <a:cs typeface="Apple SD Gothic Neo"/>
              </a:defRPr>
            </a:pPr>
            <a:r>
              <a:rPr sz="1725" b="0">
                <a:solidFill>
                  <a:srgbClr val="172E2A"/>
                </a:solidFill>
                <a:latin typeface="Apple SD Gothic Neo"/>
                <a:ea typeface="Apple SD Gothic Neo"/>
                <a:cs typeface="Apple SD Gothic Neo"/>
              </a:rPr>
              <a:t>출력  사건 요약과 인용 출처</a:t>
            </a:r>
          </a:p>
        </p:txBody>
      </p:sp>
      <p:sp>
        <p:nvSpPr>
          <p:cNvPr id="65" name="s2-64-text">
            <a:extLst xmlns:a="http://schemas.openxmlformats.org/drawingml/2006/main">
              <a:ext uri="{FF2B5EF4-FFF2-40B4-BE49-F238E27FC236}">
                <a16:creationId xmlns:a16="http://schemas.microsoft.com/office/drawing/2014/main" id="{65B5D11E-F2AF-40C6-A661-69648A2568D3}"/>
              </a:ext>
            </a:extLst>
          </p:cNvPr>
          <p:cNvSpPr>
            <a:spLocks xmlns:a="http://schemas.openxmlformats.org/drawingml/2006/main" noGrp="1"/>
          </p:cNvSpPr>
          <p:nvPr/>
        </p:nvSpPr>
        <p:spPr>
          <a:xfrm xmlns:a="http://schemas.openxmlformats.org/drawingml/2006/main">
            <a:off x="5391150" y="5781675"/>
            <a:ext cx="4171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172E2A"/>
                </a:solidFill>
                <a:latin typeface="Apple SD Gothic Neo"/>
                <a:ea typeface="Apple SD Gothic Neo"/>
                <a:cs typeface="Apple SD Gothic Neo"/>
              </a:defRPr>
            </a:defPPr>
            <a:lvl1pPr algn="l">
              <a:defRPr sz="1725" b="0">
                <a:solidFill>
                  <a:srgbClr val="172E2A"/>
                </a:solidFill>
                <a:latin typeface="Apple SD Gothic Neo"/>
                <a:ea typeface="Apple SD Gothic Neo"/>
                <a:cs typeface="Apple SD Gothic Neo"/>
              </a:defRPr>
            </a:lvl1pPr>
            <a:lvl2pPr algn="l">
              <a:defRPr sz="1725" b="0">
                <a:solidFill>
                  <a:srgbClr val="172E2A"/>
                </a:solidFill>
                <a:latin typeface="Apple SD Gothic Neo"/>
                <a:ea typeface="Apple SD Gothic Neo"/>
                <a:cs typeface="Apple SD Gothic Neo"/>
              </a:defRPr>
            </a:lvl2pPr>
            <a:lvl3pPr algn="l">
              <a:defRPr sz="1725" b="0">
                <a:solidFill>
                  <a:srgbClr val="172E2A"/>
                </a:solidFill>
                <a:latin typeface="Apple SD Gothic Neo"/>
                <a:ea typeface="Apple SD Gothic Neo"/>
                <a:cs typeface="Apple SD Gothic Neo"/>
              </a:defRPr>
            </a:lvl3pPr>
            <a:lvl4pPr algn="l">
              <a:defRPr sz="1725" b="0">
                <a:solidFill>
                  <a:srgbClr val="172E2A"/>
                </a:solidFill>
                <a:latin typeface="Apple SD Gothic Neo"/>
                <a:ea typeface="Apple SD Gothic Neo"/>
                <a:cs typeface="Apple SD Gothic Neo"/>
              </a:defRPr>
            </a:lvl4pPr>
            <a:lvl5pPr algn="l">
              <a:defRPr sz="1725" b="0">
                <a:solidFill>
                  <a:srgbClr val="172E2A"/>
                </a:solidFill>
                <a:latin typeface="Apple SD Gothic Neo"/>
                <a:ea typeface="Apple SD Gothic Neo"/>
                <a:cs typeface="Apple SD Gothic Neo"/>
              </a:defRPr>
            </a:lvl5pPr>
            <a:lvl6pPr algn="l">
              <a:defRPr sz="1725" b="0">
                <a:solidFill>
                  <a:srgbClr val="172E2A"/>
                </a:solidFill>
                <a:latin typeface="Apple SD Gothic Neo"/>
                <a:ea typeface="Apple SD Gothic Neo"/>
                <a:cs typeface="Apple SD Gothic Neo"/>
              </a:defRPr>
            </a:lvl6pPr>
            <a:lvl7pPr algn="l">
              <a:defRPr sz="1725" b="0">
                <a:solidFill>
                  <a:srgbClr val="172E2A"/>
                </a:solidFill>
                <a:latin typeface="Apple SD Gothic Neo"/>
                <a:ea typeface="Apple SD Gothic Neo"/>
                <a:cs typeface="Apple SD Gothic Neo"/>
              </a:defRPr>
            </a:lvl7pPr>
            <a:lvl8pPr algn="l">
              <a:defRPr sz="1725" b="0">
                <a:solidFill>
                  <a:srgbClr val="172E2A"/>
                </a:solidFill>
                <a:latin typeface="Apple SD Gothic Neo"/>
                <a:ea typeface="Apple SD Gothic Neo"/>
                <a:cs typeface="Apple SD Gothic Neo"/>
              </a:defRPr>
            </a:lvl8pPr>
            <a:lvl9pPr algn="l">
              <a:defRPr sz="1725" b="0">
                <a:solidFill>
                  <a:srgbClr val="172E2A"/>
                </a:solidFill>
                <a:latin typeface="Apple SD Gothic Neo"/>
                <a:ea typeface="Apple SD Gothic Neo"/>
                <a:cs typeface="Apple SD Gothic Neo"/>
              </a:defRPr>
            </a:lvl9pPr>
          </a:lstStyle>
          <a:p xmlns:a="http://schemas.openxmlformats.org/drawingml/2006/main">
            <a:pPr algn="l">
              <a:defRPr sz="1725" b="0">
                <a:solidFill>
                  <a:srgbClr val="172E2A"/>
                </a:solidFill>
                <a:latin typeface="Apple SD Gothic Neo"/>
                <a:ea typeface="Apple SD Gothic Neo"/>
                <a:cs typeface="Apple SD Gothic Neo"/>
              </a:defRPr>
            </a:pPr>
            <a:r>
              <a:rPr sz="1725" b="0">
                <a:solidFill>
                  <a:srgbClr val="172E2A"/>
                </a:solidFill>
                <a:latin typeface="Apple SD Gothic Neo"/>
                <a:ea typeface="Apple SD Gothic Neo"/>
                <a:cs typeface="Apple SD Gothic Neo"/>
              </a:rPr>
              <a:t>참고 설명으로 보관</a:t>
            </a:r>
          </a:p>
        </p:txBody>
      </p:sp>
      <p:sp>
        <p:nvSpPr>
          <p:cNvPr id="66" name="s2-65-text">
            <a:extLst xmlns:a="http://schemas.openxmlformats.org/drawingml/2006/main">
              <a:ext uri="{FF2B5EF4-FFF2-40B4-BE49-F238E27FC236}">
                <a16:creationId xmlns:a16="http://schemas.microsoft.com/office/drawing/2014/main" id="{D2DEEE2C-7FF7-442A-8341-7522EB88D7DA}"/>
              </a:ext>
            </a:extLst>
          </p:cNvPr>
          <p:cNvSpPr>
            <a:spLocks xmlns:a="http://schemas.openxmlformats.org/drawingml/2006/main" noGrp="1"/>
          </p:cNvSpPr>
          <p:nvPr/>
        </p:nvSpPr>
        <p:spPr>
          <a:xfrm xmlns:a="http://schemas.openxmlformats.org/drawingml/2006/main">
            <a:off x="5391150" y="621982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61736F"/>
                </a:solidFill>
                <a:latin typeface="Apple SD Gothic Neo"/>
                <a:ea typeface="Apple SD Gothic Neo"/>
                <a:cs typeface="Apple SD Gothic Neo"/>
              </a:defRPr>
            </a:defPPr>
            <a:lvl1pPr algn="l">
              <a:defRPr sz="1500" b="0">
                <a:solidFill>
                  <a:srgbClr val="61736F"/>
                </a:solidFill>
                <a:latin typeface="Apple SD Gothic Neo"/>
                <a:ea typeface="Apple SD Gothic Neo"/>
                <a:cs typeface="Apple SD Gothic Neo"/>
              </a:defRPr>
            </a:lvl1pPr>
            <a:lvl2pPr algn="l">
              <a:defRPr sz="1500" b="0">
                <a:solidFill>
                  <a:srgbClr val="61736F"/>
                </a:solidFill>
                <a:latin typeface="Apple SD Gothic Neo"/>
                <a:ea typeface="Apple SD Gothic Neo"/>
                <a:cs typeface="Apple SD Gothic Neo"/>
              </a:defRPr>
            </a:lvl2pPr>
            <a:lvl3pPr algn="l">
              <a:defRPr sz="1500" b="0">
                <a:solidFill>
                  <a:srgbClr val="61736F"/>
                </a:solidFill>
                <a:latin typeface="Apple SD Gothic Neo"/>
                <a:ea typeface="Apple SD Gothic Neo"/>
                <a:cs typeface="Apple SD Gothic Neo"/>
              </a:defRPr>
            </a:lvl3pPr>
            <a:lvl4pPr algn="l">
              <a:defRPr sz="1500" b="0">
                <a:solidFill>
                  <a:srgbClr val="61736F"/>
                </a:solidFill>
                <a:latin typeface="Apple SD Gothic Neo"/>
                <a:ea typeface="Apple SD Gothic Neo"/>
                <a:cs typeface="Apple SD Gothic Neo"/>
              </a:defRPr>
            </a:lvl4pPr>
            <a:lvl5pPr algn="l">
              <a:defRPr sz="1500" b="0">
                <a:solidFill>
                  <a:srgbClr val="61736F"/>
                </a:solidFill>
                <a:latin typeface="Apple SD Gothic Neo"/>
                <a:ea typeface="Apple SD Gothic Neo"/>
                <a:cs typeface="Apple SD Gothic Neo"/>
              </a:defRPr>
            </a:lvl5pPr>
            <a:lvl6pPr algn="l">
              <a:defRPr sz="1500" b="0">
                <a:solidFill>
                  <a:srgbClr val="61736F"/>
                </a:solidFill>
                <a:latin typeface="Apple SD Gothic Neo"/>
                <a:ea typeface="Apple SD Gothic Neo"/>
                <a:cs typeface="Apple SD Gothic Neo"/>
              </a:defRPr>
            </a:lvl6pPr>
            <a:lvl7pPr algn="l">
              <a:defRPr sz="1500" b="0">
                <a:solidFill>
                  <a:srgbClr val="61736F"/>
                </a:solidFill>
                <a:latin typeface="Apple SD Gothic Neo"/>
                <a:ea typeface="Apple SD Gothic Neo"/>
                <a:cs typeface="Apple SD Gothic Neo"/>
              </a:defRPr>
            </a:lvl7pPr>
            <a:lvl8pPr algn="l">
              <a:defRPr sz="1500" b="0">
                <a:solidFill>
                  <a:srgbClr val="61736F"/>
                </a:solidFill>
                <a:latin typeface="Apple SD Gothic Neo"/>
                <a:ea typeface="Apple SD Gothic Neo"/>
                <a:cs typeface="Apple SD Gothic Neo"/>
              </a:defRPr>
            </a:lvl8pPr>
            <a:lvl9pPr algn="l">
              <a:defRPr sz="1500" b="0">
                <a:solidFill>
                  <a:srgbClr val="61736F"/>
                </a:solidFill>
                <a:latin typeface="Apple SD Gothic Neo"/>
                <a:ea typeface="Apple SD Gothic Neo"/>
                <a:cs typeface="Apple SD Gothic Neo"/>
              </a:defRPr>
            </a:lvl9pPr>
          </a:lstStyle>
          <a:p xmlns:a="http://schemas.openxmlformats.org/drawingml/2006/main">
            <a:pPr algn="l">
              <a:defRPr sz="1500" b="0">
                <a:solidFill>
                  <a:srgbClr val="61736F"/>
                </a:solidFill>
                <a:latin typeface="Apple SD Gothic Neo"/>
                <a:ea typeface="Apple SD Gothic Neo"/>
                <a:cs typeface="Apple SD Gothic Neo"/>
              </a:defRPr>
            </a:pPr>
            <a:r>
              <a:rPr sz="1500" b="0">
                <a:solidFill>
                  <a:srgbClr val="61736F"/>
                </a:solidFill>
                <a:latin typeface="Apple SD Gothic Neo"/>
                <a:ea typeface="Apple SD Gothic Neo"/>
                <a:cs typeface="Apple SD Gothic Neo"/>
              </a:rPr>
              <a:t>개인 단계·행동을 직접 생성하지 않음</a:t>
            </a:r>
          </a:p>
        </p:txBody>
      </p:sp>
      <p:sp>
        <p:nvSpPr>
          <p:cNvPr id="67" name="s2-66-text">
            <a:extLst xmlns:a="http://schemas.openxmlformats.org/drawingml/2006/main">
              <a:ext uri="{FF2B5EF4-FFF2-40B4-BE49-F238E27FC236}">
                <a16:creationId xmlns:a16="http://schemas.microsoft.com/office/drawing/2014/main" id="{B290CABE-6BBB-438A-92ED-8F8DA4466B4C}"/>
              </a:ext>
            </a:extLst>
          </p:cNvPr>
          <p:cNvSpPr>
            <a:spLocks xmlns:a="http://schemas.openxmlformats.org/drawingml/2006/main" noGrp="1"/>
          </p:cNvSpPr>
          <p:nvPr/>
        </p:nvSpPr>
        <p:spPr>
          <a:xfrm xmlns:a="http://schemas.openxmlformats.org/drawingml/2006/main">
            <a:off x="10287000" y="5067300"/>
            <a:ext cx="41719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71817D"/>
                </a:solidFill>
                <a:latin typeface="Apple SD Gothic Neo"/>
                <a:ea typeface="Apple SD Gothic Neo"/>
                <a:cs typeface="Apple SD Gothic Neo"/>
              </a:defRPr>
            </a:defPPr>
            <a:lvl1pPr algn="l">
              <a:defRPr sz="1650" b="1">
                <a:solidFill>
                  <a:srgbClr val="71817D"/>
                </a:solidFill>
                <a:latin typeface="Apple SD Gothic Neo"/>
                <a:ea typeface="Apple SD Gothic Neo"/>
                <a:cs typeface="Apple SD Gothic Neo"/>
              </a:defRPr>
            </a:lvl1pPr>
            <a:lvl2pPr algn="l">
              <a:defRPr sz="1650" b="1">
                <a:solidFill>
                  <a:srgbClr val="71817D"/>
                </a:solidFill>
                <a:latin typeface="Apple SD Gothic Neo"/>
                <a:ea typeface="Apple SD Gothic Neo"/>
                <a:cs typeface="Apple SD Gothic Neo"/>
              </a:defRPr>
            </a:lvl2pPr>
            <a:lvl3pPr algn="l">
              <a:defRPr sz="1650" b="1">
                <a:solidFill>
                  <a:srgbClr val="71817D"/>
                </a:solidFill>
                <a:latin typeface="Apple SD Gothic Neo"/>
                <a:ea typeface="Apple SD Gothic Neo"/>
                <a:cs typeface="Apple SD Gothic Neo"/>
              </a:defRPr>
            </a:lvl3pPr>
            <a:lvl4pPr algn="l">
              <a:defRPr sz="1650" b="1">
                <a:solidFill>
                  <a:srgbClr val="71817D"/>
                </a:solidFill>
                <a:latin typeface="Apple SD Gothic Neo"/>
                <a:ea typeface="Apple SD Gothic Neo"/>
                <a:cs typeface="Apple SD Gothic Neo"/>
              </a:defRPr>
            </a:lvl4pPr>
            <a:lvl5pPr algn="l">
              <a:defRPr sz="1650" b="1">
                <a:solidFill>
                  <a:srgbClr val="71817D"/>
                </a:solidFill>
                <a:latin typeface="Apple SD Gothic Neo"/>
                <a:ea typeface="Apple SD Gothic Neo"/>
                <a:cs typeface="Apple SD Gothic Neo"/>
              </a:defRPr>
            </a:lvl5pPr>
            <a:lvl6pPr algn="l">
              <a:defRPr sz="1650" b="1">
                <a:solidFill>
                  <a:srgbClr val="71817D"/>
                </a:solidFill>
                <a:latin typeface="Apple SD Gothic Neo"/>
                <a:ea typeface="Apple SD Gothic Neo"/>
                <a:cs typeface="Apple SD Gothic Neo"/>
              </a:defRPr>
            </a:lvl6pPr>
            <a:lvl7pPr algn="l">
              <a:defRPr sz="1650" b="1">
                <a:solidFill>
                  <a:srgbClr val="71817D"/>
                </a:solidFill>
                <a:latin typeface="Apple SD Gothic Neo"/>
                <a:ea typeface="Apple SD Gothic Neo"/>
                <a:cs typeface="Apple SD Gothic Neo"/>
              </a:defRPr>
            </a:lvl7pPr>
            <a:lvl8pPr algn="l">
              <a:defRPr sz="1650" b="1">
                <a:solidFill>
                  <a:srgbClr val="71817D"/>
                </a:solidFill>
                <a:latin typeface="Apple SD Gothic Neo"/>
                <a:ea typeface="Apple SD Gothic Neo"/>
                <a:cs typeface="Apple SD Gothic Neo"/>
              </a:defRPr>
            </a:lvl8pPr>
            <a:lvl9pPr algn="l">
              <a:defRPr sz="1650" b="1">
                <a:solidFill>
                  <a:srgbClr val="71817D"/>
                </a:solidFill>
                <a:latin typeface="Apple SD Gothic Neo"/>
                <a:ea typeface="Apple SD Gothic Neo"/>
                <a:cs typeface="Apple SD Gothic Neo"/>
              </a:defRPr>
            </a:lvl9pPr>
          </a:lstStyle>
          <a:p xmlns:a="http://schemas.openxmlformats.org/drawingml/2006/main">
            <a:pPr algn="l">
              <a:defRPr sz="1650" b="1">
                <a:solidFill>
                  <a:srgbClr val="71817D"/>
                </a:solidFill>
                <a:latin typeface="Apple SD Gothic Neo"/>
                <a:ea typeface="Apple SD Gothic Neo"/>
                <a:cs typeface="Apple SD Gothic Neo"/>
              </a:defRPr>
            </a:pPr>
            <a:r>
              <a:rPr sz="1650" b="1">
                <a:solidFill>
                  <a:srgbClr val="71817D"/>
                </a:solidFill>
                <a:latin typeface="Apple SD Gothic Neo"/>
                <a:ea typeface="Apple SD Gothic Neo"/>
                <a:cs typeface="Apple SD Gothic Neo"/>
              </a:rPr>
              <a:t>입력  정형 관측과 위치 자료</a:t>
            </a:r>
          </a:p>
        </p:txBody>
      </p:sp>
      <p:sp>
        <p:nvSpPr>
          <p:cNvPr id="68" name="s2-67-text">
            <a:extLst xmlns:a="http://schemas.openxmlformats.org/drawingml/2006/main">
              <a:ext uri="{FF2B5EF4-FFF2-40B4-BE49-F238E27FC236}">
                <a16:creationId xmlns:a16="http://schemas.microsoft.com/office/drawing/2014/main" id="{5932B51A-E571-4016-AFBB-7C535C05FBB5}"/>
              </a:ext>
            </a:extLst>
          </p:cNvPr>
          <p:cNvSpPr>
            <a:spLocks xmlns:a="http://schemas.openxmlformats.org/drawingml/2006/main" noGrp="1"/>
          </p:cNvSpPr>
          <p:nvPr/>
        </p:nvSpPr>
        <p:spPr>
          <a:xfrm xmlns:a="http://schemas.openxmlformats.org/drawingml/2006/main">
            <a:off x="10287000" y="5457825"/>
            <a:ext cx="4171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172E2A"/>
                </a:solidFill>
                <a:latin typeface="Apple SD Gothic Neo"/>
                <a:ea typeface="Apple SD Gothic Neo"/>
                <a:cs typeface="Apple SD Gothic Neo"/>
              </a:defRPr>
            </a:defPPr>
            <a:lvl1pPr algn="l">
              <a:defRPr sz="1725" b="0">
                <a:solidFill>
                  <a:srgbClr val="172E2A"/>
                </a:solidFill>
                <a:latin typeface="Apple SD Gothic Neo"/>
                <a:ea typeface="Apple SD Gothic Neo"/>
                <a:cs typeface="Apple SD Gothic Neo"/>
              </a:defRPr>
            </a:lvl1pPr>
            <a:lvl2pPr algn="l">
              <a:defRPr sz="1725" b="0">
                <a:solidFill>
                  <a:srgbClr val="172E2A"/>
                </a:solidFill>
                <a:latin typeface="Apple SD Gothic Neo"/>
                <a:ea typeface="Apple SD Gothic Neo"/>
                <a:cs typeface="Apple SD Gothic Neo"/>
              </a:defRPr>
            </a:lvl2pPr>
            <a:lvl3pPr algn="l">
              <a:defRPr sz="1725" b="0">
                <a:solidFill>
                  <a:srgbClr val="172E2A"/>
                </a:solidFill>
                <a:latin typeface="Apple SD Gothic Neo"/>
                <a:ea typeface="Apple SD Gothic Neo"/>
                <a:cs typeface="Apple SD Gothic Neo"/>
              </a:defRPr>
            </a:lvl3pPr>
            <a:lvl4pPr algn="l">
              <a:defRPr sz="1725" b="0">
                <a:solidFill>
                  <a:srgbClr val="172E2A"/>
                </a:solidFill>
                <a:latin typeface="Apple SD Gothic Neo"/>
                <a:ea typeface="Apple SD Gothic Neo"/>
                <a:cs typeface="Apple SD Gothic Neo"/>
              </a:defRPr>
            </a:lvl4pPr>
            <a:lvl5pPr algn="l">
              <a:defRPr sz="1725" b="0">
                <a:solidFill>
                  <a:srgbClr val="172E2A"/>
                </a:solidFill>
                <a:latin typeface="Apple SD Gothic Neo"/>
                <a:ea typeface="Apple SD Gothic Neo"/>
                <a:cs typeface="Apple SD Gothic Neo"/>
              </a:defRPr>
            </a:lvl5pPr>
            <a:lvl6pPr algn="l">
              <a:defRPr sz="1725" b="0">
                <a:solidFill>
                  <a:srgbClr val="172E2A"/>
                </a:solidFill>
                <a:latin typeface="Apple SD Gothic Neo"/>
                <a:ea typeface="Apple SD Gothic Neo"/>
                <a:cs typeface="Apple SD Gothic Neo"/>
              </a:defRPr>
            </a:lvl6pPr>
            <a:lvl7pPr algn="l">
              <a:defRPr sz="1725" b="0">
                <a:solidFill>
                  <a:srgbClr val="172E2A"/>
                </a:solidFill>
                <a:latin typeface="Apple SD Gothic Neo"/>
                <a:ea typeface="Apple SD Gothic Neo"/>
                <a:cs typeface="Apple SD Gothic Neo"/>
              </a:defRPr>
            </a:lvl7pPr>
            <a:lvl8pPr algn="l">
              <a:defRPr sz="1725" b="0">
                <a:solidFill>
                  <a:srgbClr val="172E2A"/>
                </a:solidFill>
                <a:latin typeface="Apple SD Gothic Neo"/>
                <a:ea typeface="Apple SD Gothic Neo"/>
                <a:cs typeface="Apple SD Gothic Neo"/>
              </a:defRPr>
            </a:lvl8pPr>
            <a:lvl9pPr algn="l">
              <a:defRPr sz="1725" b="0">
                <a:solidFill>
                  <a:srgbClr val="172E2A"/>
                </a:solidFill>
                <a:latin typeface="Apple SD Gothic Neo"/>
                <a:ea typeface="Apple SD Gothic Neo"/>
                <a:cs typeface="Apple SD Gothic Neo"/>
              </a:defRPr>
            </a:lvl9pPr>
          </a:lstStyle>
          <a:p xmlns:a="http://schemas.openxmlformats.org/drawingml/2006/main">
            <a:pPr algn="l">
              <a:defRPr sz="1725" b="0">
                <a:solidFill>
                  <a:srgbClr val="172E2A"/>
                </a:solidFill>
                <a:latin typeface="Apple SD Gothic Neo"/>
                <a:ea typeface="Apple SD Gothic Neo"/>
                <a:cs typeface="Apple SD Gothic Neo"/>
              </a:defRPr>
            </a:pPr>
            <a:r>
              <a:rPr sz="1725" b="0">
                <a:solidFill>
                  <a:srgbClr val="172E2A"/>
                </a:solidFill>
                <a:latin typeface="Apple SD Gothic Neo"/>
                <a:ea typeface="Apple SD Gothic Neo"/>
                <a:cs typeface="Apple SD Gothic Neo"/>
              </a:rPr>
              <a:t>출력 후보  접근 시간·기간별 확률</a:t>
            </a:r>
          </a:p>
        </p:txBody>
      </p:sp>
      <p:sp>
        <p:nvSpPr>
          <p:cNvPr id="69" name="s2-68-text">
            <a:extLst xmlns:a="http://schemas.openxmlformats.org/drawingml/2006/main">
              <a:ext uri="{FF2B5EF4-FFF2-40B4-BE49-F238E27FC236}">
                <a16:creationId xmlns:a16="http://schemas.microsoft.com/office/drawing/2014/main" id="{6F89143F-509A-454F-964C-B6701C5F8605}"/>
              </a:ext>
            </a:extLst>
          </p:cNvPr>
          <p:cNvSpPr>
            <a:spLocks xmlns:a="http://schemas.openxmlformats.org/drawingml/2006/main" noGrp="1"/>
          </p:cNvSpPr>
          <p:nvPr/>
        </p:nvSpPr>
        <p:spPr>
          <a:xfrm xmlns:a="http://schemas.openxmlformats.org/drawingml/2006/main">
            <a:off x="10287000" y="5781675"/>
            <a:ext cx="4171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172E2A"/>
                </a:solidFill>
                <a:latin typeface="Apple SD Gothic Neo"/>
                <a:ea typeface="Apple SD Gothic Neo"/>
                <a:cs typeface="Apple SD Gothic Neo"/>
              </a:defRPr>
            </a:defPPr>
            <a:lvl1pPr algn="l">
              <a:defRPr sz="1725" b="0">
                <a:solidFill>
                  <a:srgbClr val="172E2A"/>
                </a:solidFill>
                <a:latin typeface="Apple SD Gothic Neo"/>
                <a:ea typeface="Apple SD Gothic Neo"/>
                <a:cs typeface="Apple SD Gothic Neo"/>
              </a:defRPr>
            </a:lvl1pPr>
            <a:lvl2pPr algn="l">
              <a:defRPr sz="1725" b="0">
                <a:solidFill>
                  <a:srgbClr val="172E2A"/>
                </a:solidFill>
                <a:latin typeface="Apple SD Gothic Neo"/>
                <a:ea typeface="Apple SD Gothic Neo"/>
                <a:cs typeface="Apple SD Gothic Neo"/>
              </a:defRPr>
            </a:lvl2pPr>
            <a:lvl3pPr algn="l">
              <a:defRPr sz="1725" b="0">
                <a:solidFill>
                  <a:srgbClr val="172E2A"/>
                </a:solidFill>
                <a:latin typeface="Apple SD Gothic Neo"/>
                <a:ea typeface="Apple SD Gothic Neo"/>
                <a:cs typeface="Apple SD Gothic Neo"/>
              </a:defRPr>
            </a:lvl3pPr>
            <a:lvl4pPr algn="l">
              <a:defRPr sz="1725" b="0">
                <a:solidFill>
                  <a:srgbClr val="172E2A"/>
                </a:solidFill>
                <a:latin typeface="Apple SD Gothic Neo"/>
                <a:ea typeface="Apple SD Gothic Neo"/>
                <a:cs typeface="Apple SD Gothic Neo"/>
              </a:defRPr>
            </a:lvl4pPr>
            <a:lvl5pPr algn="l">
              <a:defRPr sz="1725" b="0">
                <a:solidFill>
                  <a:srgbClr val="172E2A"/>
                </a:solidFill>
                <a:latin typeface="Apple SD Gothic Neo"/>
                <a:ea typeface="Apple SD Gothic Neo"/>
                <a:cs typeface="Apple SD Gothic Neo"/>
              </a:defRPr>
            </a:lvl5pPr>
            <a:lvl6pPr algn="l">
              <a:defRPr sz="1725" b="0">
                <a:solidFill>
                  <a:srgbClr val="172E2A"/>
                </a:solidFill>
                <a:latin typeface="Apple SD Gothic Neo"/>
                <a:ea typeface="Apple SD Gothic Neo"/>
                <a:cs typeface="Apple SD Gothic Neo"/>
              </a:defRPr>
            </a:lvl6pPr>
            <a:lvl7pPr algn="l">
              <a:defRPr sz="1725" b="0">
                <a:solidFill>
                  <a:srgbClr val="172E2A"/>
                </a:solidFill>
                <a:latin typeface="Apple SD Gothic Neo"/>
                <a:ea typeface="Apple SD Gothic Neo"/>
                <a:cs typeface="Apple SD Gothic Neo"/>
              </a:defRPr>
            </a:lvl7pPr>
            <a:lvl8pPr algn="l">
              <a:defRPr sz="1725" b="0">
                <a:solidFill>
                  <a:srgbClr val="172E2A"/>
                </a:solidFill>
                <a:latin typeface="Apple SD Gothic Neo"/>
                <a:ea typeface="Apple SD Gothic Neo"/>
                <a:cs typeface="Apple SD Gothic Neo"/>
              </a:defRPr>
            </a:lvl8pPr>
            <a:lvl9pPr algn="l">
              <a:defRPr sz="1725" b="0">
                <a:solidFill>
                  <a:srgbClr val="172E2A"/>
                </a:solidFill>
                <a:latin typeface="Apple SD Gothic Neo"/>
                <a:ea typeface="Apple SD Gothic Neo"/>
                <a:cs typeface="Apple SD Gothic Neo"/>
              </a:defRPr>
            </a:lvl9pPr>
          </a:lstStyle>
          <a:p xmlns:a="http://schemas.openxmlformats.org/drawingml/2006/main">
            <a:pPr algn="l">
              <a:defRPr sz="1725" b="0">
                <a:solidFill>
                  <a:srgbClr val="172E2A"/>
                </a:solidFill>
                <a:latin typeface="Apple SD Gothic Neo"/>
                <a:ea typeface="Apple SD Gothic Neo"/>
                <a:cs typeface="Apple SD Gothic Neo"/>
              </a:defRPr>
            </a:pPr>
            <a:r>
              <a:rPr sz="1725" b="0">
                <a:solidFill>
                  <a:srgbClr val="172E2A"/>
                </a:solidFill>
                <a:latin typeface="Apple SD Gothic Neo"/>
                <a:ea typeface="Apple SD Gothic Neo"/>
                <a:cs typeface="Apple SD Gothic Neo"/>
              </a:rPr>
              <a:t>현재 앱 제공값은 예측 불가</a:t>
            </a:r>
          </a:p>
        </p:txBody>
      </p:sp>
      <p:sp>
        <p:nvSpPr>
          <p:cNvPr id="70" name="s2-69-text">
            <a:extLst xmlns:a="http://schemas.openxmlformats.org/drawingml/2006/main">
              <a:ext uri="{FF2B5EF4-FFF2-40B4-BE49-F238E27FC236}">
                <a16:creationId xmlns:a16="http://schemas.microsoft.com/office/drawing/2014/main" id="{273738C6-CD09-47E8-944B-3F526ACD7CF5}"/>
              </a:ext>
            </a:extLst>
          </p:cNvPr>
          <p:cNvSpPr>
            <a:spLocks xmlns:a="http://schemas.openxmlformats.org/drawingml/2006/main" noGrp="1"/>
          </p:cNvSpPr>
          <p:nvPr/>
        </p:nvSpPr>
        <p:spPr>
          <a:xfrm xmlns:a="http://schemas.openxmlformats.org/drawingml/2006/main">
            <a:off x="10287000" y="621982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61736F"/>
                </a:solidFill>
                <a:latin typeface="Apple SD Gothic Neo"/>
                <a:ea typeface="Apple SD Gothic Neo"/>
                <a:cs typeface="Apple SD Gothic Neo"/>
              </a:defRPr>
            </a:defPPr>
            <a:lvl1pPr algn="l">
              <a:defRPr sz="1500" b="0">
                <a:solidFill>
                  <a:srgbClr val="61736F"/>
                </a:solidFill>
                <a:latin typeface="Apple SD Gothic Neo"/>
                <a:ea typeface="Apple SD Gothic Neo"/>
                <a:cs typeface="Apple SD Gothic Neo"/>
              </a:defRPr>
            </a:lvl1pPr>
            <a:lvl2pPr algn="l">
              <a:defRPr sz="1500" b="0">
                <a:solidFill>
                  <a:srgbClr val="61736F"/>
                </a:solidFill>
                <a:latin typeface="Apple SD Gothic Neo"/>
                <a:ea typeface="Apple SD Gothic Neo"/>
                <a:cs typeface="Apple SD Gothic Neo"/>
              </a:defRPr>
            </a:lvl2pPr>
            <a:lvl3pPr algn="l">
              <a:defRPr sz="1500" b="0">
                <a:solidFill>
                  <a:srgbClr val="61736F"/>
                </a:solidFill>
                <a:latin typeface="Apple SD Gothic Neo"/>
                <a:ea typeface="Apple SD Gothic Neo"/>
                <a:cs typeface="Apple SD Gothic Neo"/>
              </a:defRPr>
            </a:lvl3pPr>
            <a:lvl4pPr algn="l">
              <a:defRPr sz="1500" b="0">
                <a:solidFill>
                  <a:srgbClr val="61736F"/>
                </a:solidFill>
                <a:latin typeface="Apple SD Gothic Neo"/>
                <a:ea typeface="Apple SD Gothic Neo"/>
                <a:cs typeface="Apple SD Gothic Neo"/>
              </a:defRPr>
            </a:lvl4pPr>
            <a:lvl5pPr algn="l">
              <a:defRPr sz="1500" b="0">
                <a:solidFill>
                  <a:srgbClr val="61736F"/>
                </a:solidFill>
                <a:latin typeface="Apple SD Gothic Neo"/>
                <a:ea typeface="Apple SD Gothic Neo"/>
                <a:cs typeface="Apple SD Gothic Neo"/>
              </a:defRPr>
            </a:lvl5pPr>
            <a:lvl6pPr algn="l">
              <a:defRPr sz="1500" b="0">
                <a:solidFill>
                  <a:srgbClr val="61736F"/>
                </a:solidFill>
                <a:latin typeface="Apple SD Gothic Neo"/>
                <a:ea typeface="Apple SD Gothic Neo"/>
                <a:cs typeface="Apple SD Gothic Neo"/>
              </a:defRPr>
            </a:lvl6pPr>
            <a:lvl7pPr algn="l">
              <a:defRPr sz="1500" b="0">
                <a:solidFill>
                  <a:srgbClr val="61736F"/>
                </a:solidFill>
                <a:latin typeface="Apple SD Gothic Neo"/>
                <a:ea typeface="Apple SD Gothic Neo"/>
                <a:cs typeface="Apple SD Gothic Neo"/>
              </a:defRPr>
            </a:lvl7pPr>
            <a:lvl8pPr algn="l">
              <a:defRPr sz="1500" b="0">
                <a:solidFill>
                  <a:srgbClr val="61736F"/>
                </a:solidFill>
                <a:latin typeface="Apple SD Gothic Neo"/>
                <a:ea typeface="Apple SD Gothic Neo"/>
                <a:cs typeface="Apple SD Gothic Neo"/>
              </a:defRPr>
            </a:lvl8pPr>
            <a:lvl9pPr algn="l">
              <a:defRPr sz="1500" b="0">
                <a:solidFill>
                  <a:srgbClr val="61736F"/>
                </a:solidFill>
                <a:latin typeface="Apple SD Gothic Neo"/>
                <a:ea typeface="Apple SD Gothic Neo"/>
                <a:cs typeface="Apple SD Gothic Neo"/>
              </a:defRPr>
            </a:lvl9pPr>
          </a:lstStyle>
          <a:p xmlns:a="http://schemas.openxmlformats.org/drawingml/2006/main">
            <a:pPr algn="l">
              <a:defRPr sz="1500" b="0">
                <a:solidFill>
                  <a:srgbClr val="61736F"/>
                </a:solidFill>
                <a:latin typeface="Apple SD Gothic Neo"/>
                <a:ea typeface="Apple SD Gothic Neo"/>
                <a:cs typeface="Apple SD Gothic Neo"/>
              </a:defRPr>
            </a:pPr>
            <a:r>
              <a:rPr sz="1500" b="0">
                <a:solidFill>
                  <a:srgbClr val="61736F"/>
                </a:solidFill>
                <a:latin typeface="Apple SD Gothic Neo"/>
                <a:ea typeface="Apple SD Gothic Neo"/>
                <a:cs typeface="Apple SD Gothic Neo"/>
              </a:rPr>
              <a:t>국내 검증과 보정 후 연결할 후보</a:t>
            </a:r>
          </a:p>
        </p:txBody>
      </p:sp>
      <p:sp>
        <p:nvSpPr>
          <p:cNvPr id="71" name="s2-70-rect">
            <a:extLst xmlns:a="http://schemas.openxmlformats.org/drawingml/2006/main">
              <a:ext uri="{FF2B5EF4-FFF2-40B4-BE49-F238E27FC236}">
                <a16:creationId xmlns:a16="http://schemas.microsoft.com/office/drawing/2014/main" id="{7207A9FB-4BB1-47EC-9F0E-AA0E13226FA0}"/>
              </a:ext>
            </a:extLst>
          </p:cNvPr>
          <p:cNvSpPr>
            <a:spLocks xmlns:a="http://schemas.openxmlformats.org/drawingml/2006/main" noGrp="1"/>
          </p:cNvSpPr>
          <p:nvPr/>
        </p:nvSpPr>
        <p:spPr>
          <a:xfrm xmlns:a="http://schemas.openxmlformats.org/drawingml/2006/main">
            <a:off x="685800" y="6819900"/>
            <a:ext cx="13868400" cy="990600"/>
          </a:xfrm>
          <a:prstGeom xmlns:a="http://schemas.openxmlformats.org/drawingml/2006/main" prst="roundRect">
            <a:avLst>
              <a:gd name="adj" fmla="val 17308"/>
            </a:avLst>
          </a:prstGeom>
          <a:solidFill xmlns:a="http://schemas.openxmlformats.org/drawingml/2006/main">
            <a:srgbClr val="172E2A"/>
          </a:solidFill>
          <a:ln xmlns:a="http://schemas.openxmlformats.org/drawingml/2006/main" w="9525">
            <a:noFill/>
            <a:prstDash val="solid"/>
          </a:ln>
        </p:spPr>
      </p:sp>
      <p:sp>
        <p:nvSpPr>
          <p:cNvPr id="72" name="s2-71-text">
            <a:extLst xmlns:a="http://schemas.openxmlformats.org/drawingml/2006/main">
              <a:ext uri="{FF2B5EF4-FFF2-40B4-BE49-F238E27FC236}">
                <a16:creationId xmlns:a16="http://schemas.microsoft.com/office/drawing/2014/main" id="{DE95932F-79B1-4C6D-8DA3-C50E31619F2F}"/>
              </a:ext>
            </a:extLst>
          </p:cNvPr>
          <p:cNvSpPr>
            <a:spLocks xmlns:a="http://schemas.openxmlformats.org/drawingml/2006/main" noGrp="1"/>
          </p:cNvSpPr>
          <p:nvPr/>
        </p:nvSpPr>
        <p:spPr>
          <a:xfrm xmlns:a="http://schemas.openxmlformats.org/drawingml/2006/main">
            <a:off x="933450" y="6991350"/>
            <a:ext cx="12668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FFFFFF"/>
                </a:solidFill>
                <a:latin typeface="Apple SD Gothic Neo"/>
                <a:ea typeface="Apple SD Gothic Neo"/>
                <a:cs typeface="Apple SD Gothic Neo"/>
              </a:defRPr>
            </a:defPPr>
            <a:lvl1pPr algn="l">
              <a:defRPr sz="1950" b="1">
                <a:solidFill>
                  <a:srgbClr val="FFFFFF"/>
                </a:solidFill>
                <a:latin typeface="Apple SD Gothic Neo"/>
                <a:ea typeface="Apple SD Gothic Neo"/>
                <a:cs typeface="Apple SD Gothic Neo"/>
              </a:defRPr>
            </a:lvl1pPr>
            <a:lvl2pPr algn="l">
              <a:defRPr sz="1950" b="1">
                <a:solidFill>
                  <a:srgbClr val="FFFFFF"/>
                </a:solidFill>
                <a:latin typeface="Apple SD Gothic Neo"/>
                <a:ea typeface="Apple SD Gothic Neo"/>
                <a:cs typeface="Apple SD Gothic Neo"/>
              </a:defRPr>
            </a:lvl2pPr>
            <a:lvl3pPr algn="l">
              <a:defRPr sz="1950" b="1">
                <a:solidFill>
                  <a:srgbClr val="FFFFFF"/>
                </a:solidFill>
                <a:latin typeface="Apple SD Gothic Neo"/>
                <a:ea typeface="Apple SD Gothic Neo"/>
                <a:cs typeface="Apple SD Gothic Neo"/>
              </a:defRPr>
            </a:lvl3pPr>
            <a:lvl4pPr algn="l">
              <a:defRPr sz="1950" b="1">
                <a:solidFill>
                  <a:srgbClr val="FFFFFF"/>
                </a:solidFill>
                <a:latin typeface="Apple SD Gothic Neo"/>
                <a:ea typeface="Apple SD Gothic Neo"/>
                <a:cs typeface="Apple SD Gothic Neo"/>
              </a:defRPr>
            </a:lvl4pPr>
            <a:lvl5pPr algn="l">
              <a:defRPr sz="1950" b="1">
                <a:solidFill>
                  <a:srgbClr val="FFFFFF"/>
                </a:solidFill>
                <a:latin typeface="Apple SD Gothic Neo"/>
                <a:ea typeface="Apple SD Gothic Neo"/>
                <a:cs typeface="Apple SD Gothic Neo"/>
              </a:defRPr>
            </a:lvl5pPr>
            <a:lvl6pPr algn="l">
              <a:defRPr sz="1950" b="1">
                <a:solidFill>
                  <a:srgbClr val="FFFFFF"/>
                </a:solidFill>
                <a:latin typeface="Apple SD Gothic Neo"/>
                <a:ea typeface="Apple SD Gothic Neo"/>
                <a:cs typeface="Apple SD Gothic Neo"/>
              </a:defRPr>
            </a:lvl6pPr>
            <a:lvl7pPr algn="l">
              <a:defRPr sz="1950" b="1">
                <a:solidFill>
                  <a:srgbClr val="FFFFFF"/>
                </a:solidFill>
                <a:latin typeface="Apple SD Gothic Neo"/>
                <a:ea typeface="Apple SD Gothic Neo"/>
                <a:cs typeface="Apple SD Gothic Neo"/>
              </a:defRPr>
            </a:lvl7pPr>
            <a:lvl8pPr algn="l">
              <a:defRPr sz="1950" b="1">
                <a:solidFill>
                  <a:srgbClr val="FFFFFF"/>
                </a:solidFill>
                <a:latin typeface="Apple SD Gothic Neo"/>
                <a:ea typeface="Apple SD Gothic Neo"/>
                <a:cs typeface="Apple SD Gothic Neo"/>
              </a:defRPr>
            </a:lvl8pPr>
            <a:lvl9pPr algn="l">
              <a:defRPr sz="1950" b="1">
                <a:solidFill>
                  <a:srgbClr val="FFFFFF"/>
                </a:solidFill>
                <a:latin typeface="Apple SD Gothic Neo"/>
                <a:ea typeface="Apple SD Gothic Neo"/>
                <a:cs typeface="Apple SD Gothic Neo"/>
              </a:defRPr>
            </a:lvl9pPr>
          </a:lstStyle>
          <a:p xmlns:a="http://schemas.openxmlformats.org/drawingml/2006/main">
            <a:pPr algn="l">
              <a:defRPr sz="1950" b="1">
                <a:solidFill>
                  <a:srgbClr val="FFFFFF"/>
                </a:solidFill>
                <a:latin typeface="Apple SD Gothic Neo"/>
                <a:ea typeface="Apple SD Gothic Neo"/>
                <a:cs typeface="Apple SD Gothic Neo"/>
              </a:defRPr>
            </a:pPr>
            <a:r>
              <a:rPr sz="1950" b="1">
                <a:solidFill>
                  <a:srgbClr val="FFFFFF"/>
                </a:solidFill>
                <a:latin typeface="Apple SD Gothic Neo"/>
                <a:ea typeface="Apple SD Gothic Neo"/>
                <a:cs typeface="Apple SD Gothic Neo"/>
              </a:rPr>
              <a:t>최종 행동 안내는 일반 서버에서 결정</a:t>
            </a:r>
          </a:p>
        </p:txBody>
      </p:sp>
      <p:sp>
        <p:nvSpPr>
          <p:cNvPr id="73" name="s2-72-text">
            <a:extLst xmlns:a="http://schemas.openxmlformats.org/drawingml/2006/main">
              <a:ext uri="{FF2B5EF4-FFF2-40B4-BE49-F238E27FC236}">
                <a16:creationId xmlns:a16="http://schemas.microsoft.com/office/drawing/2014/main" id="{C1CB534F-9C3D-435D-9DAD-830F37485EF5}"/>
              </a:ext>
            </a:extLst>
          </p:cNvPr>
          <p:cNvSpPr>
            <a:spLocks xmlns:a="http://schemas.openxmlformats.org/drawingml/2006/main" noGrp="1"/>
          </p:cNvSpPr>
          <p:nvPr/>
        </p:nvSpPr>
        <p:spPr>
          <a:xfrm xmlns:a="http://schemas.openxmlformats.org/drawingml/2006/main">
            <a:off x="933450" y="7400925"/>
            <a:ext cx="1257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DBE8DD"/>
                </a:solidFill>
                <a:latin typeface="Apple SD Gothic Neo"/>
                <a:ea typeface="Apple SD Gothic Neo"/>
                <a:cs typeface="Apple SD Gothic Neo"/>
              </a:defRPr>
            </a:defPPr>
            <a:lvl1pPr algn="l">
              <a:defRPr sz="1800" b="0">
                <a:solidFill>
                  <a:srgbClr val="DBE8DD"/>
                </a:solidFill>
                <a:latin typeface="Apple SD Gothic Neo"/>
                <a:ea typeface="Apple SD Gothic Neo"/>
                <a:cs typeface="Apple SD Gothic Neo"/>
              </a:defRPr>
            </a:lvl1pPr>
            <a:lvl2pPr algn="l">
              <a:defRPr sz="1800" b="0">
                <a:solidFill>
                  <a:srgbClr val="DBE8DD"/>
                </a:solidFill>
                <a:latin typeface="Apple SD Gothic Neo"/>
                <a:ea typeface="Apple SD Gothic Neo"/>
                <a:cs typeface="Apple SD Gothic Neo"/>
              </a:defRPr>
            </a:lvl2pPr>
            <a:lvl3pPr algn="l">
              <a:defRPr sz="1800" b="0">
                <a:solidFill>
                  <a:srgbClr val="DBE8DD"/>
                </a:solidFill>
                <a:latin typeface="Apple SD Gothic Neo"/>
                <a:ea typeface="Apple SD Gothic Neo"/>
                <a:cs typeface="Apple SD Gothic Neo"/>
              </a:defRPr>
            </a:lvl3pPr>
            <a:lvl4pPr algn="l">
              <a:defRPr sz="1800" b="0">
                <a:solidFill>
                  <a:srgbClr val="DBE8DD"/>
                </a:solidFill>
                <a:latin typeface="Apple SD Gothic Neo"/>
                <a:ea typeface="Apple SD Gothic Neo"/>
                <a:cs typeface="Apple SD Gothic Neo"/>
              </a:defRPr>
            </a:lvl4pPr>
            <a:lvl5pPr algn="l">
              <a:defRPr sz="1800" b="0">
                <a:solidFill>
                  <a:srgbClr val="DBE8DD"/>
                </a:solidFill>
                <a:latin typeface="Apple SD Gothic Neo"/>
                <a:ea typeface="Apple SD Gothic Neo"/>
                <a:cs typeface="Apple SD Gothic Neo"/>
              </a:defRPr>
            </a:lvl5pPr>
            <a:lvl6pPr algn="l">
              <a:defRPr sz="1800" b="0">
                <a:solidFill>
                  <a:srgbClr val="DBE8DD"/>
                </a:solidFill>
                <a:latin typeface="Apple SD Gothic Neo"/>
                <a:ea typeface="Apple SD Gothic Neo"/>
                <a:cs typeface="Apple SD Gothic Neo"/>
              </a:defRPr>
            </a:lvl6pPr>
            <a:lvl7pPr algn="l">
              <a:defRPr sz="1800" b="0">
                <a:solidFill>
                  <a:srgbClr val="DBE8DD"/>
                </a:solidFill>
                <a:latin typeface="Apple SD Gothic Neo"/>
                <a:ea typeface="Apple SD Gothic Neo"/>
                <a:cs typeface="Apple SD Gothic Neo"/>
              </a:defRPr>
            </a:lvl7pPr>
            <a:lvl8pPr algn="l">
              <a:defRPr sz="1800" b="0">
                <a:solidFill>
                  <a:srgbClr val="DBE8DD"/>
                </a:solidFill>
                <a:latin typeface="Apple SD Gothic Neo"/>
                <a:ea typeface="Apple SD Gothic Neo"/>
                <a:cs typeface="Apple SD Gothic Neo"/>
              </a:defRPr>
            </a:lvl8pPr>
            <a:lvl9pPr algn="l">
              <a:defRPr sz="1800" b="0">
                <a:solidFill>
                  <a:srgbClr val="DBE8DD"/>
                </a:solidFill>
                <a:latin typeface="Apple SD Gothic Neo"/>
                <a:ea typeface="Apple SD Gothic Neo"/>
                <a:cs typeface="Apple SD Gothic Neo"/>
              </a:defRPr>
            </a:lvl9pPr>
          </a:lstStyle>
          <a:p xmlns:a="http://schemas.openxmlformats.org/drawingml/2006/main">
            <a:pPr algn="l">
              <a:defRPr sz="1800" b="0">
                <a:solidFill>
                  <a:srgbClr val="DBE8DD"/>
                </a:solidFill>
                <a:latin typeface="Apple SD Gothic Neo"/>
                <a:ea typeface="Apple SD Gothic Neo"/>
                <a:cs typeface="Apple SD Gothic Neo"/>
              </a:defRPr>
            </a:pPr>
            <a:r>
              <a:rPr sz="1800" b="0">
                <a:solidFill>
                  <a:srgbClr val="DBE8DD"/>
                </a:solidFill>
                <a:latin typeface="Apple SD Gothic Neo"/>
                <a:ea typeface="Apple SD Gothic Neo"/>
                <a:cs typeface="Apple SD Gothic Neo"/>
              </a:rPr>
              <a:t>공식 경보  +  사용자 위치·상태  +  DB의 기본 행동 지침과 대응 규칙</a:t>
            </a:r>
          </a:p>
        </p:txBody>
      </p:sp>
    </p:spTree>
    <p:extLst>
      <p:ext uri="{BB962C8B-B14F-4D97-AF65-F5344CB8AC3E}">
        <p14:creationId xmlns:p14="http://schemas.microsoft.com/office/powerpoint/2010/main" val="1419033248"/>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2" name="s3-0-rect">
            <a:extLst xmlns:a="http://schemas.openxmlformats.org/drawingml/2006/main">
              <a:ext uri="{FF2B5EF4-FFF2-40B4-BE49-F238E27FC236}">
                <a16:creationId xmlns:a16="http://schemas.microsoft.com/office/drawing/2014/main" id="{DA7F6E2E-8CD1-49CE-AFED-93AC9D656BD3}"/>
              </a:ext>
            </a:extLst>
          </p:cNvPr>
          <p:cNvSpPr>
            <a:spLocks xmlns:a="http://schemas.openxmlformats.org/drawingml/2006/main" noGrp="1"/>
          </p:cNvSpPr>
          <p:nvPr/>
        </p:nvSpPr>
        <p:spPr>
          <a:xfrm xmlns:a="http://schemas.openxmlformats.org/drawingml/2006/main">
            <a:off x="0" y="0"/>
            <a:ext cx="15240000" cy="8572500"/>
          </a:xfrm>
          <a:prstGeom xmlns:a="http://schemas.openxmlformats.org/drawingml/2006/main" prst="rect">
            <a:avLst/>
          </a:prstGeom>
          <a:solidFill xmlns:a="http://schemas.openxmlformats.org/drawingml/2006/main">
            <a:srgbClr val="F7F8F5"/>
          </a:solidFill>
          <a:ln xmlns:a="http://schemas.openxmlformats.org/drawingml/2006/main" w="9525">
            <a:noFill/>
            <a:prstDash val="solid"/>
          </a:ln>
        </p:spPr>
      </p:sp>
      <p:sp>
        <p:nvSpPr>
          <p:cNvPr id="2" name="s3-1-text">
            <a:extLst xmlns:a="http://schemas.openxmlformats.org/drawingml/2006/main">
              <a:ext uri="{FF2B5EF4-FFF2-40B4-BE49-F238E27FC236}">
                <a16:creationId xmlns:a16="http://schemas.microsoft.com/office/drawing/2014/main" id="{FD432767-3951-40D6-9094-6746DC83C8CF}"/>
              </a:ext>
            </a:extLst>
          </p:cNvPr>
          <p:cNvSpPr>
            <a:spLocks xmlns:a="http://schemas.openxmlformats.org/drawingml/2006/main" noGrp="1"/>
          </p:cNvSpPr>
          <p:nvPr/>
        </p:nvSpPr>
        <p:spPr>
          <a:xfrm xmlns:a="http://schemas.openxmlformats.org/drawingml/2006/main">
            <a:off x="685800" y="457200"/>
            <a:ext cx="1238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600" b="1">
                <a:solidFill>
                  <a:srgbClr val="172E2A"/>
                </a:solidFill>
                <a:latin typeface="Apple SD Gothic Neo"/>
                <a:ea typeface="Apple SD Gothic Neo"/>
                <a:cs typeface="Apple SD Gothic Neo"/>
              </a:defRPr>
            </a:defPPr>
            <a:lvl1pPr algn="l">
              <a:defRPr sz="3600" b="1">
                <a:solidFill>
                  <a:srgbClr val="172E2A"/>
                </a:solidFill>
                <a:latin typeface="Apple SD Gothic Neo"/>
                <a:ea typeface="Apple SD Gothic Neo"/>
                <a:cs typeface="Apple SD Gothic Neo"/>
              </a:defRPr>
            </a:lvl1pPr>
            <a:lvl2pPr algn="l">
              <a:defRPr sz="3600" b="1">
                <a:solidFill>
                  <a:srgbClr val="172E2A"/>
                </a:solidFill>
                <a:latin typeface="Apple SD Gothic Neo"/>
                <a:ea typeface="Apple SD Gothic Neo"/>
                <a:cs typeface="Apple SD Gothic Neo"/>
              </a:defRPr>
            </a:lvl2pPr>
            <a:lvl3pPr algn="l">
              <a:defRPr sz="3600" b="1">
                <a:solidFill>
                  <a:srgbClr val="172E2A"/>
                </a:solidFill>
                <a:latin typeface="Apple SD Gothic Neo"/>
                <a:ea typeface="Apple SD Gothic Neo"/>
                <a:cs typeface="Apple SD Gothic Neo"/>
              </a:defRPr>
            </a:lvl3pPr>
            <a:lvl4pPr algn="l">
              <a:defRPr sz="3600" b="1">
                <a:solidFill>
                  <a:srgbClr val="172E2A"/>
                </a:solidFill>
                <a:latin typeface="Apple SD Gothic Neo"/>
                <a:ea typeface="Apple SD Gothic Neo"/>
                <a:cs typeface="Apple SD Gothic Neo"/>
              </a:defRPr>
            </a:lvl4pPr>
            <a:lvl5pPr algn="l">
              <a:defRPr sz="3600" b="1">
                <a:solidFill>
                  <a:srgbClr val="172E2A"/>
                </a:solidFill>
                <a:latin typeface="Apple SD Gothic Neo"/>
                <a:ea typeface="Apple SD Gothic Neo"/>
                <a:cs typeface="Apple SD Gothic Neo"/>
              </a:defRPr>
            </a:lvl5pPr>
            <a:lvl6pPr algn="l">
              <a:defRPr sz="3600" b="1">
                <a:solidFill>
                  <a:srgbClr val="172E2A"/>
                </a:solidFill>
                <a:latin typeface="Apple SD Gothic Neo"/>
                <a:ea typeface="Apple SD Gothic Neo"/>
                <a:cs typeface="Apple SD Gothic Neo"/>
              </a:defRPr>
            </a:lvl6pPr>
            <a:lvl7pPr algn="l">
              <a:defRPr sz="3600" b="1">
                <a:solidFill>
                  <a:srgbClr val="172E2A"/>
                </a:solidFill>
                <a:latin typeface="Apple SD Gothic Neo"/>
                <a:ea typeface="Apple SD Gothic Neo"/>
                <a:cs typeface="Apple SD Gothic Neo"/>
              </a:defRPr>
            </a:lvl7pPr>
            <a:lvl8pPr algn="l">
              <a:defRPr sz="3600" b="1">
                <a:solidFill>
                  <a:srgbClr val="172E2A"/>
                </a:solidFill>
                <a:latin typeface="Apple SD Gothic Neo"/>
                <a:ea typeface="Apple SD Gothic Neo"/>
                <a:cs typeface="Apple SD Gothic Neo"/>
              </a:defRPr>
            </a:lvl8pPr>
            <a:lvl9pPr algn="l">
              <a:defRPr sz="3600" b="1">
                <a:solidFill>
                  <a:srgbClr val="172E2A"/>
                </a:solidFill>
                <a:latin typeface="Apple SD Gothic Neo"/>
                <a:ea typeface="Apple SD Gothic Neo"/>
                <a:cs typeface="Apple SD Gothic Neo"/>
              </a:defRPr>
            </a:lvl9pPr>
          </a:lstStyle>
          <a:p xmlns:a="http://schemas.openxmlformats.org/drawingml/2006/main">
            <a:pPr algn="l">
              <a:defRPr sz="3600" b="1">
                <a:solidFill>
                  <a:srgbClr val="172E2A"/>
                </a:solidFill>
                <a:latin typeface="Apple SD Gothic Neo"/>
                <a:ea typeface="Apple SD Gothic Neo"/>
                <a:cs typeface="Apple SD Gothic Neo"/>
              </a:defRPr>
            </a:pPr>
            <a:r>
              <a:rPr sz="3600" b="1">
                <a:solidFill>
                  <a:srgbClr val="172E2A"/>
                </a:solidFill>
                <a:latin typeface="Apple SD Gothic Neo"/>
                <a:ea typeface="Apple SD Gothic Neo"/>
                <a:cs typeface="Apple SD Gothic Neo"/>
              </a:rPr>
              <a:t>긴급 알림과 개인별 안내 갱신</a:t>
            </a:r>
          </a:p>
        </p:txBody>
      </p:sp>
      <p:sp>
        <p:nvSpPr>
          <p:cNvPr id="3" name="s3-2-text">
            <a:extLst xmlns:a="http://schemas.openxmlformats.org/drawingml/2006/main">
              <a:ext uri="{FF2B5EF4-FFF2-40B4-BE49-F238E27FC236}">
                <a16:creationId xmlns:a16="http://schemas.microsoft.com/office/drawing/2014/main" id="{E2EDC855-3939-435D-B839-A7D5C5E114FC}"/>
              </a:ext>
            </a:extLst>
          </p:cNvPr>
          <p:cNvSpPr>
            <a:spLocks xmlns:a="http://schemas.openxmlformats.org/drawingml/2006/main" noGrp="1"/>
          </p:cNvSpPr>
          <p:nvPr/>
        </p:nvSpPr>
        <p:spPr>
          <a:xfrm xmlns:a="http://schemas.openxmlformats.org/drawingml/2006/main">
            <a:off x="704850" y="1143000"/>
            <a:ext cx="1371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61736F"/>
                </a:solidFill>
                <a:latin typeface="Apple SD Gothic Neo"/>
                <a:ea typeface="Apple SD Gothic Neo"/>
                <a:cs typeface="Apple SD Gothic Neo"/>
              </a:defRPr>
            </a:defPPr>
            <a:lvl1pPr algn="l">
              <a:defRPr sz="1875" b="0">
                <a:solidFill>
                  <a:srgbClr val="61736F"/>
                </a:solidFill>
                <a:latin typeface="Apple SD Gothic Neo"/>
                <a:ea typeface="Apple SD Gothic Neo"/>
                <a:cs typeface="Apple SD Gothic Neo"/>
              </a:defRPr>
            </a:lvl1pPr>
            <a:lvl2pPr algn="l">
              <a:defRPr sz="1875" b="0">
                <a:solidFill>
                  <a:srgbClr val="61736F"/>
                </a:solidFill>
                <a:latin typeface="Apple SD Gothic Neo"/>
                <a:ea typeface="Apple SD Gothic Neo"/>
                <a:cs typeface="Apple SD Gothic Neo"/>
              </a:defRPr>
            </a:lvl2pPr>
            <a:lvl3pPr algn="l">
              <a:defRPr sz="1875" b="0">
                <a:solidFill>
                  <a:srgbClr val="61736F"/>
                </a:solidFill>
                <a:latin typeface="Apple SD Gothic Neo"/>
                <a:ea typeface="Apple SD Gothic Neo"/>
                <a:cs typeface="Apple SD Gothic Neo"/>
              </a:defRPr>
            </a:lvl3pPr>
            <a:lvl4pPr algn="l">
              <a:defRPr sz="1875" b="0">
                <a:solidFill>
                  <a:srgbClr val="61736F"/>
                </a:solidFill>
                <a:latin typeface="Apple SD Gothic Neo"/>
                <a:ea typeface="Apple SD Gothic Neo"/>
                <a:cs typeface="Apple SD Gothic Neo"/>
              </a:defRPr>
            </a:lvl4pPr>
            <a:lvl5pPr algn="l">
              <a:defRPr sz="1875" b="0">
                <a:solidFill>
                  <a:srgbClr val="61736F"/>
                </a:solidFill>
                <a:latin typeface="Apple SD Gothic Neo"/>
                <a:ea typeface="Apple SD Gothic Neo"/>
                <a:cs typeface="Apple SD Gothic Neo"/>
              </a:defRPr>
            </a:lvl5pPr>
            <a:lvl6pPr algn="l">
              <a:defRPr sz="1875" b="0">
                <a:solidFill>
                  <a:srgbClr val="61736F"/>
                </a:solidFill>
                <a:latin typeface="Apple SD Gothic Neo"/>
                <a:ea typeface="Apple SD Gothic Neo"/>
                <a:cs typeface="Apple SD Gothic Neo"/>
              </a:defRPr>
            </a:lvl6pPr>
            <a:lvl7pPr algn="l">
              <a:defRPr sz="1875" b="0">
                <a:solidFill>
                  <a:srgbClr val="61736F"/>
                </a:solidFill>
                <a:latin typeface="Apple SD Gothic Neo"/>
                <a:ea typeface="Apple SD Gothic Neo"/>
                <a:cs typeface="Apple SD Gothic Neo"/>
              </a:defRPr>
            </a:lvl7pPr>
            <a:lvl8pPr algn="l">
              <a:defRPr sz="1875" b="0">
                <a:solidFill>
                  <a:srgbClr val="61736F"/>
                </a:solidFill>
                <a:latin typeface="Apple SD Gothic Neo"/>
                <a:ea typeface="Apple SD Gothic Neo"/>
                <a:cs typeface="Apple SD Gothic Neo"/>
              </a:defRPr>
            </a:lvl8pPr>
            <a:lvl9pPr algn="l">
              <a:defRPr sz="1875" b="0">
                <a:solidFill>
                  <a:srgbClr val="61736F"/>
                </a:solidFill>
                <a:latin typeface="Apple SD Gothic Neo"/>
                <a:ea typeface="Apple SD Gothic Neo"/>
                <a:cs typeface="Apple SD Gothic Neo"/>
              </a:defRPr>
            </a:lvl9pPr>
          </a:lstStyle>
          <a:p xmlns:a="http://schemas.openxmlformats.org/drawingml/2006/main">
            <a:pPr algn="l">
              <a:defRPr sz="1875" b="0">
                <a:solidFill>
                  <a:srgbClr val="61736F"/>
                </a:solidFill>
                <a:latin typeface="Apple SD Gothic Neo"/>
                <a:ea typeface="Apple SD Gothic Neo"/>
                <a:cs typeface="Apple SD Gothic Neo"/>
              </a:defRPr>
            </a:pPr>
            <a:r>
              <a:rPr sz="1875" b="0">
                <a:solidFill>
                  <a:srgbClr val="61736F"/>
                </a:solidFill>
                <a:latin typeface="Apple SD Gothic Neo"/>
                <a:ea typeface="Apple SD Gothic Neo"/>
                <a:cs typeface="Apple SD Gothic Neo"/>
              </a:rPr>
              <a:t>공식 원문은 먼저 전달하고, 개인 안내는 변화가 생길 때마다 다시 평가합니다</a:t>
            </a:r>
          </a:p>
        </p:txBody>
      </p:sp>
      <p:sp>
        <p:nvSpPr>
          <p:cNvPr id="4" name="s3-3-rect">
            <a:extLst xmlns:a="http://schemas.openxmlformats.org/drawingml/2006/main">
              <a:ext uri="{FF2B5EF4-FFF2-40B4-BE49-F238E27FC236}">
                <a16:creationId xmlns:a16="http://schemas.microsoft.com/office/drawing/2014/main" id="{6DC98B32-548D-498C-9099-43AE1C4DF6CD}"/>
              </a:ext>
            </a:extLst>
          </p:cNvPr>
          <p:cNvSpPr>
            <a:spLocks xmlns:a="http://schemas.openxmlformats.org/drawingml/2006/main" noGrp="1"/>
          </p:cNvSpPr>
          <p:nvPr/>
        </p:nvSpPr>
        <p:spPr>
          <a:xfrm xmlns:a="http://schemas.openxmlformats.org/drawingml/2006/main">
            <a:off x="685800" y="1704975"/>
            <a:ext cx="523875" cy="47625"/>
          </a:xfrm>
          <a:prstGeom xmlns:a="http://schemas.openxmlformats.org/drawingml/2006/main" prst="rect">
            <a:avLst/>
          </a:prstGeom>
          <a:solidFill xmlns:a="http://schemas.openxmlformats.org/drawingml/2006/main">
            <a:srgbClr val="1C7055"/>
          </a:solidFill>
          <a:ln xmlns:a="http://schemas.openxmlformats.org/drawingml/2006/main" w="9525">
            <a:noFill/>
            <a:prstDash val="solid"/>
          </a:ln>
        </p:spPr>
      </p:sp>
      <p:sp>
        <p:nvSpPr>
          <p:cNvPr id="5" name="s3-4-text">
            <a:extLst xmlns:a="http://schemas.openxmlformats.org/drawingml/2006/main">
              <a:ext uri="{FF2B5EF4-FFF2-40B4-BE49-F238E27FC236}">
                <a16:creationId xmlns:a16="http://schemas.microsoft.com/office/drawing/2014/main" id="{F5A56834-04F2-42C6-B49A-803845994C29}"/>
              </a:ext>
            </a:extLst>
          </p:cNvPr>
          <p:cNvSpPr>
            <a:spLocks xmlns:a="http://schemas.openxmlformats.org/drawingml/2006/main" noGrp="1"/>
          </p:cNvSpPr>
          <p:nvPr/>
        </p:nvSpPr>
        <p:spPr>
          <a:xfrm xmlns:a="http://schemas.openxmlformats.org/drawingml/2006/main">
            <a:off x="685800" y="8124825"/>
            <a:ext cx="1238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61736F"/>
                </a:solidFill>
                <a:latin typeface="Apple SD Gothic Neo"/>
                <a:ea typeface="Apple SD Gothic Neo"/>
                <a:cs typeface="Apple SD Gothic Neo"/>
              </a:defRPr>
            </a:defPPr>
            <a:lvl1pPr algn="l">
              <a:defRPr sz="1350" b="0">
                <a:solidFill>
                  <a:srgbClr val="61736F"/>
                </a:solidFill>
                <a:latin typeface="Apple SD Gothic Neo"/>
                <a:ea typeface="Apple SD Gothic Neo"/>
                <a:cs typeface="Apple SD Gothic Neo"/>
              </a:defRPr>
            </a:lvl1pPr>
            <a:lvl2pPr algn="l">
              <a:defRPr sz="1350" b="0">
                <a:solidFill>
                  <a:srgbClr val="61736F"/>
                </a:solidFill>
                <a:latin typeface="Apple SD Gothic Neo"/>
                <a:ea typeface="Apple SD Gothic Neo"/>
                <a:cs typeface="Apple SD Gothic Neo"/>
              </a:defRPr>
            </a:lvl2pPr>
            <a:lvl3pPr algn="l">
              <a:defRPr sz="1350" b="0">
                <a:solidFill>
                  <a:srgbClr val="61736F"/>
                </a:solidFill>
                <a:latin typeface="Apple SD Gothic Neo"/>
                <a:ea typeface="Apple SD Gothic Neo"/>
                <a:cs typeface="Apple SD Gothic Neo"/>
              </a:defRPr>
            </a:lvl3pPr>
            <a:lvl4pPr algn="l">
              <a:defRPr sz="1350" b="0">
                <a:solidFill>
                  <a:srgbClr val="61736F"/>
                </a:solidFill>
                <a:latin typeface="Apple SD Gothic Neo"/>
                <a:ea typeface="Apple SD Gothic Neo"/>
                <a:cs typeface="Apple SD Gothic Neo"/>
              </a:defRPr>
            </a:lvl4pPr>
            <a:lvl5pPr algn="l">
              <a:defRPr sz="1350" b="0">
                <a:solidFill>
                  <a:srgbClr val="61736F"/>
                </a:solidFill>
                <a:latin typeface="Apple SD Gothic Neo"/>
                <a:ea typeface="Apple SD Gothic Neo"/>
                <a:cs typeface="Apple SD Gothic Neo"/>
              </a:defRPr>
            </a:lvl5pPr>
            <a:lvl6pPr algn="l">
              <a:defRPr sz="1350" b="0">
                <a:solidFill>
                  <a:srgbClr val="61736F"/>
                </a:solidFill>
                <a:latin typeface="Apple SD Gothic Neo"/>
                <a:ea typeface="Apple SD Gothic Neo"/>
                <a:cs typeface="Apple SD Gothic Neo"/>
              </a:defRPr>
            </a:lvl6pPr>
            <a:lvl7pPr algn="l">
              <a:defRPr sz="1350" b="0">
                <a:solidFill>
                  <a:srgbClr val="61736F"/>
                </a:solidFill>
                <a:latin typeface="Apple SD Gothic Neo"/>
                <a:ea typeface="Apple SD Gothic Neo"/>
                <a:cs typeface="Apple SD Gothic Neo"/>
              </a:defRPr>
            </a:lvl7pPr>
            <a:lvl8pPr algn="l">
              <a:defRPr sz="1350" b="0">
                <a:solidFill>
                  <a:srgbClr val="61736F"/>
                </a:solidFill>
                <a:latin typeface="Apple SD Gothic Neo"/>
                <a:ea typeface="Apple SD Gothic Neo"/>
                <a:cs typeface="Apple SD Gothic Neo"/>
              </a:defRPr>
            </a:lvl8pPr>
            <a:lvl9pPr algn="l">
              <a:defRPr sz="1350" b="0">
                <a:solidFill>
                  <a:srgbClr val="61736F"/>
                </a:solidFill>
                <a:latin typeface="Apple SD Gothic Neo"/>
                <a:ea typeface="Apple SD Gothic Neo"/>
                <a:cs typeface="Apple SD Gothic Neo"/>
              </a:defRPr>
            </a:lvl9pPr>
          </a:lstStyle>
          <a:p xmlns:a="http://schemas.openxmlformats.org/drawingml/2006/main">
            <a:pPr algn="l">
              <a:defRPr sz="1350" b="0">
                <a:solidFill>
                  <a:srgbClr val="61736F"/>
                </a:solidFill>
                <a:latin typeface="Apple SD Gothic Neo"/>
                <a:ea typeface="Apple SD Gothic Neo"/>
                <a:cs typeface="Apple SD Gothic Neo"/>
              </a:defRPr>
            </a:pPr>
            <a:r>
              <a:rPr sz="1350" b="0">
                <a:solidFill>
                  <a:srgbClr val="61736F"/>
                </a:solidFill>
                <a:latin typeface="Apple SD Gothic Neo"/>
                <a:ea typeface="Apple SD Gothic Neo"/>
                <a:cs typeface="Apple SD Gothic Neo"/>
              </a:rPr>
              <a:t>봉화지기  /  산불 MVP 시연 구성  /  2026.11.01 기준</a:t>
            </a:r>
          </a:p>
        </p:txBody>
      </p:sp>
      <p:sp>
        <p:nvSpPr>
          <p:cNvPr id="6" name="s3-5-text">
            <a:extLst xmlns:a="http://schemas.openxmlformats.org/drawingml/2006/main">
              <a:ext uri="{FF2B5EF4-FFF2-40B4-BE49-F238E27FC236}">
                <a16:creationId xmlns:a16="http://schemas.microsoft.com/office/drawing/2014/main" id="{E6DE8CBF-947C-4295-A393-B7B425FBBADB}"/>
              </a:ext>
            </a:extLst>
          </p:cNvPr>
          <p:cNvSpPr>
            <a:spLocks xmlns:a="http://schemas.openxmlformats.org/drawingml/2006/main" noGrp="1"/>
          </p:cNvSpPr>
          <p:nvPr/>
        </p:nvSpPr>
        <p:spPr>
          <a:xfrm xmlns:a="http://schemas.openxmlformats.org/drawingml/2006/main">
            <a:off x="13811250" y="8067675"/>
            <a:ext cx="742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500" b="0">
                <a:solidFill>
                  <a:srgbClr val="61736F"/>
                </a:solidFill>
                <a:latin typeface="Apple SD Gothic Neo"/>
                <a:ea typeface="Apple SD Gothic Neo"/>
                <a:cs typeface="Apple SD Gothic Neo"/>
              </a:defRPr>
            </a:defPPr>
            <a:lvl1pPr algn="r">
              <a:defRPr sz="1500" b="0">
                <a:solidFill>
                  <a:srgbClr val="61736F"/>
                </a:solidFill>
                <a:latin typeface="Apple SD Gothic Neo"/>
                <a:ea typeface="Apple SD Gothic Neo"/>
                <a:cs typeface="Apple SD Gothic Neo"/>
              </a:defRPr>
            </a:lvl1pPr>
            <a:lvl2pPr algn="r">
              <a:defRPr sz="1500" b="0">
                <a:solidFill>
                  <a:srgbClr val="61736F"/>
                </a:solidFill>
                <a:latin typeface="Apple SD Gothic Neo"/>
                <a:ea typeface="Apple SD Gothic Neo"/>
                <a:cs typeface="Apple SD Gothic Neo"/>
              </a:defRPr>
            </a:lvl2pPr>
            <a:lvl3pPr algn="r">
              <a:defRPr sz="1500" b="0">
                <a:solidFill>
                  <a:srgbClr val="61736F"/>
                </a:solidFill>
                <a:latin typeface="Apple SD Gothic Neo"/>
                <a:ea typeface="Apple SD Gothic Neo"/>
                <a:cs typeface="Apple SD Gothic Neo"/>
              </a:defRPr>
            </a:lvl3pPr>
            <a:lvl4pPr algn="r">
              <a:defRPr sz="1500" b="0">
                <a:solidFill>
                  <a:srgbClr val="61736F"/>
                </a:solidFill>
                <a:latin typeface="Apple SD Gothic Neo"/>
                <a:ea typeface="Apple SD Gothic Neo"/>
                <a:cs typeface="Apple SD Gothic Neo"/>
              </a:defRPr>
            </a:lvl4pPr>
            <a:lvl5pPr algn="r">
              <a:defRPr sz="1500" b="0">
                <a:solidFill>
                  <a:srgbClr val="61736F"/>
                </a:solidFill>
                <a:latin typeface="Apple SD Gothic Neo"/>
                <a:ea typeface="Apple SD Gothic Neo"/>
                <a:cs typeface="Apple SD Gothic Neo"/>
              </a:defRPr>
            </a:lvl5pPr>
            <a:lvl6pPr algn="r">
              <a:defRPr sz="1500" b="0">
                <a:solidFill>
                  <a:srgbClr val="61736F"/>
                </a:solidFill>
                <a:latin typeface="Apple SD Gothic Neo"/>
                <a:ea typeface="Apple SD Gothic Neo"/>
                <a:cs typeface="Apple SD Gothic Neo"/>
              </a:defRPr>
            </a:lvl6pPr>
            <a:lvl7pPr algn="r">
              <a:defRPr sz="1500" b="0">
                <a:solidFill>
                  <a:srgbClr val="61736F"/>
                </a:solidFill>
                <a:latin typeface="Apple SD Gothic Neo"/>
                <a:ea typeface="Apple SD Gothic Neo"/>
                <a:cs typeface="Apple SD Gothic Neo"/>
              </a:defRPr>
            </a:lvl7pPr>
            <a:lvl8pPr algn="r">
              <a:defRPr sz="1500" b="0">
                <a:solidFill>
                  <a:srgbClr val="61736F"/>
                </a:solidFill>
                <a:latin typeface="Apple SD Gothic Neo"/>
                <a:ea typeface="Apple SD Gothic Neo"/>
                <a:cs typeface="Apple SD Gothic Neo"/>
              </a:defRPr>
            </a:lvl8pPr>
            <a:lvl9pPr algn="r">
              <a:defRPr sz="1500" b="0">
                <a:solidFill>
                  <a:srgbClr val="61736F"/>
                </a:solidFill>
                <a:latin typeface="Apple SD Gothic Neo"/>
                <a:ea typeface="Apple SD Gothic Neo"/>
                <a:cs typeface="Apple SD Gothic Neo"/>
              </a:defRPr>
            </a:lvl9pPr>
          </a:lstStyle>
          <a:p xmlns:a="http://schemas.openxmlformats.org/drawingml/2006/main">
            <a:pPr algn="r">
              <a:defRPr sz="1500" b="0">
                <a:solidFill>
                  <a:srgbClr val="61736F"/>
                </a:solidFill>
                <a:latin typeface="Apple SD Gothic Neo"/>
                <a:ea typeface="Apple SD Gothic Neo"/>
                <a:cs typeface="Apple SD Gothic Neo"/>
              </a:defRPr>
            </a:pPr>
            <a:r>
              <a:rPr sz="1500" b="0">
                <a:solidFill>
                  <a:srgbClr val="61736F"/>
                </a:solidFill>
                <a:latin typeface="Apple SD Gothic Neo"/>
                <a:ea typeface="Apple SD Gothic Neo"/>
                <a:cs typeface="Apple SD Gothic Neo"/>
              </a:rPr>
              <a:t>3 / 3</a:t>
            </a:r>
          </a:p>
        </p:txBody>
      </p:sp>
      <p:sp>
        <p:nvSpPr>
          <p:cNvPr id="7" name="s3-6-rect">
            <a:extLst xmlns:a="http://schemas.openxmlformats.org/drawingml/2006/main">
              <a:ext uri="{FF2B5EF4-FFF2-40B4-BE49-F238E27FC236}">
                <a16:creationId xmlns:a16="http://schemas.microsoft.com/office/drawing/2014/main" id="{E79A0415-7040-4807-8AB8-7663B84F4B12}"/>
              </a:ext>
            </a:extLst>
          </p:cNvPr>
          <p:cNvSpPr>
            <a:spLocks xmlns:a="http://schemas.openxmlformats.org/drawingml/2006/main" noGrp="1"/>
          </p:cNvSpPr>
          <p:nvPr/>
        </p:nvSpPr>
        <p:spPr>
          <a:xfrm xmlns:a="http://schemas.openxmlformats.org/drawingml/2006/main">
            <a:off x="685800" y="1971675"/>
            <a:ext cx="13868400" cy="1743075"/>
          </a:xfrm>
          <a:prstGeom xmlns:a="http://schemas.openxmlformats.org/drawingml/2006/main" prst="roundRect">
            <a:avLst>
              <a:gd name="adj" fmla="val 12022"/>
            </a:avLst>
          </a:prstGeom>
          <a:solidFill xmlns:a="http://schemas.openxmlformats.org/drawingml/2006/main">
            <a:srgbClr val="FBEDE8"/>
          </a:solidFill>
          <a:ln xmlns:a="http://schemas.openxmlformats.org/drawingml/2006/main" w="9525">
            <a:noFill/>
            <a:prstDash val="solid"/>
          </a:ln>
        </p:spPr>
      </p:sp>
      <p:sp>
        <p:nvSpPr>
          <p:cNvPr id="8" name="s3-7-text">
            <a:extLst xmlns:a="http://schemas.openxmlformats.org/drawingml/2006/main">
              <a:ext uri="{FF2B5EF4-FFF2-40B4-BE49-F238E27FC236}">
                <a16:creationId xmlns:a16="http://schemas.microsoft.com/office/drawing/2014/main" id="{A2CF4874-827F-4654-AE0B-5338F008DF06}"/>
              </a:ext>
            </a:extLst>
          </p:cNvPr>
          <p:cNvSpPr>
            <a:spLocks xmlns:a="http://schemas.openxmlformats.org/drawingml/2006/main" noGrp="1"/>
          </p:cNvSpPr>
          <p:nvPr/>
        </p:nvSpPr>
        <p:spPr>
          <a:xfrm xmlns:a="http://schemas.openxmlformats.org/drawingml/2006/main">
            <a:off x="933450" y="2152650"/>
            <a:ext cx="762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a:solidFill>
                  <a:srgbClr val="BD463E"/>
                </a:solidFill>
                <a:latin typeface="Apple SD Gothic Neo"/>
                <a:ea typeface="Apple SD Gothic Neo"/>
                <a:cs typeface="Apple SD Gothic Neo"/>
              </a:defRPr>
            </a:defPPr>
            <a:lvl1pPr algn="l">
              <a:defRPr sz="2100" b="1">
                <a:solidFill>
                  <a:srgbClr val="BD463E"/>
                </a:solidFill>
                <a:latin typeface="Apple SD Gothic Neo"/>
                <a:ea typeface="Apple SD Gothic Neo"/>
                <a:cs typeface="Apple SD Gothic Neo"/>
              </a:defRPr>
            </a:lvl1pPr>
            <a:lvl2pPr algn="l">
              <a:defRPr sz="2100" b="1">
                <a:solidFill>
                  <a:srgbClr val="BD463E"/>
                </a:solidFill>
                <a:latin typeface="Apple SD Gothic Neo"/>
                <a:ea typeface="Apple SD Gothic Neo"/>
                <a:cs typeface="Apple SD Gothic Neo"/>
              </a:defRPr>
            </a:lvl2pPr>
            <a:lvl3pPr algn="l">
              <a:defRPr sz="2100" b="1">
                <a:solidFill>
                  <a:srgbClr val="BD463E"/>
                </a:solidFill>
                <a:latin typeface="Apple SD Gothic Neo"/>
                <a:ea typeface="Apple SD Gothic Neo"/>
                <a:cs typeface="Apple SD Gothic Neo"/>
              </a:defRPr>
            </a:lvl3pPr>
            <a:lvl4pPr algn="l">
              <a:defRPr sz="2100" b="1">
                <a:solidFill>
                  <a:srgbClr val="BD463E"/>
                </a:solidFill>
                <a:latin typeface="Apple SD Gothic Neo"/>
                <a:ea typeface="Apple SD Gothic Neo"/>
                <a:cs typeface="Apple SD Gothic Neo"/>
              </a:defRPr>
            </a:lvl4pPr>
            <a:lvl5pPr algn="l">
              <a:defRPr sz="2100" b="1">
                <a:solidFill>
                  <a:srgbClr val="BD463E"/>
                </a:solidFill>
                <a:latin typeface="Apple SD Gothic Neo"/>
                <a:ea typeface="Apple SD Gothic Neo"/>
                <a:cs typeface="Apple SD Gothic Neo"/>
              </a:defRPr>
            </a:lvl5pPr>
            <a:lvl6pPr algn="l">
              <a:defRPr sz="2100" b="1">
                <a:solidFill>
                  <a:srgbClr val="BD463E"/>
                </a:solidFill>
                <a:latin typeface="Apple SD Gothic Neo"/>
                <a:ea typeface="Apple SD Gothic Neo"/>
                <a:cs typeface="Apple SD Gothic Neo"/>
              </a:defRPr>
            </a:lvl6pPr>
            <a:lvl7pPr algn="l">
              <a:defRPr sz="2100" b="1">
                <a:solidFill>
                  <a:srgbClr val="BD463E"/>
                </a:solidFill>
                <a:latin typeface="Apple SD Gothic Neo"/>
                <a:ea typeface="Apple SD Gothic Neo"/>
                <a:cs typeface="Apple SD Gothic Neo"/>
              </a:defRPr>
            </a:lvl7pPr>
            <a:lvl8pPr algn="l">
              <a:defRPr sz="2100" b="1">
                <a:solidFill>
                  <a:srgbClr val="BD463E"/>
                </a:solidFill>
                <a:latin typeface="Apple SD Gothic Neo"/>
                <a:ea typeface="Apple SD Gothic Neo"/>
                <a:cs typeface="Apple SD Gothic Neo"/>
              </a:defRPr>
            </a:lvl8pPr>
            <a:lvl9pPr algn="l">
              <a:defRPr sz="2100" b="1">
                <a:solidFill>
                  <a:srgbClr val="BD463E"/>
                </a:solidFill>
                <a:latin typeface="Apple SD Gothic Neo"/>
                <a:ea typeface="Apple SD Gothic Neo"/>
                <a:cs typeface="Apple SD Gothic Neo"/>
              </a:defRPr>
            </a:lvl9pPr>
          </a:lstStyle>
          <a:p xmlns:a="http://schemas.openxmlformats.org/drawingml/2006/main">
            <a:pPr algn="l">
              <a:defRPr sz="2100" b="1">
                <a:solidFill>
                  <a:srgbClr val="BD463E"/>
                </a:solidFill>
                <a:latin typeface="Apple SD Gothic Neo"/>
                <a:ea typeface="Apple SD Gothic Neo"/>
                <a:cs typeface="Apple SD Gothic Neo"/>
              </a:defRPr>
            </a:pPr>
            <a:r>
              <a:rPr sz="2100" b="1">
                <a:solidFill>
                  <a:srgbClr val="BD463E"/>
                </a:solidFill>
                <a:latin typeface="Apple SD Gothic Neo"/>
                <a:ea typeface="Apple SD Gothic Neo"/>
                <a:cs typeface="Apple SD Gothic Neo"/>
              </a:rPr>
              <a:t>공식 경보 우선 처리</a:t>
            </a:r>
          </a:p>
        </p:txBody>
      </p:sp>
      <p:sp>
        <p:nvSpPr>
          <p:cNvPr id="9" name="s3-8-text">
            <a:extLst xmlns:a="http://schemas.openxmlformats.org/drawingml/2006/main">
              <a:ext uri="{FF2B5EF4-FFF2-40B4-BE49-F238E27FC236}">
                <a16:creationId xmlns:a16="http://schemas.microsoft.com/office/drawing/2014/main" id="{542B78A0-0E6C-4496-85DC-58BAAEB5E6EC}"/>
              </a:ext>
            </a:extLst>
          </p:cNvPr>
          <p:cNvSpPr>
            <a:spLocks xmlns:a="http://schemas.openxmlformats.org/drawingml/2006/main" noGrp="1"/>
          </p:cNvSpPr>
          <p:nvPr/>
        </p:nvSpPr>
        <p:spPr>
          <a:xfrm xmlns:a="http://schemas.openxmlformats.org/drawingml/2006/main">
            <a:off x="10448925" y="218122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575" b="0">
                <a:solidFill>
                  <a:srgbClr val="BD463E"/>
                </a:solidFill>
                <a:latin typeface="Apple SD Gothic Neo"/>
                <a:ea typeface="Apple SD Gothic Neo"/>
                <a:cs typeface="Apple SD Gothic Neo"/>
              </a:defRPr>
            </a:defPPr>
            <a:lvl1pPr algn="r">
              <a:defRPr sz="1575" b="0">
                <a:solidFill>
                  <a:srgbClr val="BD463E"/>
                </a:solidFill>
                <a:latin typeface="Apple SD Gothic Neo"/>
                <a:ea typeface="Apple SD Gothic Neo"/>
                <a:cs typeface="Apple SD Gothic Neo"/>
              </a:defRPr>
            </a:lvl1pPr>
            <a:lvl2pPr algn="r">
              <a:defRPr sz="1575" b="0">
                <a:solidFill>
                  <a:srgbClr val="BD463E"/>
                </a:solidFill>
                <a:latin typeface="Apple SD Gothic Neo"/>
                <a:ea typeface="Apple SD Gothic Neo"/>
                <a:cs typeface="Apple SD Gothic Neo"/>
              </a:defRPr>
            </a:lvl2pPr>
            <a:lvl3pPr algn="r">
              <a:defRPr sz="1575" b="0">
                <a:solidFill>
                  <a:srgbClr val="BD463E"/>
                </a:solidFill>
                <a:latin typeface="Apple SD Gothic Neo"/>
                <a:ea typeface="Apple SD Gothic Neo"/>
                <a:cs typeface="Apple SD Gothic Neo"/>
              </a:defRPr>
            </a:lvl3pPr>
            <a:lvl4pPr algn="r">
              <a:defRPr sz="1575" b="0">
                <a:solidFill>
                  <a:srgbClr val="BD463E"/>
                </a:solidFill>
                <a:latin typeface="Apple SD Gothic Neo"/>
                <a:ea typeface="Apple SD Gothic Neo"/>
                <a:cs typeface="Apple SD Gothic Neo"/>
              </a:defRPr>
            </a:lvl4pPr>
            <a:lvl5pPr algn="r">
              <a:defRPr sz="1575" b="0">
                <a:solidFill>
                  <a:srgbClr val="BD463E"/>
                </a:solidFill>
                <a:latin typeface="Apple SD Gothic Neo"/>
                <a:ea typeface="Apple SD Gothic Neo"/>
                <a:cs typeface="Apple SD Gothic Neo"/>
              </a:defRPr>
            </a:lvl5pPr>
            <a:lvl6pPr algn="r">
              <a:defRPr sz="1575" b="0">
                <a:solidFill>
                  <a:srgbClr val="BD463E"/>
                </a:solidFill>
                <a:latin typeface="Apple SD Gothic Neo"/>
                <a:ea typeface="Apple SD Gothic Neo"/>
                <a:cs typeface="Apple SD Gothic Neo"/>
              </a:defRPr>
            </a:lvl6pPr>
            <a:lvl7pPr algn="r">
              <a:defRPr sz="1575" b="0">
                <a:solidFill>
                  <a:srgbClr val="BD463E"/>
                </a:solidFill>
                <a:latin typeface="Apple SD Gothic Neo"/>
                <a:ea typeface="Apple SD Gothic Neo"/>
                <a:cs typeface="Apple SD Gothic Neo"/>
              </a:defRPr>
            </a:lvl7pPr>
            <a:lvl8pPr algn="r">
              <a:defRPr sz="1575" b="0">
                <a:solidFill>
                  <a:srgbClr val="BD463E"/>
                </a:solidFill>
                <a:latin typeface="Apple SD Gothic Neo"/>
                <a:ea typeface="Apple SD Gothic Neo"/>
                <a:cs typeface="Apple SD Gothic Neo"/>
              </a:defRPr>
            </a:lvl8pPr>
            <a:lvl9pPr algn="r">
              <a:defRPr sz="1575" b="0">
                <a:solidFill>
                  <a:srgbClr val="BD463E"/>
                </a:solidFill>
                <a:latin typeface="Apple SD Gothic Neo"/>
                <a:ea typeface="Apple SD Gothic Neo"/>
                <a:cs typeface="Apple SD Gothic Neo"/>
              </a:defRPr>
            </a:lvl9pPr>
          </a:lstStyle>
          <a:p xmlns:a="http://schemas.openxmlformats.org/drawingml/2006/main">
            <a:pPr algn="r">
              <a:defRPr sz="1575" b="0">
                <a:solidFill>
                  <a:srgbClr val="BD463E"/>
                </a:solidFill>
                <a:latin typeface="Apple SD Gothic Neo"/>
                <a:ea typeface="Apple SD Gothic Neo"/>
                <a:cs typeface="Apple SD Gothic Neo"/>
              </a:defRPr>
            </a:pPr>
            <a:r>
              <a:rPr sz="1575" b="0">
                <a:solidFill>
                  <a:srgbClr val="BD463E"/>
                </a:solidFill>
                <a:latin typeface="Apple SD Gothic Neo"/>
                <a:ea typeface="Apple SD Gothic Neo"/>
                <a:cs typeface="Apple SD Gothic Neo"/>
              </a:rPr>
              <a:t>AI와 개인 정책 계산을 기다리지 않음</a:t>
            </a:r>
          </a:p>
        </p:txBody>
      </p:sp>
      <p:sp>
        <p:nvSpPr>
          <p:cNvPr id="10" name="s3-9-text">
            <a:extLst xmlns:a="http://schemas.openxmlformats.org/drawingml/2006/main">
              <a:ext uri="{FF2B5EF4-FFF2-40B4-BE49-F238E27FC236}">
                <a16:creationId xmlns:a16="http://schemas.microsoft.com/office/drawing/2014/main" id="{0C14C844-B722-459D-B776-08AA4047A7CF}"/>
              </a:ext>
            </a:extLst>
          </p:cNvPr>
          <p:cNvSpPr>
            <a:spLocks xmlns:a="http://schemas.openxmlformats.org/drawingml/2006/main" noGrp="1"/>
          </p:cNvSpPr>
          <p:nvPr/>
        </p:nvSpPr>
        <p:spPr>
          <a:xfrm xmlns:a="http://schemas.openxmlformats.org/drawingml/2006/main">
            <a:off x="981075" y="2790825"/>
            <a:ext cx="2667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a:solidFill>
                  <a:srgbClr val="172E2A"/>
                </a:solidFill>
                <a:latin typeface="Apple SD Gothic Neo"/>
                <a:ea typeface="Apple SD Gothic Neo"/>
                <a:cs typeface="Apple SD Gothic Neo"/>
              </a:defRPr>
            </a:defPPr>
            <a:lvl1pPr algn="l">
              <a:defRPr sz="2100" b="1">
                <a:solidFill>
                  <a:srgbClr val="172E2A"/>
                </a:solidFill>
                <a:latin typeface="Apple SD Gothic Neo"/>
                <a:ea typeface="Apple SD Gothic Neo"/>
                <a:cs typeface="Apple SD Gothic Neo"/>
              </a:defRPr>
            </a:lvl1pPr>
            <a:lvl2pPr algn="l">
              <a:defRPr sz="2100" b="1">
                <a:solidFill>
                  <a:srgbClr val="172E2A"/>
                </a:solidFill>
                <a:latin typeface="Apple SD Gothic Neo"/>
                <a:ea typeface="Apple SD Gothic Neo"/>
                <a:cs typeface="Apple SD Gothic Neo"/>
              </a:defRPr>
            </a:lvl2pPr>
            <a:lvl3pPr algn="l">
              <a:defRPr sz="2100" b="1">
                <a:solidFill>
                  <a:srgbClr val="172E2A"/>
                </a:solidFill>
                <a:latin typeface="Apple SD Gothic Neo"/>
                <a:ea typeface="Apple SD Gothic Neo"/>
                <a:cs typeface="Apple SD Gothic Neo"/>
              </a:defRPr>
            </a:lvl3pPr>
            <a:lvl4pPr algn="l">
              <a:defRPr sz="2100" b="1">
                <a:solidFill>
                  <a:srgbClr val="172E2A"/>
                </a:solidFill>
                <a:latin typeface="Apple SD Gothic Neo"/>
                <a:ea typeface="Apple SD Gothic Neo"/>
                <a:cs typeface="Apple SD Gothic Neo"/>
              </a:defRPr>
            </a:lvl4pPr>
            <a:lvl5pPr algn="l">
              <a:defRPr sz="2100" b="1">
                <a:solidFill>
                  <a:srgbClr val="172E2A"/>
                </a:solidFill>
                <a:latin typeface="Apple SD Gothic Neo"/>
                <a:ea typeface="Apple SD Gothic Neo"/>
                <a:cs typeface="Apple SD Gothic Neo"/>
              </a:defRPr>
            </a:lvl5pPr>
            <a:lvl6pPr algn="l">
              <a:defRPr sz="2100" b="1">
                <a:solidFill>
                  <a:srgbClr val="172E2A"/>
                </a:solidFill>
                <a:latin typeface="Apple SD Gothic Neo"/>
                <a:ea typeface="Apple SD Gothic Neo"/>
                <a:cs typeface="Apple SD Gothic Neo"/>
              </a:defRPr>
            </a:lvl6pPr>
            <a:lvl7pPr algn="l">
              <a:defRPr sz="2100" b="1">
                <a:solidFill>
                  <a:srgbClr val="172E2A"/>
                </a:solidFill>
                <a:latin typeface="Apple SD Gothic Neo"/>
                <a:ea typeface="Apple SD Gothic Neo"/>
                <a:cs typeface="Apple SD Gothic Neo"/>
              </a:defRPr>
            </a:lvl7pPr>
            <a:lvl8pPr algn="l">
              <a:defRPr sz="2100" b="1">
                <a:solidFill>
                  <a:srgbClr val="172E2A"/>
                </a:solidFill>
                <a:latin typeface="Apple SD Gothic Neo"/>
                <a:ea typeface="Apple SD Gothic Neo"/>
                <a:cs typeface="Apple SD Gothic Neo"/>
              </a:defRPr>
            </a:lvl8pPr>
            <a:lvl9pPr algn="l">
              <a:defRPr sz="2100" b="1">
                <a:solidFill>
                  <a:srgbClr val="172E2A"/>
                </a:solidFill>
                <a:latin typeface="Apple SD Gothic Neo"/>
                <a:ea typeface="Apple SD Gothic Neo"/>
                <a:cs typeface="Apple SD Gothic Neo"/>
              </a:defRPr>
            </a:lvl9pPr>
          </a:lstStyle>
          <a:p xmlns:a="http://schemas.openxmlformats.org/drawingml/2006/main">
            <a:pPr algn="l">
              <a:defRPr sz="2100" b="1">
                <a:solidFill>
                  <a:srgbClr val="172E2A"/>
                </a:solidFill>
                <a:latin typeface="Apple SD Gothic Neo"/>
                <a:ea typeface="Apple SD Gothic Neo"/>
                <a:cs typeface="Apple SD Gothic Neo"/>
              </a:defRPr>
            </a:pPr>
            <a:r>
              <a:rPr sz="2100" b="1">
                <a:solidFill>
                  <a:srgbClr val="172E2A"/>
                </a:solidFill>
                <a:latin typeface="Apple SD Gothic Neo"/>
                <a:ea typeface="Apple SD Gothic Neo"/>
                <a:cs typeface="Apple SD Gothic Neo"/>
              </a:rPr>
              <a:t>공식 경보 수신</a:t>
            </a:r>
          </a:p>
        </p:txBody>
      </p:sp>
      <p:sp>
        <p:nvSpPr>
          <p:cNvPr id="11" name="s3-10-text">
            <a:extLst xmlns:a="http://schemas.openxmlformats.org/drawingml/2006/main">
              <a:ext uri="{FF2B5EF4-FFF2-40B4-BE49-F238E27FC236}">
                <a16:creationId xmlns:a16="http://schemas.microsoft.com/office/drawing/2014/main" id="{E60466C3-238A-424B-9953-D93EFF7370E0}"/>
              </a:ext>
            </a:extLst>
          </p:cNvPr>
          <p:cNvSpPr>
            <a:spLocks xmlns:a="http://schemas.openxmlformats.org/drawingml/2006/main" noGrp="1"/>
          </p:cNvSpPr>
          <p:nvPr/>
        </p:nvSpPr>
        <p:spPr>
          <a:xfrm xmlns:a="http://schemas.openxmlformats.org/drawingml/2006/main">
            <a:off x="981075" y="3238500"/>
            <a:ext cx="2686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1736F"/>
                </a:solidFill>
                <a:latin typeface="Apple SD Gothic Neo"/>
                <a:ea typeface="Apple SD Gothic Neo"/>
                <a:cs typeface="Apple SD Gothic Neo"/>
              </a:defRPr>
            </a:defPPr>
            <a:lvl1pPr algn="l">
              <a:defRPr sz="1650" b="0">
                <a:solidFill>
                  <a:srgbClr val="61736F"/>
                </a:solidFill>
                <a:latin typeface="Apple SD Gothic Neo"/>
                <a:ea typeface="Apple SD Gothic Neo"/>
                <a:cs typeface="Apple SD Gothic Neo"/>
              </a:defRPr>
            </a:lvl1pPr>
            <a:lvl2pPr algn="l">
              <a:defRPr sz="1650" b="0">
                <a:solidFill>
                  <a:srgbClr val="61736F"/>
                </a:solidFill>
                <a:latin typeface="Apple SD Gothic Neo"/>
                <a:ea typeface="Apple SD Gothic Neo"/>
                <a:cs typeface="Apple SD Gothic Neo"/>
              </a:defRPr>
            </a:lvl2pPr>
            <a:lvl3pPr algn="l">
              <a:defRPr sz="1650" b="0">
                <a:solidFill>
                  <a:srgbClr val="61736F"/>
                </a:solidFill>
                <a:latin typeface="Apple SD Gothic Neo"/>
                <a:ea typeface="Apple SD Gothic Neo"/>
                <a:cs typeface="Apple SD Gothic Neo"/>
              </a:defRPr>
            </a:lvl3pPr>
            <a:lvl4pPr algn="l">
              <a:defRPr sz="1650" b="0">
                <a:solidFill>
                  <a:srgbClr val="61736F"/>
                </a:solidFill>
                <a:latin typeface="Apple SD Gothic Neo"/>
                <a:ea typeface="Apple SD Gothic Neo"/>
                <a:cs typeface="Apple SD Gothic Neo"/>
              </a:defRPr>
            </a:lvl4pPr>
            <a:lvl5pPr algn="l">
              <a:defRPr sz="1650" b="0">
                <a:solidFill>
                  <a:srgbClr val="61736F"/>
                </a:solidFill>
                <a:latin typeface="Apple SD Gothic Neo"/>
                <a:ea typeface="Apple SD Gothic Neo"/>
                <a:cs typeface="Apple SD Gothic Neo"/>
              </a:defRPr>
            </a:lvl5pPr>
            <a:lvl6pPr algn="l">
              <a:defRPr sz="1650" b="0">
                <a:solidFill>
                  <a:srgbClr val="61736F"/>
                </a:solidFill>
                <a:latin typeface="Apple SD Gothic Neo"/>
                <a:ea typeface="Apple SD Gothic Neo"/>
                <a:cs typeface="Apple SD Gothic Neo"/>
              </a:defRPr>
            </a:lvl6pPr>
            <a:lvl7pPr algn="l">
              <a:defRPr sz="1650" b="0">
                <a:solidFill>
                  <a:srgbClr val="61736F"/>
                </a:solidFill>
                <a:latin typeface="Apple SD Gothic Neo"/>
                <a:ea typeface="Apple SD Gothic Neo"/>
                <a:cs typeface="Apple SD Gothic Neo"/>
              </a:defRPr>
            </a:lvl7pPr>
            <a:lvl8pPr algn="l">
              <a:defRPr sz="1650" b="0">
                <a:solidFill>
                  <a:srgbClr val="61736F"/>
                </a:solidFill>
                <a:latin typeface="Apple SD Gothic Neo"/>
                <a:ea typeface="Apple SD Gothic Neo"/>
                <a:cs typeface="Apple SD Gothic Neo"/>
              </a:defRPr>
            </a:lvl8pPr>
            <a:lvl9pPr algn="l">
              <a:defRPr sz="1650" b="0">
                <a:solidFill>
                  <a:srgbClr val="61736F"/>
                </a:solidFill>
                <a:latin typeface="Apple SD Gothic Neo"/>
                <a:ea typeface="Apple SD Gothic Neo"/>
                <a:cs typeface="Apple SD Gothic Neo"/>
              </a:defRPr>
            </a:lvl9pPr>
          </a:lstStyle>
          <a:p xmlns:a="http://schemas.openxmlformats.org/drawingml/2006/main">
            <a:pPr algn="l">
              <a:defRPr sz="1650" b="0">
                <a:solidFill>
                  <a:srgbClr val="61736F"/>
                </a:solidFill>
                <a:latin typeface="Apple SD Gothic Neo"/>
                <a:ea typeface="Apple SD Gothic Neo"/>
                <a:cs typeface="Apple SD Gothic Neo"/>
              </a:defRPr>
            </a:pPr>
            <a:r>
              <a:rPr sz="1650" b="0">
                <a:solidFill>
                  <a:srgbClr val="61736F"/>
                </a:solidFill>
                <a:latin typeface="Apple SD Gothic Neo"/>
                <a:ea typeface="Apple SD Gothic Neo"/>
                <a:cs typeface="Apple SD Gothic Neo"/>
              </a:rPr>
              <a:t>발령·정정·해제</a:t>
            </a:r>
          </a:p>
        </p:txBody>
      </p:sp>
      <p:sp>
        <p:nvSpPr>
          <p:cNvPr id="12" name="s3-11-text">
            <a:extLst xmlns:a="http://schemas.openxmlformats.org/drawingml/2006/main">
              <a:ext uri="{FF2B5EF4-FFF2-40B4-BE49-F238E27FC236}">
                <a16:creationId xmlns:a16="http://schemas.microsoft.com/office/drawing/2014/main" id="{A8D6CFA6-254D-4D5F-B479-08F411ADAC0D}"/>
              </a:ext>
            </a:extLst>
          </p:cNvPr>
          <p:cNvSpPr>
            <a:spLocks xmlns:a="http://schemas.openxmlformats.org/drawingml/2006/main" noGrp="1"/>
          </p:cNvSpPr>
          <p:nvPr/>
        </p:nvSpPr>
        <p:spPr>
          <a:xfrm xmlns:a="http://schemas.openxmlformats.org/drawingml/2006/main">
            <a:off x="4391025" y="2790825"/>
            <a:ext cx="2667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a:solidFill>
                  <a:srgbClr val="172E2A"/>
                </a:solidFill>
                <a:latin typeface="Apple SD Gothic Neo"/>
                <a:ea typeface="Apple SD Gothic Neo"/>
                <a:cs typeface="Apple SD Gothic Neo"/>
              </a:defRPr>
            </a:defPPr>
            <a:lvl1pPr algn="l">
              <a:defRPr sz="2100" b="1">
                <a:solidFill>
                  <a:srgbClr val="172E2A"/>
                </a:solidFill>
                <a:latin typeface="Apple SD Gothic Neo"/>
                <a:ea typeface="Apple SD Gothic Neo"/>
                <a:cs typeface="Apple SD Gothic Neo"/>
              </a:defRPr>
            </a:lvl1pPr>
            <a:lvl2pPr algn="l">
              <a:defRPr sz="2100" b="1">
                <a:solidFill>
                  <a:srgbClr val="172E2A"/>
                </a:solidFill>
                <a:latin typeface="Apple SD Gothic Neo"/>
                <a:ea typeface="Apple SD Gothic Neo"/>
                <a:cs typeface="Apple SD Gothic Neo"/>
              </a:defRPr>
            </a:lvl2pPr>
            <a:lvl3pPr algn="l">
              <a:defRPr sz="2100" b="1">
                <a:solidFill>
                  <a:srgbClr val="172E2A"/>
                </a:solidFill>
                <a:latin typeface="Apple SD Gothic Neo"/>
                <a:ea typeface="Apple SD Gothic Neo"/>
                <a:cs typeface="Apple SD Gothic Neo"/>
              </a:defRPr>
            </a:lvl3pPr>
            <a:lvl4pPr algn="l">
              <a:defRPr sz="2100" b="1">
                <a:solidFill>
                  <a:srgbClr val="172E2A"/>
                </a:solidFill>
                <a:latin typeface="Apple SD Gothic Neo"/>
                <a:ea typeface="Apple SD Gothic Neo"/>
                <a:cs typeface="Apple SD Gothic Neo"/>
              </a:defRPr>
            </a:lvl4pPr>
            <a:lvl5pPr algn="l">
              <a:defRPr sz="2100" b="1">
                <a:solidFill>
                  <a:srgbClr val="172E2A"/>
                </a:solidFill>
                <a:latin typeface="Apple SD Gothic Neo"/>
                <a:ea typeface="Apple SD Gothic Neo"/>
                <a:cs typeface="Apple SD Gothic Neo"/>
              </a:defRPr>
            </a:lvl5pPr>
            <a:lvl6pPr algn="l">
              <a:defRPr sz="2100" b="1">
                <a:solidFill>
                  <a:srgbClr val="172E2A"/>
                </a:solidFill>
                <a:latin typeface="Apple SD Gothic Neo"/>
                <a:ea typeface="Apple SD Gothic Neo"/>
                <a:cs typeface="Apple SD Gothic Neo"/>
              </a:defRPr>
            </a:lvl6pPr>
            <a:lvl7pPr algn="l">
              <a:defRPr sz="2100" b="1">
                <a:solidFill>
                  <a:srgbClr val="172E2A"/>
                </a:solidFill>
                <a:latin typeface="Apple SD Gothic Neo"/>
                <a:ea typeface="Apple SD Gothic Neo"/>
                <a:cs typeface="Apple SD Gothic Neo"/>
              </a:defRPr>
            </a:lvl7pPr>
            <a:lvl8pPr algn="l">
              <a:defRPr sz="2100" b="1">
                <a:solidFill>
                  <a:srgbClr val="172E2A"/>
                </a:solidFill>
                <a:latin typeface="Apple SD Gothic Neo"/>
                <a:ea typeface="Apple SD Gothic Neo"/>
                <a:cs typeface="Apple SD Gothic Neo"/>
              </a:defRPr>
            </a:lvl8pPr>
            <a:lvl9pPr algn="l">
              <a:defRPr sz="2100" b="1">
                <a:solidFill>
                  <a:srgbClr val="172E2A"/>
                </a:solidFill>
                <a:latin typeface="Apple SD Gothic Neo"/>
                <a:ea typeface="Apple SD Gothic Neo"/>
                <a:cs typeface="Apple SD Gothic Neo"/>
              </a:defRPr>
            </a:lvl9pPr>
          </a:lstStyle>
          <a:p xmlns:a="http://schemas.openxmlformats.org/drawingml/2006/main">
            <a:pPr algn="l">
              <a:defRPr sz="2100" b="1">
                <a:solidFill>
                  <a:srgbClr val="172E2A"/>
                </a:solidFill>
                <a:latin typeface="Apple SD Gothic Neo"/>
                <a:ea typeface="Apple SD Gothic Neo"/>
                <a:cs typeface="Apple SD Gothic Neo"/>
              </a:defRPr>
            </a:pPr>
            <a:r>
              <a:rPr sz="2100" b="1">
                <a:solidFill>
                  <a:srgbClr val="172E2A"/>
                </a:solidFill>
                <a:latin typeface="Apple SD Gothic Neo"/>
                <a:ea typeface="Apple SD Gothic Neo"/>
                <a:cs typeface="Apple SD Gothic Neo"/>
              </a:rPr>
              <a:t>긴급 전용 처리</a:t>
            </a:r>
          </a:p>
        </p:txBody>
      </p:sp>
      <p:sp>
        <p:nvSpPr>
          <p:cNvPr id="13" name="s3-12-text">
            <a:extLst xmlns:a="http://schemas.openxmlformats.org/drawingml/2006/main">
              <a:ext uri="{FF2B5EF4-FFF2-40B4-BE49-F238E27FC236}">
                <a16:creationId xmlns:a16="http://schemas.microsoft.com/office/drawing/2014/main" id="{A725EB62-30D4-4C1D-99B8-4E61A88B8B26}"/>
              </a:ext>
            </a:extLst>
          </p:cNvPr>
          <p:cNvSpPr>
            <a:spLocks xmlns:a="http://schemas.openxmlformats.org/drawingml/2006/main" noGrp="1"/>
          </p:cNvSpPr>
          <p:nvPr/>
        </p:nvSpPr>
        <p:spPr>
          <a:xfrm xmlns:a="http://schemas.openxmlformats.org/drawingml/2006/main">
            <a:off x="4391025" y="3238500"/>
            <a:ext cx="276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1736F"/>
                </a:solidFill>
                <a:latin typeface="Apple SD Gothic Neo"/>
                <a:ea typeface="Apple SD Gothic Neo"/>
                <a:cs typeface="Apple SD Gothic Neo"/>
              </a:defRPr>
            </a:defPPr>
            <a:lvl1pPr algn="l">
              <a:defRPr sz="1650" b="0">
                <a:solidFill>
                  <a:srgbClr val="61736F"/>
                </a:solidFill>
                <a:latin typeface="Apple SD Gothic Neo"/>
                <a:ea typeface="Apple SD Gothic Neo"/>
                <a:cs typeface="Apple SD Gothic Neo"/>
              </a:defRPr>
            </a:lvl1pPr>
            <a:lvl2pPr algn="l">
              <a:defRPr sz="1650" b="0">
                <a:solidFill>
                  <a:srgbClr val="61736F"/>
                </a:solidFill>
                <a:latin typeface="Apple SD Gothic Neo"/>
                <a:ea typeface="Apple SD Gothic Neo"/>
                <a:cs typeface="Apple SD Gothic Neo"/>
              </a:defRPr>
            </a:lvl2pPr>
            <a:lvl3pPr algn="l">
              <a:defRPr sz="1650" b="0">
                <a:solidFill>
                  <a:srgbClr val="61736F"/>
                </a:solidFill>
                <a:latin typeface="Apple SD Gothic Neo"/>
                <a:ea typeface="Apple SD Gothic Neo"/>
                <a:cs typeface="Apple SD Gothic Neo"/>
              </a:defRPr>
            </a:lvl3pPr>
            <a:lvl4pPr algn="l">
              <a:defRPr sz="1650" b="0">
                <a:solidFill>
                  <a:srgbClr val="61736F"/>
                </a:solidFill>
                <a:latin typeface="Apple SD Gothic Neo"/>
                <a:ea typeface="Apple SD Gothic Neo"/>
                <a:cs typeface="Apple SD Gothic Neo"/>
              </a:defRPr>
            </a:lvl4pPr>
            <a:lvl5pPr algn="l">
              <a:defRPr sz="1650" b="0">
                <a:solidFill>
                  <a:srgbClr val="61736F"/>
                </a:solidFill>
                <a:latin typeface="Apple SD Gothic Neo"/>
                <a:ea typeface="Apple SD Gothic Neo"/>
                <a:cs typeface="Apple SD Gothic Neo"/>
              </a:defRPr>
            </a:lvl5pPr>
            <a:lvl6pPr algn="l">
              <a:defRPr sz="1650" b="0">
                <a:solidFill>
                  <a:srgbClr val="61736F"/>
                </a:solidFill>
                <a:latin typeface="Apple SD Gothic Neo"/>
                <a:ea typeface="Apple SD Gothic Neo"/>
                <a:cs typeface="Apple SD Gothic Neo"/>
              </a:defRPr>
            </a:lvl6pPr>
            <a:lvl7pPr algn="l">
              <a:defRPr sz="1650" b="0">
                <a:solidFill>
                  <a:srgbClr val="61736F"/>
                </a:solidFill>
                <a:latin typeface="Apple SD Gothic Neo"/>
                <a:ea typeface="Apple SD Gothic Neo"/>
                <a:cs typeface="Apple SD Gothic Neo"/>
              </a:defRPr>
            </a:lvl7pPr>
            <a:lvl8pPr algn="l">
              <a:defRPr sz="1650" b="0">
                <a:solidFill>
                  <a:srgbClr val="61736F"/>
                </a:solidFill>
                <a:latin typeface="Apple SD Gothic Neo"/>
                <a:ea typeface="Apple SD Gothic Neo"/>
                <a:cs typeface="Apple SD Gothic Neo"/>
              </a:defRPr>
            </a:lvl8pPr>
            <a:lvl9pPr algn="l">
              <a:defRPr sz="1650" b="0">
                <a:solidFill>
                  <a:srgbClr val="61736F"/>
                </a:solidFill>
                <a:latin typeface="Apple SD Gothic Neo"/>
                <a:ea typeface="Apple SD Gothic Neo"/>
                <a:cs typeface="Apple SD Gothic Neo"/>
              </a:defRPr>
            </a:lvl9pPr>
          </a:lstStyle>
          <a:p xmlns:a="http://schemas.openxmlformats.org/drawingml/2006/main">
            <a:pPr algn="l">
              <a:defRPr sz="1650" b="0">
                <a:solidFill>
                  <a:srgbClr val="61736F"/>
                </a:solidFill>
                <a:latin typeface="Apple SD Gothic Neo"/>
                <a:ea typeface="Apple SD Gothic Neo"/>
                <a:cs typeface="Apple SD Gothic Neo"/>
              </a:defRPr>
            </a:pPr>
            <a:r>
              <a:rPr sz="1650" b="0">
                <a:solidFill>
                  <a:srgbClr val="61736F"/>
                </a:solidFill>
                <a:latin typeface="Apple SD Gothic Neo"/>
                <a:ea typeface="Apple SD Gothic Neo"/>
                <a:cs typeface="Apple SD Gothic Neo"/>
              </a:rPr>
              <a:t>분석 대기열과 분리</a:t>
            </a:r>
          </a:p>
        </p:txBody>
      </p:sp>
      <p:sp>
        <p:nvSpPr>
          <p:cNvPr id="14" name="s3-13-text">
            <a:extLst xmlns:a="http://schemas.openxmlformats.org/drawingml/2006/main">
              <a:ext uri="{FF2B5EF4-FFF2-40B4-BE49-F238E27FC236}">
                <a16:creationId xmlns:a16="http://schemas.microsoft.com/office/drawing/2014/main" id="{14D50D05-6DA2-4DB0-AD9F-4460BF6DA31F}"/>
              </a:ext>
            </a:extLst>
          </p:cNvPr>
          <p:cNvSpPr>
            <a:spLocks xmlns:a="http://schemas.openxmlformats.org/drawingml/2006/main" noGrp="1"/>
          </p:cNvSpPr>
          <p:nvPr/>
        </p:nvSpPr>
        <p:spPr>
          <a:xfrm xmlns:a="http://schemas.openxmlformats.org/drawingml/2006/main">
            <a:off x="7791450" y="2790825"/>
            <a:ext cx="2667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a:solidFill>
                  <a:srgbClr val="172E2A"/>
                </a:solidFill>
                <a:latin typeface="Apple SD Gothic Neo"/>
                <a:ea typeface="Apple SD Gothic Neo"/>
                <a:cs typeface="Apple SD Gothic Neo"/>
              </a:defRPr>
            </a:defPPr>
            <a:lvl1pPr algn="l">
              <a:defRPr sz="2100" b="1">
                <a:solidFill>
                  <a:srgbClr val="172E2A"/>
                </a:solidFill>
                <a:latin typeface="Apple SD Gothic Neo"/>
                <a:ea typeface="Apple SD Gothic Neo"/>
                <a:cs typeface="Apple SD Gothic Neo"/>
              </a:defRPr>
            </a:lvl1pPr>
            <a:lvl2pPr algn="l">
              <a:defRPr sz="2100" b="1">
                <a:solidFill>
                  <a:srgbClr val="172E2A"/>
                </a:solidFill>
                <a:latin typeface="Apple SD Gothic Neo"/>
                <a:ea typeface="Apple SD Gothic Neo"/>
                <a:cs typeface="Apple SD Gothic Neo"/>
              </a:defRPr>
            </a:lvl2pPr>
            <a:lvl3pPr algn="l">
              <a:defRPr sz="2100" b="1">
                <a:solidFill>
                  <a:srgbClr val="172E2A"/>
                </a:solidFill>
                <a:latin typeface="Apple SD Gothic Neo"/>
                <a:ea typeface="Apple SD Gothic Neo"/>
                <a:cs typeface="Apple SD Gothic Neo"/>
              </a:defRPr>
            </a:lvl3pPr>
            <a:lvl4pPr algn="l">
              <a:defRPr sz="2100" b="1">
                <a:solidFill>
                  <a:srgbClr val="172E2A"/>
                </a:solidFill>
                <a:latin typeface="Apple SD Gothic Neo"/>
                <a:ea typeface="Apple SD Gothic Neo"/>
                <a:cs typeface="Apple SD Gothic Neo"/>
              </a:defRPr>
            </a:lvl4pPr>
            <a:lvl5pPr algn="l">
              <a:defRPr sz="2100" b="1">
                <a:solidFill>
                  <a:srgbClr val="172E2A"/>
                </a:solidFill>
                <a:latin typeface="Apple SD Gothic Neo"/>
                <a:ea typeface="Apple SD Gothic Neo"/>
                <a:cs typeface="Apple SD Gothic Neo"/>
              </a:defRPr>
            </a:lvl5pPr>
            <a:lvl6pPr algn="l">
              <a:defRPr sz="2100" b="1">
                <a:solidFill>
                  <a:srgbClr val="172E2A"/>
                </a:solidFill>
                <a:latin typeface="Apple SD Gothic Neo"/>
                <a:ea typeface="Apple SD Gothic Neo"/>
                <a:cs typeface="Apple SD Gothic Neo"/>
              </a:defRPr>
            </a:lvl6pPr>
            <a:lvl7pPr algn="l">
              <a:defRPr sz="2100" b="1">
                <a:solidFill>
                  <a:srgbClr val="172E2A"/>
                </a:solidFill>
                <a:latin typeface="Apple SD Gothic Neo"/>
                <a:ea typeface="Apple SD Gothic Neo"/>
                <a:cs typeface="Apple SD Gothic Neo"/>
              </a:defRPr>
            </a:lvl7pPr>
            <a:lvl8pPr algn="l">
              <a:defRPr sz="2100" b="1">
                <a:solidFill>
                  <a:srgbClr val="172E2A"/>
                </a:solidFill>
                <a:latin typeface="Apple SD Gothic Neo"/>
                <a:ea typeface="Apple SD Gothic Neo"/>
                <a:cs typeface="Apple SD Gothic Neo"/>
              </a:defRPr>
            </a:lvl8pPr>
            <a:lvl9pPr algn="l">
              <a:defRPr sz="2100" b="1">
                <a:solidFill>
                  <a:srgbClr val="172E2A"/>
                </a:solidFill>
                <a:latin typeface="Apple SD Gothic Neo"/>
                <a:ea typeface="Apple SD Gothic Neo"/>
                <a:cs typeface="Apple SD Gothic Neo"/>
              </a:defRPr>
            </a:lvl9pPr>
          </a:lstStyle>
          <a:p xmlns:a="http://schemas.openxmlformats.org/drawingml/2006/main">
            <a:pPr algn="l">
              <a:defRPr sz="2100" b="1">
                <a:solidFill>
                  <a:srgbClr val="172E2A"/>
                </a:solidFill>
                <a:latin typeface="Apple SD Gothic Neo"/>
                <a:ea typeface="Apple SD Gothic Neo"/>
                <a:cs typeface="Apple SD Gothic Neo"/>
              </a:defRPr>
            </a:pPr>
            <a:r>
              <a:rPr sz="2100" b="1">
                <a:solidFill>
                  <a:srgbClr val="172E2A"/>
                </a:solidFill>
                <a:latin typeface="Apple SD Gothic Neo"/>
                <a:ea typeface="Apple SD Gothic Neo"/>
                <a:cs typeface="Apple SD Gothic Neo"/>
              </a:rPr>
              <a:t>발령 대상 확인</a:t>
            </a:r>
          </a:p>
        </p:txBody>
      </p:sp>
      <p:sp>
        <p:nvSpPr>
          <p:cNvPr id="15" name="s3-14-text">
            <a:extLst xmlns:a="http://schemas.openxmlformats.org/drawingml/2006/main">
              <a:ext uri="{FF2B5EF4-FFF2-40B4-BE49-F238E27FC236}">
                <a16:creationId xmlns:a16="http://schemas.microsoft.com/office/drawing/2014/main" id="{528102C4-4F52-4F49-BD13-DB1B7D489DB1}"/>
              </a:ext>
            </a:extLst>
          </p:cNvPr>
          <p:cNvSpPr>
            <a:spLocks xmlns:a="http://schemas.openxmlformats.org/drawingml/2006/main" noGrp="1"/>
          </p:cNvSpPr>
          <p:nvPr/>
        </p:nvSpPr>
        <p:spPr>
          <a:xfrm xmlns:a="http://schemas.openxmlformats.org/drawingml/2006/main">
            <a:off x="7791450" y="3238500"/>
            <a:ext cx="2857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1736F"/>
                </a:solidFill>
                <a:latin typeface="Apple SD Gothic Neo"/>
                <a:ea typeface="Apple SD Gothic Neo"/>
                <a:cs typeface="Apple SD Gothic Neo"/>
              </a:defRPr>
            </a:defPPr>
            <a:lvl1pPr algn="l">
              <a:defRPr sz="1650" b="0">
                <a:solidFill>
                  <a:srgbClr val="61736F"/>
                </a:solidFill>
                <a:latin typeface="Apple SD Gothic Neo"/>
                <a:ea typeface="Apple SD Gothic Neo"/>
                <a:cs typeface="Apple SD Gothic Neo"/>
              </a:defRPr>
            </a:lvl1pPr>
            <a:lvl2pPr algn="l">
              <a:defRPr sz="1650" b="0">
                <a:solidFill>
                  <a:srgbClr val="61736F"/>
                </a:solidFill>
                <a:latin typeface="Apple SD Gothic Neo"/>
                <a:ea typeface="Apple SD Gothic Neo"/>
                <a:cs typeface="Apple SD Gothic Neo"/>
              </a:defRPr>
            </a:lvl2pPr>
            <a:lvl3pPr algn="l">
              <a:defRPr sz="1650" b="0">
                <a:solidFill>
                  <a:srgbClr val="61736F"/>
                </a:solidFill>
                <a:latin typeface="Apple SD Gothic Neo"/>
                <a:ea typeface="Apple SD Gothic Neo"/>
                <a:cs typeface="Apple SD Gothic Neo"/>
              </a:defRPr>
            </a:lvl3pPr>
            <a:lvl4pPr algn="l">
              <a:defRPr sz="1650" b="0">
                <a:solidFill>
                  <a:srgbClr val="61736F"/>
                </a:solidFill>
                <a:latin typeface="Apple SD Gothic Neo"/>
                <a:ea typeface="Apple SD Gothic Neo"/>
                <a:cs typeface="Apple SD Gothic Neo"/>
              </a:defRPr>
            </a:lvl4pPr>
            <a:lvl5pPr algn="l">
              <a:defRPr sz="1650" b="0">
                <a:solidFill>
                  <a:srgbClr val="61736F"/>
                </a:solidFill>
                <a:latin typeface="Apple SD Gothic Neo"/>
                <a:ea typeface="Apple SD Gothic Neo"/>
                <a:cs typeface="Apple SD Gothic Neo"/>
              </a:defRPr>
            </a:lvl5pPr>
            <a:lvl6pPr algn="l">
              <a:defRPr sz="1650" b="0">
                <a:solidFill>
                  <a:srgbClr val="61736F"/>
                </a:solidFill>
                <a:latin typeface="Apple SD Gothic Neo"/>
                <a:ea typeface="Apple SD Gothic Neo"/>
                <a:cs typeface="Apple SD Gothic Neo"/>
              </a:defRPr>
            </a:lvl6pPr>
            <a:lvl7pPr algn="l">
              <a:defRPr sz="1650" b="0">
                <a:solidFill>
                  <a:srgbClr val="61736F"/>
                </a:solidFill>
                <a:latin typeface="Apple SD Gothic Neo"/>
                <a:ea typeface="Apple SD Gothic Neo"/>
                <a:cs typeface="Apple SD Gothic Neo"/>
              </a:defRPr>
            </a:lvl7pPr>
            <a:lvl8pPr algn="l">
              <a:defRPr sz="1650" b="0">
                <a:solidFill>
                  <a:srgbClr val="61736F"/>
                </a:solidFill>
                <a:latin typeface="Apple SD Gothic Neo"/>
                <a:ea typeface="Apple SD Gothic Neo"/>
                <a:cs typeface="Apple SD Gothic Neo"/>
              </a:defRPr>
            </a:lvl8pPr>
            <a:lvl9pPr algn="l">
              <a:defRPr sz="1650" b="0">
                <a:solidFill>
                  <a:srgbClr val="61736F"/>
                </a:solidFill>
                <a:latin typeface="Apple SD Gothic Neo"/>
                <a:ea typeface="Apple SD Gothic Neo"/>
                <a:cs typeface="Apple SD Gothic Neo"/>
              </a:defRPr>
            </a:lvl9pPr>
          </a:lstStyle>
          <a:p xmlns:a="http://schemas.openxmlformats.org/drawingml/2006/main">
            <a:pPr algn="l">
              <a:defRPr sz="1650" b="0">
                <a:solidFill>
                  <a:srgbClr val="61736F"/>
                </a:solidFill>
                <a:latin typeface="Apple SD Gothic Neo"/>
                <a:ea typeface="Apple SD Gothic Neo"/>
                <a:cs typeface="Apple SD Gothic Neo"/>
              </a:defRPr>
            </a:pPr>
            <a:r>
              <a:rPr sz="1650" b="0">
                <a:solidFill>
                  <a:srgbClr val="61736F"/>
                </a:solidFill>
                <a:latin typeface="Apple SD Gothic Neo"/>
                <a:ea typeface="Apple SD Gothic Neo"/>
                <a:cs typeface="Apple SD Gothic Neo"/>
              </a:rPr>
              <a:t>대상 구역과 사용자 위치</a:t>
            </a:r>
          </a:p>
        </p:txBody>
      </p:sp>
      <p:sp>
        <p:nvSpPr>
          <p:cNvPr id="16" name="s3-15-text">
            <a:extLst xmlns:a="http://schemas.openxmlformats.org/drawingml/2006/main">
              <a:ext uri="{FF2B5EF4-FFF2-40B4-BE49-F238E27FC236}">
                <a16:creationId xmlns:a16="http://schemas.microsoft.com/office/drawing/2014/main" id="{82BB5DE2-C4B1-42F0-8135-B93A212318CC}"/>
              </a:ext>
            </a:extLst>
          </p:cNvPr>
          <p:cNvSpPr>
            <a:spLocks xmlns:a="http://schemas.openxmlformats.org/drawingml/2006/main" noGrp="1"/>
          </p:cNvSpPr>
          <p:nvPr/>
        </p:nvSpPr>
        <p:spPr>
          <a:xfrm xmlns:a="http://schemas.openxmlformats.org/drawingml/2006/main">
            <a:off x="11334750" y="2790825"/>
            <a:ext cx="2857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a:solidFill>
                  <a:srgbClr val="BD463E"/>
                </a:solidFill>
                <a:latin typeface="Apple SD Gothic Neo"/>
                <a:ea typeface="Apple SD Gothic Neo"/>
                <a:cs typeface="Apple SD Gothic Neo"/>
              </a:defRPr>
            </a:defPPr>
            <a:lvl1pPr algn="l">
              <a:defRPr sz="2100" b="1">
                <a:solidFill>
                  <a:srgbClr val="BD463E"/>
                </a:solidFill>
                <a:latin typeface="Apple SD Gothic Neo"/>
                <a:ea typeface="Apple SD Gothic Neo"/>
                <a:cs typeface="Apple SD Gothic Neo"/>
              </a:defRPr>
            </a:lvl1pPr>
            <a:lvl2pPr algn="l">
              <a:defRPr sz="2100" b="1">
                <a:solidFill>
                  <a:srgbClr val="BD463E"/>
                </a:solidFill>
                <a:latin typeface="Apple SD Gothic Neo"/>
                <a:ea typeface="Apple SD Gothic Neo"/>
                <a:cs typeface="Apple SD Gothic Neo"/>
              </a:defRPr>
            </a:lvl2pPr>
            <a:lvl3pPr algn="l">
              <a:defRPr sz="2100" b="1">
                <a:solidFill>
                  <a:srgbClr val="BD463E"/>
                </a:solidFill>
                <a:latin typeface="Apple SD Gothic Neo"/>
                <a:ea typeface="Apple SD Gothic Neo"/>
                <a:cs typeface="Apple SD Gothic Neo"/>
              </a:defRPr>
            </a:lvl3pPr>
            <a:lvl4pPr algn="l">
              <a:defRPr sz="2100" b="1">
                <a:solidFill>
                  <a:srgbClr val="BD463E"/>
                </a:solidFill>
                <a:latin typeface="Apple SD Gothic Neo"/>
                <a:ea typeface="Apple SD Gothic Neo"/>
                <a:cs typeface="Apple SD Gothic Neo"/>
              </a:defRPr>
            </a:lvl4pPr>
            <a:lvl5pPr algn="l">
              <a:defRPr sz="2100" b="1">
                <a:solidFill>
                  <a:srgbClr val="BD463E"/>
                </a:solidFill>
                <a:latin typeface="Apple SD Gothic Neo"/>
                <a:ea typeface="Apple SD Gothic Neo"/>
                <a:cs typeface="Apple SD Gothic Neo"/>
              </a:defRPr>
            </a:lvl5pPr>
            <a:lvl6pPr algn="l">
              <a:defRPr sz="2100" b="1">
                <a:solidFill>
                  <a:srgbClr val="BD463E"/>
                </a:solidFill>
                <a:latin typeface="Apple SD Gothic Neo"/>
                <a:ea typeface="Apple SD Gothic Neo"/>
                <a:cs typeface="Apple SD Gothic Neo"/>
              </a:defRPr>
            </a:lvl6pPr>
            <a:lvl7pPr algn="l">
              <a:defRPr sz="2100" b="1">
                <a:solidFill>
                  <a:srgbClr val="BD463E"/>
                </a:solidFill>
                <a:latin typeface="Apple SD Gothic Neo"/>
                <a:ea typeface="Apple SD Gothic Neo"/>
                <a:cs typeface="Apple SD Gothic Neo"/>
              </a:defRPr>
            </a:lvl7pPr>
            <a:lvl8pPr algn="l">
              <a:defRPr sz="2100" b="1">
                <a:solidFill>
                  <a:srgbClr val="BD463E"/>
                </a:solidFill>
                <a:latin typeface="Apple SD Gothic Neo"/>
                <a:ea typeface="Apple SD Gothic Neo"/>
                <a:cs typeface="Apple SD Gothic Neo"/>
              </a:defRPr>
            </a:lvl8pPr>
            <a:lvl9pPr algn="l">
              <a:defRPr sz="2100" b="1">
                <a:solidFill>
                  <a:srgbClr val="BD463E"/>
                </a:solidFill>
                <a:latin typeface="Apple SD Gothic Neo"/>
                <a:ea typeface="Apple SD Gothic Neo"/>
                <a:cs typeface="Apple SD Gothic Neo"/>
              </a:defRPr>
            </a:lvl9pPr>
          </a:lstStyle>
          <a:p xmlns:a="http://schemas.openxmlformats.org/drawingml/2006/main">
            <a:pPr algn="l">
              <a:defRPr sz="2100" b="1">
                <a:solidFill>
                  <a:srgbClr val="BD463E"/>
                </a:solidFill>
                <a:latin typeface="Apple SD Gothic Neo"/>
                <a:ea typeface="Apple SD Gothic Neo"/>
                <a:cs typeface="Apple SD Gothic Neo"/>
              </a:defRPr>
            </a:pPr>
            <a:r>
              <a:rPr sz="2100" b="1">
                <a:solidFill>
                  <a:srgbClr val="BD463E"/>
                </a:solidFill>
                <a:latin typeface="Apple SD Gothic Neo"/>
                <a:ea typeface="Apple SD Gothic Neo"/>
                <a:cs typeface="Apple SD Gothic Neo"/>
              </a:rPr>
              <a:t>원문 우선 전달</a:t>
            </a:r>
          </a:p>
        </p:txBody>
      </p:sp>
      <p:sp>
        <p:nvSpPr>
          <p:cNvPr id="17" name="s3-16-text">
            <a:extLst xmlns:a="http://schemas.openxmlformats.org/drawingml/2006/main">
              <a:ext uri="{FF2B5EF4-FFF2-40B4-BE49-F238E27FC236}">
                <a16:creationId xmlns:a16="http://schemas.microsoft.com/office/drawing/2014/main" id="{36ED1EEF-3292-46B4-922B-3407E30C8F80}"/>
              </a:ext>
            </a:extLst>
          </p:cNvPr>
          <p:cNvSpPr>
            <a:spLocks xmlns:a="http://schemas.openxmlformats.org/drawingml/2006/main" noGrp="1"/>
          </p:cNvSpPr>
          <p:nvPr/>
        </p:nvSpPr>
        <p:spPr>
          <a:xfrm xmlns:a="http://schemas.openxmlformats.org/drawingml/2006/main">
            <a:off x="11334750" y="3238500"/>
            <a:ext cx="2857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1736F"/>
                </a:solidFill>
                <a:latin typeface="Apple SD Gothic Neo"/>
                <a:ea typeface="Apple SD Gothic Neo"/>
                <a:cs typeface="Apple SD Gothic Neo"/>
              </a:defRPr>
            </a:defPPr>
            <a:lvl1pPr algn="l">
              <a:defRPr sz="1650" b="0">
                <a:solidFill>
                  <a:srgbClr val="61736F"/>
                </a:solidFill>
                <a:latin typeface="Apple SD Gothic Neo"/>
                <a:ea typeface="Apple SD Gothic Neo"/>
                <a:cs typeface="Apple SD Gothic Neo"/>
              </a:defRPr>
            </a:lvl1pPr>
            <a:lvl2pPr algn="l">
              <a:defRPr sz="1650" b="0">
                <a:solidFill>
                  <a:srgbClr val="61736F"/>
                </a:solidFill>
                <a:latin typeface="Apple SD Gothic Neo"/>
                <a:ea typeface="Apple SD Gothic Neo"/>
                <a:cs typeface="Apple SD Gothic Neo"/>
              </a:defRPr>
            </a:lvl2pPr>
            <a:lvl3pPr algn="l">
              <a:defRPr sz="1650" b="0">
                <a:solidFill>
                  <a:srgbClr val="61736F"/>
                </a:solidFill>
                <a:latin typeface="Apple SD Gothic Neo"/>
                <a:ea typeface="Apple SD Gothic Neo"/>
                <a:cs typeface="Apple SD Gothic Neo"/>
              </a:defRPr>
            </a:lvl3pPr>
            <a:lvl4pPr algn="l">
              <a:defRPr sz="1650" b="0">
                <a:solidFill>
                  <a:srgbClr val="61736F"/>
                </a:solidFill>
                <a:latin typeface="Apple SD Gothic Neo"/>
                <a:ea typeface="Apple SD Gothic Neo"/>
                <a:cs typeface="Apple SD Gothic Neo"/>
              </a:defRPr>
            </a:lvl4pPr>
            <a:lvl5pPr algn="l">
              <a:defRPr sz="1650" b="0">
                <a:solidFill>
                  <a:srgbClr val="61736F"/>
                </a:solidFill>
                <a:latin typeface="Apple SD Gothic Neo"/>
                <a:ea typeface="Apple SD Gothic Neo"/>
                <a:cs typeface="Apple SD Gothic Neo"/>
              </a:defRPr>
            </a:lvl5pPr>
            <a:lvl6pPr algn="l">
              <a:defRPr sz="1650" b="0">
                <a:solidFill>
                  <a:srgbClr val="61736F"/>
                </a:solidFill>
                <a:latin typeface="Apple SD Gothic Neo"/>
                <a:ea typeface="Apple SD Gothic Neo"/>
                <a:cs typeface="Apple SD Gothic Neo"/>
              </a:defRPr>
            </a:lvl6pPr>
            <a:lvl7pPr algn="l">
              <a:defRPr sz="1650" b="0">
                <a:solidFill>
                  <a:srgbClr val="61736F"/>
                </a:solidFill>
                <a:latin typeface="Apple SD Gothic Neo"/>
                <a:ea typeface="Apple SD Gothic Neo"/>
                <a:cs typeface="Apple SD Gothic Neo"/>
              </a:defRPr>
            </a:lvl7pPr>
            <a:lvl8pPr algn="l">
              <a:defRPr sz="1650" b="0">
                <a:solidFill>
                  <a:srgbClr val="61736F"/>
                </a:solidFill>
                <a:latin typeface="Apple SD Gothic Neo"/>
                <a:ea typeface="Apple SD Gothic Neo"/>
                <a:cs typeface="Apple SD Gothic Neo"/>
              </a:defRPr>
            </a:lvl8pPr>
            <a:lvl9pPr algn="l">
              <a:defRPr sz="1650" b="0">
                <a:solidFill>
                  <a:srgbClr val="61736F"/>
                </a:solidFill>
                <a:latin typeface="Apple SD Gothic Neo"/>
                <a:ea typeface="Apple SD Gothic Neo"/>
                <a:cs typeface="Apple SD Gothic Neo"/>
              </a:defRPr>
            </a:lvl9pPr>
          </a:lstStyle>
          <a:p xmlns:a="http://schemas.openxmlformats.org/drawingml/2006/main">
            <a:pPr algn="l">
              <a:defRPr sz="1650" b="0">
                <a:solidFill>
                  <a:srgbClr val="61736F"/>
                </a:solidFill>
                <a:latin typeface="Apple SD Gothic Neo"/>
                <a:ea typeface="Apple SD Gothic Neo"/>
                <a:cs typeface="Apple SD Gothic Neo"/>
              </a:defRPr>
            </a:pPr>
            <a:r>
              <a:rPr sz="1650" b="0">
                <a:solidFill>
                  <a:srgbClr val="61736F"/>
                </a:solidFill>
                <a:latin typeface="Apple SD Gothic Neo"/>
                <a:ea typeface="Apple SD Gothic Neo"/>
                <a:cs typeface="Apple SD Gothic Neo"/>
              </a:rPr>
              <a:t>수정·해제 이력도 반영</a:t>
            </a:r>
          </a:p>
        </p:txBody>
      </p:sp>
      <p:sp>
        <p:nvSpPr>
          <p:cNvPr id="18" name="s3-17-poly">
            <a:extLst xmlns:a="http://schemas.openxmlformats.org/drawingml/2006/main">
              <a:ext uri="{FF2B5EF4-FFF2-40B4-BE49-F238E27FC236}">
                <a16:creationId xmlns:a16="http://schemas.microsoft.com/office/drawing/2014/main" id="{67C8F2A4-9973-493A-A868-6F4B5FA0ACCC}"/>
              </a:ext>
            </a:extLst>
          </p:cNvPr>
          <p:cNvSpPr>
            <a:spLocks xmlns:a="http://schemas.openxmlformats.org/drawingml/2006/main" noGrp="1"/>
          </p:cNvSpPr>
          <p:nvPr/>
        </p:nvSpPr>
        <p:spPr>
          <a:xfrm xmlns:a="http://schemas.openxmlformats.org/drawingml/2006/main">
            <a:off x="3705225" y="3000375"/>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26670">
            <a:solidFill>
              <a:srgbClr val="BD463E"/>
            </a:solidFill>
            <a:prstDash val="solid"/>
          </a:ln>
        </p:spPr>
      </p:sp>
      <p:sp>
        <p:nvSpPr>
          <p:cNvPr id="19" name="s3-18-poly">
            <a:extLst xmlns:a="http://schemas.openxmlformats.org/drawingml/2006/main">
              <a:ext uri="{FF2B5EF4-FFF2-40B4-BE49-F238E27FC236}">
                <a16:creationId xmlns:a16="http://schemas.microsoft.com/office/drawing/2014/main" id="{EC788994-F521-4963-820F-7D66DC75D0A3}"/>
              </a:ext>
            </a:extLst>
          </p:cNvPr>
          <p:cNvSpPr>
            <a:spLocks xmlns:a="http://schemas.openxmlformats.org/drawingml/2006/main" noGrp="1"/>
          </p:cNvSpPr>
          <p:nvPr/>
        </p:nvSpPr>
        <p:spPr>
          <a:xfrm xmlns:a="http://schemas.openxmlformats.org/drawingml/2006/main">
            <a:off x="4048125" y="2933700"/>
            <a:ext cx="152400" cy="133350"/>
          </a:xfrm>
          <a:custGeom xmlns:a="http://schemas.openxmlformats.org/drawingml/2006/main">
            <a:pathLst>
              <a:path w="152400" h="133350">
                <a:moveTo>
                  <a:pt x="0" y="0"/>
                </a:moveTo>
                <a:lnTo>
                  <a:pt x="152400" y="66675"/>
                </a:lnTo>
                <a:lnTo>
                  <a:pt x="0" y="133350"/>
                </a:lnTo>
              </a:path>
            </a:pathLst>
          </a:custGeom>
          <a:noFill xmlns:a="http://schemas.openxmlformats.org/drawingml/2006/main"/>
          <a:ln xmlns:a="http://schemas.openxmlformats.org/drawingml/2006/main" w="26670">
            <a:solidFill>
              <a:srgbClr val="BD463E"/>
            </a:solidFill>
            <a:prstDash val="solid"/>
          </a:ln>
        </p:spPr>
      </p:sp>
      <p:sp>
        <p:nvSpPr>
          <p:cNvPr id="20" name="s3-19-poly">
            <a:extLst xmlns:a="http://schemas.openxmlformats.org/drawingml/2006/main">
              <a:ext uri="{FF2B5EF4-FFF2-40B4-BE49-F238E27FC236}">
                <a16:creationId xmlns:a16="http://schemas.microsoft.com/office/drawing/2014/main" id="{7FEAD666-8735-4657-BCC9-374BC4335016}"/>
              </a:ext>
            </a:extLst>
          </p:cNvPr>
          <p:cNvSpPr>
            <a:spLocks xmlns:a="http://schemas.openxmlformats.org/drawingml/2006/main" noGrp="1"/>
          </p:cNvSpPr>
          <p:nvPr/>
        </p:nvSpPr>
        <p:spPr>
          <a:xfrm xmlns:a="http://schemas.openxmlformats.org/drawingml/2006/main">
            <a:off x="7115175" y="3000375"/>
            <a:ext cx="409575" cy="9525"/>
          </a:xfrm>
          <a:custGeom xmlns:a="http://schemas.openxmlformats.org/drawingml/2006/main">
            <a:pathLst>
              <a:path w="409575" h="9525">
                <a:moveTo>
                  <a:pt x="0" y="0"/>
                </a:moveTo>
                <a:lnTo>
                  <a:pt x="409575" y="0"/>
                </a:lnTo>
              </a:path>
            </a:pathLst>
          </a:custGeom>
          <a:noFill xmlns:a="http://schemas.openxmlformats.org/drawingml/2006/main"/>
          <a:ln xmlns:a="http://schemas.openxmlformats.org/drawingml/2006/main" w="26670">
            <a:solidFill>
              <a:srgbClr val="BD463E"/>
            </a:solidFill>
            <a:prstDash val="solid"/>
          </a:ln>
        </p:spPr>
      </p:sp>
      <p:sp>
        <p:nvSpPr>
          <p:cNvPr id="21" name="s3-20-poly">
            <a:extLst xmlns:a="http://schemas.openxmlformats.org/drawingml/2006/main">
              <a:ext uri="{FF2B5EF4-FFF2-40B4-BE49-F238E27FC236}">
                <a16:creationId xmlns:a16="http://schemas.microsoft.com/office/drawing/2014/main" id="{209A1D68-CC6B-4CC1-AC76-88E19EE76867}"/>
              </a:ext>
            </a:extLst>
          </p:cNvPr>
          <p:cNvSpPr>
            <a:spLocks xmlns:a="http://schemas.openxmlformats.org/drawingml/2006/main" noGrp="1"/>
          </p:cNvSpPr>
          <p:nvPr/>
        </p:nvSpPr>
        <p:spPr>
          <a:xfrm xmlns:a="http://schemas.openxmlformats.org/drawingml/2006/main">
            <a:off x="7448550" y="2933700"/>
            <a:ext cx="152400" cy="133350"/>
          </a:xfrm>
          <a:custGeom xmlns:a="http://schemas.openxmlformats.org/drawingml/2006/main">
            <a:pathLst>
              <a:path w="152400" h="133350">
                <a:moveTo>
                  <a:pt x="0" y="0"/>
                </a:moveTo>
                <a:lnTo>
                  <a:pt x="152400" y="66675"/>
                </a:lnTo>
                <a:lnTo>
                  <a:pt x="0" y="133350"/>
                </a:lnTo>
              </a:path>
            </a:pathLst>
          </a:custGeom>
          <a:noFill xmlns:a="http://schemas.openxmlformats.org/drawingml/2006/main"/>
          <a:ln xmlns:a="http://schemas.openxmlformats.org/drawingml/2006/main" w="26670">
            <a:solidFill>
              <a:srgbClr val="BD463E"/>
            </a:solidFill>
            <a:prstDash val="solid"/>
          </a:ln>
        </p:spPr>
      </p:sp>
      <p:sp>
        <p:nvSpPr>
          <p:cNvPr id="22" name="s3-21-poly">
            <a:extLst xmlns:a="http://schemas.openxmlformats.org/drawingml/2006/main">
              <a:ext uri="{FF2B5EF4-FFF2-40B4-BE49-F238E27FC236}">
                <a16:creationId xmlns:a16="http://schemas.microsoft.com/office/drawing/2014/main" id="{48DCF0B6-ABBF-446E-9F41-34EB8B7AD4B4}"/>
              </a:ext>
            </a:extLst>
          </p:cNvPr>
          <p:cNvSpPr>
            <a:spLocks xmlns:a="http://schemas.openxmlformats.org/drawingml/2006/main" noGrp="1"/>
          </p:cNvSpPr>
          <p:nvPr/>
        </p:nvSpPr>
        <p:spPr>
          <a:xfrm xmlns:a="http://schemas.openxmlformats.org/drawingml/2006/main">
            <a:off x="10515600" y="3000375"/>
            <a:ext cx="552450" cy="9525"/>
          </a:xfrm>
          <a:custGeom xmlns:a="http://schemas.openxmlformats.org/drawingml/2006/main">
            <a:pathLst>
              <a:path w="552450" h="9525">
                <a:moveTo>
                  <a:pt x="0" y="0"/>
                </a:moveTo>
                <a:lnTo>
                  <a:pt x="552450" y="0"/>
                </a:lnTo>
              </a:path>
            </a:pathLst>
          </a:custGeom>
          <a:noFill xmlns:a="http://schemas.openxmlformats.org/drawingml/2006/main"/>
          <a:ln xmlns:a="http://schemas.openxmlformats.org/drawingml/2006/main" w="26670">
            <a:solidFill>
              <a:srgbClr val="BD463E"/>
            </a:solidFill>
            <a:prstDash val="solid"/>
          </a:ln>
        </p:spPr>
      </p:sp>
      <p:sp>
        <p:nvSpPr>
          <p:cNvPr id="23" name="s3-22-poly">
            <a:extLst xmlns:a="http://schemas.openxmlformats.org/drawingml/2006/main">
              <a:ext uri="{FF2B5EF4-FFF2-40B4-BE49-F238E27FC236}">
                <a16:creationId xmlns:a16="http://schemas.microsoft.com/office/drawing/2014/main" id="{6AAA7D82-0D00-4AEA-8AF1-21AA45110585}"/>
              </a:ext>
            </a:extLst>
          </p:cNvPr>
          <p:cNvSpPr>
            <a:spLocks xmlns:a="http://schemas.openxmlformats.org/drawingml/2006/main" noGrp="1"/>
          </p:cNvSpPr>
          <p:nvPr/>
        </p:nvSpPr>
        <p:spPr>
          <a:xfrm xmlns:a="http://schemas.openxmlformats.org/drawingml/2006/main">
            <a:off x="10991850" y="2933700"/>
            <a:ext cx="152400" cy="133350"/>
          </a:xfrm>
          <a:custGeom xmlns:a="http://schemas.openxmlformats.org/drawingml/2006/main">
            <a:pathLst>
              <a:path w="152400" h="133350">
                <a:moveTo>
                  <a:pt x="0" y="0"/>
                </a:moveTo>
                <a:lnTo>
                  <a:pt x="152400" y="66675"/>
                </a:lnTo>
                <a:lnTo>
                  <a:pt x="0" y="133350"/>
                </a:lnTo>
              </a:path>
            </a:pathLst>
          </a:custGeom>
          <a:noFill xmlns:a="http://schemas.openxmlformats.org/drawingml/2006/main"/>
          <a:ln xmlns:a="http://schemas.openxmlformats.org/drawingml/2006/main" w="26670">
            <a:solidFill>
              <a:srgbClr val="BD463E"/>
            </a:solidFill>
            <a:prstDash val="solid"/>
          </a:ln>
        </p:spPr>
      </p:sp>
      <p:sp>
        <p:nvSpPr>
          <p:cNvPr id="24" name="s3-23-text">
            <a:extLst xmlns:a="http://schemas.openxmlformats.org/drawingml/2006/main">
              <a:ext uri="{FF2B5EF4-FFF2-40B4-BE49-F238E27FC236}">
                <a16:creationId xmlns:a16="http://schemas.microsoft.com/office/drawing/2014/main" id="{551F8147-5021-462C-9B4E-0FF0CBC851A0}"/>
              </a:ext>
            </a:extLst>
          </p:cNvPr>
          <p:cNvSpPr>
            <a:spLocks xmlns:a="http://schemas.openxmlformats.org/drawingml/2006/main" noGrp="1"/>
          </p:cNvSpPr>
          <p:nvPr/>
        </p:nvSpPr>
        <p:spPr>
          <a:xfrm xmlns:a="http://schemas.openxmlformats.org/drawingml/2006/main">
            <a:off x="704850" y="4143375"/>
            <a:ext cx="9525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1C7055"/>
                </a:solidFill>
                <a:latin typeface="Apple SD Gothic Neo"/>
                <a:ea typeface="Apple SD Gothic Neo"/>
                <a:cs typeface="Apple SD Gothic Neo"/>
              </a:defRPr>
            </a:defPPr>
            <a:lvl1pPr algn="l">
              <a:defRPr sz="2325" b="1">
                <a:solidFill>
                  <a:srgbClr val="1C7055"/>
                </a:solidFill>
                <a:latin typeface="Apple SD Gothic Neo"/>
                <a:ea typeface="Apple SD Gothic Neo"/>
                <a:cs typeface="Apple SD Gothic Neo"/>
              </a:defRPr>
            </a:lvl1pPr>
            <a:lvl2pPr algn="l">
              <a:defRPr sz="2325" b="1">
                <a:solidFill>
                  <a:srgbClr val="1C7055"/>
                </a:solidFill>
                <a:latin typeface="Apple SD Gothic Neo"/>
                <a:ea typeface="Apple SD Gothic Neo"/>
                <a:cs typeface="Apple SD Gothic Neo"/>
              </a:defRPr>
            </a:lvl2pPr>
            <a:lvl3pPr algn="l">
              <a:defRPr sz="2325" b="1">
                <a:solidFill>
                  <a:srgbClr val="1C7055"/>
                </a:solidFill>
                <a:latin typeface="Apple SD Gothic Neo"/>
                <a:ea typeface="Apple SD Gothic Neo"/>
                <a:cs typeface="Apple SD Gothic Neo"/>
              </a:defRPr>
            </a:lvl3pPr>
            <a:lvl4pPr algn="l">
              <a:defRPr sz="2325" b="1">
                <a:solidFill>
                  <a:srgbClr val="1C7055"/>
                </a:solidFill>
                <a:latin typeface="Apple SD Gothic Neo"/>
                <a:ea typeface="Apple SD Gothic Neo"/>
                <a:cs typeface="Apple SD Gothic Neo"/>
              </a:defRPr>
            </a:lvl4pPr>
            <a:lvl5pPr algn="l">
              <a:defRPr sz="2325" b="1">
                <a:solidFill>
                  <a:srgbClr val="1C7055"/>
                </a:solidFill>
                <a:latin typeface="Apple SD Gothic Neo"/>
                <a:ea typeface="Apple SD Gothic Neo"/>
                <a:cs typeface="Apple SD Gothic Neo"/>
              </a:defRPr>
            </a:lvl5pPr>
            <a:lvl6pPr algn="l">
              <a:defRPr sz="2325" b="1">
                <a:solidFill>
                  <a:srgbClr val="1C7055"/>
                </a:solidFill>
                <a:latin typeface="Apple SD Gothic Neo"/>
                <a:ea typeface="Apple SD Gothic Neo"/>
                <a:cs typeface="Apple SD Gothic Neo"/>
              </a:defRPr>
            </a:lvl6pPr>
            <a:lvl7pPr algn="l">
              <a:defRPr sz="2325" b="1">
                <a:solidFill>
                  <a:srgbClr val="1C7055"/>
                </a:solidFill>
                <a:latin typeface="Apple SD Gothic Neo"/>
                <a:ea typeface="Apple SD Gothic Neo"/>
                <a:cs typeface="Apple SD Gothic Neo"/>
              </a:defRPr>
            </a:lvl7pPr>
            <a:lvl8pPr algn="l">
              <a:defRPr sz="2325" b="1">
                <a:solidFill>
                  <a:srgbClr val="1C7055"/>
                </a:solidFill>
                <a:latin typeface="Apple SD Gothic Neo"/>
                <a:ea typeface="Apple SD Gothic Neo"/>
                <a:cs typeface="Apple SD Gothic Neo"/>
              </a:defRPr>
            </a:lvl8pPr>
            <a:lvl9pPr algn="l">
              <a:defRPr sz="2325" b="1">
                <a:solidFill>
                  <a:srgbClr val="1C7055"/>
                </a:solidFill>
                <a:latin typeface="Apple SD Gothic Neo"/>
                <a:ea typeface="Apple SD Gothic Neo"/>
                <a:cs typeface="Apple SD Gothic Neo"/>
              </a:defRPr>
            </a:lvl9pPr>
          </a:lstStyle>
          <a:p xmlns:a="http://schemas.openxmlformats.org/drawingml/2006/main">
            <a:pPr algn="l">
              <a:defRPr sz="2325" b="1">
                <a:solidFill>
                  <a:srgbClr val="1C7055"/>
                </a:solidFill>
                <a:latin typeface="Apple SD Gothic Neo"/>
                <a:ea typeface="Apple SD Gothic Neo"/>
                <a:cs typeface="Apple SD Gothic Neo"/>
              </a:defRPr>
            </a:pPr>
            <a:r>
              <a:rPr sz="2325" b="1">
                <a:solidFill>
                  <a:srgbClr val="1C7055"/>
                </a:solidFill>
                <a:latin typeface="Apple SD Gothic Neo"/>
                <a:ea typeface="Apple SD Gothic Neo"/>
                <a:cs typeface="Apple SD Gothic Neo"/>
              </a:rPr>
              <a:t>개인별 안내 갱신</a:t>
            </a:r>
          </a:p>
        </p:txBody>
      </p:sp>
      <p:sp>
        <p:nvSpPr>
          <p:cNvPr id="25" name="s3-24-text">
            <a:extLst xmlns:a="http://schemas.openxmlformats.org/drawingml/2006/main">
              <a:ext uri="{FF2B5EF4-FFF2-40B4-BE49-F238E27FC236}">
                <a16:creationId xmlns:a16="http://schemas.microsoft.com/office/drawing/2014/main" id="{ED9F247A-02FD-408E-AA0C-42E379D068C8}"/>
              </a:ext>
            </a:extLst>
          </p:cNvPr>
          <p:cNvSpPr>
            <a:spLocks xmlns:a="http://schemas.openxmlformats.org/drawingml/2006/main" noGrp="1"/>
          </p:cNvSpPr>
          <p:nvPr/>
        </p:nvSpPr>
        <p:spPr>
          <a:xfrm xmlns:a="http://schemas.openxmlformats.org/drawingml/2006/main">
            <a:off x="10477500" y="4200525"/>
            <a:ext cx="4048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575" b="0">
                <a:solidFill>
                  <a:srgbClr val="61736F"/>
                </a:solidFill>
                <a:latin typeface="Apple SD Gothic Neo"/>
                <a:ea typeface="Apple SD Gothic Neo"/>
                <a:cs typeface="Apple SD Gothic Neo"/>
              </a:defRPr>
            </a:defPPr>
            <a:lvl1pPr algn="r">
              <a:defRPr sz="1575" b="0">
                <a:solidFill>
                  <a:srgbClr val="61736F"/>
                </a:solidFill>
                <a:latin typeface="Apple SD Gothic Neo"/>
                <a:ea typeface="Apple SD Gothic Neo"/>
                <a:cs typeface="Apple SD Gothic Neo"/>
              </a:defRPr>
            </a:lvl1pPr>
            <a:lvl2pPr algn="r">
              <a:defRPr sz="1575" b="0">
                <a:solidFill>
                  <a:srgbClr val="61736F"/>
                </a:solidFill>
                <a:latin typeface="Apple SD Gothic Neo"/>
                <a:ea typeface="Apple SD Gothic Neo"/>
                <a:cs typeface="Apple SD Gothic Neo"/>
              </a:defRPr>
            </a:lvl2pPr>
            <a:lvl3pPr algn="r">
              <a:defRPr sz="1575" b="0">
                <a:solidFill>
                  <a:srgbClr val="61736F"/>
                </a:solidFill>
                <a:latin typeface="Apple SD Gothic Neo"/>
                <a:ea typeface="Apple SD Gothic Neo"/>
                <a:cs typeface="Apple SD Gothic Neo"/>
              </a:defRPr>
            </a:lvl3pPr>
            <a:lvl4pPr algn="r">
              <a:defRPr sz="1575" b="0">
                <a:solidFill>
                  <a:srgbClr val="61736F"/>
                </a:solidFill>
                <a:latin typeface="Apple SD Gothic Neo"/>
                <a:ea typeface="Apple SD Gothic Neo"/>
                <a:cs typeface="Apple SD Gothic Neo"/>
              </a:defRPr>
            </a:lvl4pPr>
            <a:lvl5pPr algn="r">
              <a:defRPr sz="1575" b="0">
                <a:solidFill>
                  <a:srgbClr val="61736F"/>
                </a:solidFill>
                <a:latin typeface="Apple SD Gothic Neo"/>
                <a:ea typeface="Apple SD Gothic Neo"/>
                <a:cs typeface="Apple SD Gothic Neo"/>
              </a:defRPr>
            </a:lvl5pPr>
            <a:lvl6pPr algn="r">
              <a:defRPr sz="1575" b="0">
                <a:solidFill>
                  <a:srgbClr val="61736F"/>
                </a:solidFill>
                <a:latin typeface="Apple SD Gothic Neo"/>
                <a:ea typeface="Apple SD Gothic Neo"/>
                <a:cs typeface="Apple SD Gothic Neo"/>
              </a:defRPr>
            </a:lvl6pPr>
            <a:lvl7pPr algn="r">
              <a:defRPr sz="1575" b="0">
                <a:solidFill>
                  <a:srgbClr val="61736F"/>
                </a:solidFill>
                <a:latin typeface="Apple SD Gothic Neo"/>
                <a:ea typeface="Apple SD Gothic Neo"/>
                <a:cs typeface="Apple SD Gothic Neo"/>
              </a:defRPr>
            </a:lvl7pPr>
            <a:lvl8pPr algn="r">
              <a:defRPr sz="1575" b="0">
                <a:solidFill>
                  <a:srgbClr val="61736F"/>
                </a:solidFill>
                <a:latin typeface="Apple SD Gothic Neo"/>
                <a:ea typeface="Apple SD Gothic Neo"/>
                <a:cs typeface="Apple SD Gothic Neo"/>
              </a:defRPr>
            </a:lvl8pPr>
            <a:lvl9pPr algn="r">
              <a:defRPr sz="1575" b="0">
                <a:solidFill>
                  <a:srgbClr val="61736F"/>
                </a:solidFill>
                <a:latin typeface="Apple SD Gothic Neo"/>
                <a:ea typeface="Apple SD Gothic Neo"/>
                <a:cs typeface="Apple SD Gothic Neo"/>
              </a:defRPr>
            </a:lvl9pPr>
          </a:lstStyle>
          <a:p xmlns:a="http://schemas.openxmlformats.org/drawingml/2006/main">
            <a:pPr algn="r">
              <a:defRPr sz="1575" b="0">
                <a:solidFill>
                  <a:srgbClr val="61736F"/>
                </a:solidFill>
                <a:latin typeface="Apple SD Gothic Neo"/>
                <a:ea typeface="Apple SD Gothic Neo"/>
                <a:cs typeface="Apple SD Gothic Neo"/>
              </a:defRPr>
            </a:pPr>
            <a:r>
              <a:rPr sz="1575" b="0">
                <a:solidFill>
                  <a:srgbClr val="61736F"/>
                </a:solidFill>
                <a:latin typeface="Apple SD Gothic Neo"/>
                <a:ea typeface="Apple SD Gothic Neo"/>
                <a:cs typeface="Apple SD Gothic Neo"/>
              </a:rPr>
              <a:t>자료·위치·프로필·답변이 바뀌면 재평가</a:t>
            </a:r>
          </a:p>
        </p:txBody>
      </p:sp>
      <p:sp>
        <p:nvSpPr>
          <p:cNvPr id="26" name="s3-25-rect">
            <a:extLst xmlns:a="http://schemas.openxmlformats.org/drawingml/2006/main">
              <a:ext uri="{FF2B5EF4-FFF2-40B4-BE49-F238E27FC236}">
                <a16:creationId xmlns:a16="http://schemas.microsoft.com/office/drawing/2014/main" id="{7FFB2459-7D1D-40AA-8952-A4B80F59F0BE}"/>
              </a:ext>
            </a:extLst>
          </p:cNvPr>
          <p:cNvSpPr>
            <a:spLocks xmlns:a="http://schemas.openxmlformats.org/drawingml/2006/main" noGrp="1"/>
          </p:cNvSpPr>
          <p:nvPr/>
        </p:nvSpPr>
        <p:spPr>
          <a:xfrm xmlns:a="http://schemas.openxmlformats.org/drawingml/2006/main">
            <a:off x="685800" y="4752975"/>
            <a:ext cx="2952750" cy="1581150"/>
          </a:xfrm>
          <a:prstGeom xmlns:a="http://schemas.openxmlformats.org/drawingml/2006/main" prst="roundRect">
            <a:avLst>
              <a:gd name="adj" fmla="val 10843"/>
            </a:avLst>
          </a:prstGeom>
          <a:solidFill xmlns:a="http://schemas.openxmlformats.org/drawingml/2006/main">
            <a:srgbClr val="E7F1E8"/>
          </a:solidFill>
          <a:ln xmlns:a="http://schemas.openxmlformats.org/drawingml/2006/main" w="9525">
            <a:noFill/>
            <a:prstDash val="solid"/>
          </a:ln>
        </p:spPr>
      </p:sp>
      <p:sp>
        <p:nvSpPr>
          <p:cNvPr id="27" name="s3-26-ellipse">
            <a:extLst xmlns:a="http://schemas.openxmlformats.org/drawingml/2006/main">
              <a:ext uri="{FF2B5EF4-FFF2-40B4-BE49-F238E27FC236}">
                <a16:creationId xmlns:a16="http://schemas.microsoft.com/office/drawing/2014/main" id="{FACF2567-A1E2-4EB1-B3F5-F48BB5303B36}"/>
              </a:ext>
            </a:extLst>
          </p:cNvPr>
          <p:cNvSpPr>
            <a:spLocks xmlns:a="http://schemas.openxmlformats.org/drawingml/2006/main" noGrp="1"/>
          </p:cNvSpPr>
          <p:nvPr/>
        </p:nvSpPr>
        <p:spPr>
          <a:xfrm xmlns:a="http://schemas.openxmlformats.org/drawingml/2006/main">
            <a:off x="838200" y="4905375"/>
            <a:ext cx="285750" cy="285750"/>
          </a:xfrm>
          <a:prstGeom xmlns:a="http://schemas.openxmlformats.org/drawingml/2006/main" prst="ellipse">
            <a:avLst/>
          </a:prstGeom>
          <a:solidFill xmlns:a="http://schemas.openxmlformats.org/drawingml/2006/main">
            <a:srgbClr val="1C7055"/>
          </a:solidFill>
          <a:ln xmlns:a="http://schemas.openxmlformats.org/drawingml/2006/main" w="9525">
            <a:noFill/>
            <a:prstDash val="solid"/>
          </a:ln>
        </p:spPr>
      </p:sp>
      <p:sp>
        <p:nvSpPr>
          <p:cNvPr id="28" name="s3-27-text">
            <a:extLst xmlns:a="http://schemas.openxmlformats.org/drawingml/2006/main">
              <a:ext uri="{FF2B5EF4-FFF2-40B4-BE49-F238E27FC236}">
                <a16:creationId xmlns:a16="http://schemas.microsoft.com/office/drawing/2014/main" id="{C6460CEC-3774-4086-9A18-497BF191355D}"/>
              </a:ext>
            </a:extLst>
          </p:cNvPr>
          <p:cNvSpPr>
            <a:spLocks xmlns:a="http://schemas.openxmlformats.org/drawingml/2006/main" noGrp="1"/>
          </p:cNvSpPr>
          <p:nvPr/>
        </p:nvSpPr>
        <p:spPr>
          <a:xfrm xmlns:a="http://schemas.openxmlformats.org/drawingml/2006/main">
            <a:off x="857250" y="4924425"/>
            <a:ext cx="247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350" b="1">
                <a:solidFill>
                  <a:srgbClr val="FFFFFF"/>
                </a:solidFill>
                <a:latin typeface="Apple SD Gothic Neo"/>
                <a:ea typeface="Apple SD Gothic Neo"/>
                <a:cs typeface="Apple SD Gothic Neo"/>
              </a:defRPr>
            </a:defPPr>
            <a:lvl1pPr algn="ctr">
              <a:defRPr sz="1350" b="1">
                <a:solidFill>
                  <a:srgbClr val="FFFFFF"/>
                </a:solidFill>
                <a:latin typeface="Apple SD Gothic Neo"/>
                <a:ea typeface="Apple SD Gothic Neo"/>
                <a:cs typeface="Apple SD Gothic Neo"/>
              </a:defRPr>
            </a:lvl1pPr>
            <a:lvl2pPr algn="ctr">
              <a:defRPr sz="1350" b="1">
                <a:solidFill>
                  <a:srgbClr val="FFFFFF"/>
                </a:solidFill>
                <a:latin typeface="Apple SD Gothic Neo"/>
                <a:ea typeface="Apple SD Gothic Neo"/>
                <a:cs typeface="Apple SD Gothic Neo"/>
              </a:defRPr>
            </a:lvl2pPr>
            <a:lvl3pPr algn="ctr">
              <a:defRPr sz="1350" b="1">
                <a:solidFill>
                  <a:srgbClr val="FFFFFF"/>
                </a:solidFill>
                <a:latin typeface="Apple SD Gothic Neo"/>
                <a:ea typeface="Apple SD Gothic Neo"/>
                <a:cs typeface="Apple SD Gothic Neo"/>
              </a:defRPr>
            </a:lvl3pPr>
            <a:lvl4pPr algn="ctr">
              <a:defRPr sz="1350" b="1">
                <a:solidFill>
                  <a:srgbClr val="FFFFFF"/>
                </a:solidFill>
                <a:latin typeface="Apple SD Gothic Neo"/>
                <a:ea typeface="Apple SD Gothic Neo"/>
                <a:cs typeface="Apple SD Gothic Neo"/>
              </a:defRPr>
            </a:lvl4pPr>
            <a:lvl5pPr algn="ctr">
              <a:defRPr sz="1350" b="1">
                <a:solidFill>
                  <a:srgbClr val="FFFFFF"/>
                </a:solidFill>
                <a:latin typeface="Apple SD Gothic Neo"/>
                <a:ea typeface="Apple SD Gothic Neo"/>
                <a:cs typeface="Apple SD Gothic Neo"/>
              </a:defRPr>
            </a:lvl5pPr>
            <a:lvl6pPr algn="ctr">
              <a:defRPr sz="1350" b="1">
                <a:solidFill>
                  <a:srgbClr val="FFFFFF"/>
                </a:solidFill>
                <a:latin typeface="Apple SD Gothic Neo"/>
                <a:ea typeface="Apple SD Gothic Neo"/>
                <a:cs typeface="Apple SD Gothic Neo"/>
              </a:defRPr>
            </a:lvl6pPr>
            <a:lvl7pPr algn="ctr">
              <a:defRPr sz="1350" b="1">
                <a:solidFill>
                  <a:srgbClr val="FFFFFF"/>
                </a:solidFill>
                <a:latin typeface="Apple SD Gothic Neo"/>
                <a:ea typeface="Apple SD Gothic Neo"/>
                <a:cs typeface="Apple SD Gothic Neo"/>
              </a:defRPr>
            </a:lvl7pPr>
            <a:lvl8pPr algn="ctr">
              <a:defRPr sz="1350" b="1">
                <a:solidFill>
                  <a:srgbClr val="FFFFFF"/>
                </a:solidFill>
                <a:latin typeface="Apple SD Gothic Neo"/>
                <a:ea typeface="Apple SD Gothic Neo"/>
                <a:cs typeface="Apple SD Gothic Neo"/>
              </a:defRPr>
            </a:lvl8pPr>
            <a:lvl9pPr algn="ctr">
              <a:defRPr sz="1350" b="1">
                <a:solidFill>
                  <a:srgbClr val="FFFFFF"/>
                </a:solidFill>
                <a:latin typeface="Apple SD Gothic Neo"/>
                <a:ea typeface="Apple SD Gothic Neo"/>
                <a:cs typeface="Apple SD Gothic Neo"/>
              </a:defRPr>
            </a:lvl9pPr>
          </a:lstStyle>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1</a:t>
            </a:r>
          </a:p>
        </p:txBody>
      </p:sp>
      <p:sp>
        <p:nvSpPr>
          <p:cNvPr id="29" name="s3-28-rect">
            <a:extLst xmlns:a="http://schemas.openxmlformats.org/drawingml/2006/main">
              <a:ext uri="{FF2B5EF4-FFF2-40B4-BE49-F238E27FC236}">
                <a16:creationId xmlns:a16="http://schemas.microsoft.com/office/drawing/2014/main" id="{37CDD8F1-39EB-42B0-B941-D4640D18479F}"/>
              </a:ext>
            </a:extLst>
          </p:cNvPr>
          <p:cNvSpPr>
            <a:spLocks xmlns:a="http://schemas.openxmlformats.org/drawingml/2006/main" noGrp="1"/>
          </p:cNvSpPr>
          <p:nvPr/>
        </p:nvSpPr>
        <p:spPr>
          <a:xfrm xmlns:a="http://schemas.openxmlformats.org/drawingml/2006/main">
            <a:off x="4324350" y="4752975"/>
            <a:ext cx="2952750" cy="1581150"/>
          </a:xfrm>
          <a:prstGeom xmlns:a="http://schemas.openxmlformats.org/drawingml/2006/main" prst="roundRect">
            <a:avLst>
              <a:gd name="adj" fmla="val 10843"/>
            </a:avLst>
          </a:prstGeom>
          <a:solidFill xmlns:a="http://schemas.openxmlformats.org/drawingml/2006/main">
            <a:srgbClr val="E7F1E8"/>
          </a:solidFill>
          <a:ln xmlns:a="http://schemas.openxmlformats.org/drawingml/2006/main" w="9525">
            <a:noFill/>
            <a:prstDash val="solid"/>
          </a:ln>
        </p:spPr>
      </p:sp>
      <p:sp>
        <p:nvSpPr>
          <p:cNvPr id="30" name="s3-29-ellipse">
            <a:extLst xmlns:a="http://schemas.openxmlformats.org/drawingml/2006/main">
              <a:ext uri="{FF2B5EF4-FFF2-40B4-BE49-F238E27FC236}">
                <a16:creationId xmlns:a16="http://schemas.microsoft.com/office/drawing/2014/main" id="{062B5280-0F2F-47B5-83FC-D8B0F5C01241}"/>
              </a:ext>
            </a:extLst>
          </p:cNvPr>
          <p:cNvSpPr>
            <a:spLocks xmlns:a="http://schemas.openxmlformats.org/drawingml/2006/main" noGrp="1"/>
          </p:cNvSpPr>
          <p:nvPr/>
        </p:nvSpPr>
        <p:spPr>
          <a:xfrm xmlns:a="http://schemas.openxmlformats.org/drawingml/2006/main">
            <a:off x="4476750" y="4905375"/>
            <a:ext cx="285750" cy="285750"/>
          </a:xfrm>
          <a:prstGeom xmlns:a="http://schemas.openxmlformats.org/drawingml/2006/main" prst="ellipse">
            <a:avLst/>
          </a:prstGeom>
          <a:solidFill xmlns:a="http://schemas.openxmlformats.org/drawingml/2006/main">
            <a:srgbClr val="1C7055"/>
          </a:solidFill>
          <a:ln xmlns:a="http://schemas.openxmlformats.org/drawingml/2006/main" w="9525">
            <a:noFill/>
            <a:prstDash val="solid"/>
          </a:ln>
        </p:spPr>
      </p:sp>
      <p:sp>
        <p:nvSpPr>
          <p:cNvPr id="31" name="s3-30-text">
            <a:extLst xmlns:a="http://schemas.openxmlformats.org/drawingml/2006/main">
              <a:ext uri="{FF2B5EF4-FFF2-40B4-BE49-F238E27FC236}">
                <a16:creationId xmlns:a16="http://schemas.microsoft.com/office/drawing/2014/main" id="{3CC335BC-6334-403A-972D-43FFD583F9C9}"/>
              </a:ext>
            </a:extLst>
          </p:cNvPr>
          <p:cNvSpPr>
            <a:spLocks xmlns:a="http://schemas.openxmlformats.org/drawingml/2006/main" noGrp="1"/>
          </p:cNvSpPr>
          <p:nvPr/>
        </p:nvSpPr>
        <p:spPr>
          <a:xfrm xmlns:a="http://schemas.openxmlformats.org/drawingml/2006/main">
            <a:off x="4495800" y="4924425"/>
            <a:ext cx="247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350" b="1">
                <a:solidFill>
                  <a:srgbClr val="FFFFFF"/>
                </a:solidFill>
                <a:latin typeface="Apple SD Gothic Neo"/>
                <a:ea typeface="Apple SD Gothic Neo"/>
                <a:cs typeface="Apple SD Gothic Neo"/>
              </a:defRPr>
            </a:defPPr>
            <a:lvl1pPr algn="ctr">
              <a:defRPr sz="1350" b="1">
                <a:solidFill>
                  <a:srgbClr val="FFFFFF"/>
                </a:solidFill>
                <a:latin typeface="Apple SD Gothic Neo"/>
                <a:ea typeface="Apple SD Gothic Neo"/>
                <a:cs typeface="Apple SD Gothic Neo"/>
              </a:defRPr>
            </a:lvl1pPr>
            <a:lvl2pPr algn="ctr">
              <a:defRPr sz="1350" b="1">
                <a:solidFill>
                  <a:srgbClr val="FFFFFF"/>
                </a:solidFill>
                <a:latin typeface="Apple SD Gothic Neo"/>
                <a:ea typeface="Apple SD Gothic Neo"/>
                <a:cs typeface="Apple SD Gothic Neo"/>
              </a:defRPr>
            </a:lvl2pPr>
            <a:lvl3pPr algn="ctr">
              <a:defRPr sz="1350" b="1">
                <a:solidFill>
                  <a:srgbClr val="FFFFFF"/>
                </a:solidFill>
                <a:latin typeface="Apple SD Gothic Neo"/>
                <a:ea typeface="Apple SD Gothic Neo"/>
                <a:cs typeface="Apple SD Gothic Neo"/>
              </a:defRPr>
            </a:lvl3pPr>
            <a:lvl4pPr algn="ctr">
              <a:defRPr sz="1350" b="1">
                <a:solidFill>
                  <a:srgbClr val="FFFFFF"/>
                </a:solidFill>
                <a:latin typeface="Apple SD Gothic Neo"/>
                <a:ea typeface="Apple SD Gothic Neo"/>
                <a:cs typeface="Apple SD Gothic Neo"/>
              </a:defRPr>
            </a:lvl4pPr>
            <a:lvl5pPr algn="ctr">
              <a:defRPr sz="1350" b="1">
                <a:solidFill>
                  <a:srgbClr val="FFFFFF"/>
                </a:solidFill>
                <a:latin typeface="Apple SD Gothic Neo"/>
                <a:ea typeface="Apple SD Gothic Neo"/>
                <a:cs typeface="Apple SD Gothic Neo"/>
              </a:defRPr>
            </a:lvl5pPr>
            <a:lvl6pPr algn="ctr">
              <a:defRPr sz="1350" b="1">
                <a:solidFill>
                  <a:srgbClr val="FFFFFF"/>
                </a:solidFill>
                <a:latin typeface="Apple SD Gothic Neo"/>
                <a:ea typeface="Apple SD Gothic Neo"/>
                <a:cs typeface="Apple SD Gothic Neo"/>
              </a:defRPr>
            </a:lvl6pPr>
            <a:lvl7pPr algn="ctr">
              <a:defRPr sz="1350" b="1">
                <a:solidFill>
                  <a:srgbClr val="FFFFFF"/>
                </a:solidFill>
                <a:latin typeface="Apple SD Gothic Neo"/>
                <a:ea typeface="Apple SD Gothic Neo"/>
                <a:cs typeface="Apple SD Gothic Neo"/>
              </a:defRPr>
            </a:lvl7pPr>
            <a:lvl8pPr algn="ctr">
              <a:defRPr sz="1350" b="1">
                <a:solidFill>
                  <a:srgbClr val="FFFFFF"/>
                </a:solidFill>
                <a:latin typeface="Apple SD Gothic Neo"/>
                <a:ea typeface="Apple SD Gothic Neo"/>
                <a:cs typeface="Apple SD Gothic Neo"/>
              </a:defRPr>
            </a:lvl8pPr>
            <a:lvl9pPr algn="ctr">
              <a:defRPr sz="1350" b="1">
                <a:solidFill>
                  <a:srgbClr val="FFFFFF"/>
                </a:solidFill>
                <a:latin typeface="Apple SD Gothic Neo"/>
                <a:ea typeface="Apple SD Gothic Neo"/>
                <a:cs typeface="Apple SD Gothic Neo"/>
              </a:defRPr>
            </a:lvl9pPr>
          </a:lstStyle>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2</a:t>
            </a:r>
          </a:p>
        </p:txBody>
      </p:sp>
      <p:sp>
        <p:nvSpPr>
          <p:cNvPr id="32" name="s3-31-rect">
            <a:extLst xmlns:a="http://schemas.openxmlformats.org/drawingml/2006/main">
              <a:ext uri="{FF2B5EF4-FFF2-40B4-BE49-F238E27FC236}">
                <a16:creationId xmlns:a16="http://schemas.microsoft.com/office/drawing/2014/main" id="{C4C4778D-7E33-45AC-B585-51F37DCF58CF}"/>
              </a:ext>
            </a:extLst>
          </p:cNvPr>
          <p:cNvSpPr>
            <a:spLocks xmlns:a="http://schemas.openxmlformats.org/drawingml/2006/main" noGrp="1"/>
          </p:cNvSpPr>
          <p:nvPr/>
        </p:nvSpPr>
        <p:spPr>
          <a:xfrm xmlns:a="http://schemas.openxmlformats.org/drawingml/2006/main">
            <a:off x="7962900" y="4752975"/>
            <a:ext cx="2952750" cy="1581150"/>
          </a:xfrm>
          <a:prstGeom xmlns:a="http://schemas.openxmlformats.org/drawingml/2006/main" prst="roundRect">
            <a:avLst>
              <a:gd name="adj" fmla="val 10843"/>
            </a:avLst>
          </a:prstGeom>
          <a:solidFill xmlns:a="http://schemas.openxmlformats.org/drawingml/2006/main">
            <a:srgbClr val="F8EDDD"/>
          </a:solidFill>
          <a:ln xmlns:a="http://schemas.openxmlformats.org/drawingml/2006/main" w="9525">
            <a:noFill/>
            <a:prstDash val="solid"/>
          </a:ln>
        </p:spPr>
      </p:sp>
      <p:sp>
        <p:nvSpPr>
          <p:cNvPr id="33" name="s3-32-ellipse">
            <a:extLst xmlns:a="http://schemas.openxmlformats.org/drawingml/2006/main">
              <a:ext uri="{FF2B5EF4-FFF2-40B4-BE49-F238E27FC236}">
                <a16:creationId xmlns:a16="http://schemas.microsoft.com/office/drawing/2014/main" id="{6E907BF3-38F2-4EBE-96F5-021EBBFB7BC7}"/>
              </a:ext>
            </a:extLst>
          </p:cNvPr>
          <p:cNvSpPr>
            <a:spLocks xmlns:a="http://schemas.openxmlformats.org/drawingml/2006/main" noGrp="1"/>
          </p:cNvSpPr>
          <p:nvPr/>
        </p:nvSpPr>
        <p:spPr>
          <a:xfrm xmlns:a="http://schemas.openxmlformats.org/drawingml/2006/main">
            <a:off x="8115300" y="4905375"/>
            <a:ext cx="285750" cy="285750"/>
          </a:xfrm>
          <a:prstGeom xmlns:a="http://schemas.openxmlformats.org/drawingml/2006/main" prst="ellipse">
            <a:avLst/>
          </a:prstGeom>
          <a:solidFill xmlns:a="http://schemas.openxmlformats.org/drawingml/2006/main">
            <a:srgbClr val="B96928"/>
          </a:solidFill>
          <a:ln xmlns:a="http://schemas.openxmlformats.org/drawingml/2006/main" w="9525">
            <a:noFill/>
            <a:prstDash val="solid"/>
          </a:ln>
        </p:spPr>
      </p:sp>
      <p:sp>
        <p:nvSpPr>
          <p:cNvPr id="34" name="s3-33-text">
            <a:extLst xmlns:a="http://schemas.openxmlformats.org/drawingml/2006/main">
              <a:ext uri="{FF2B5EF4-FFF2-40B4-BE49-F238E27FC236}">
                <a16:creationId xmlns:a16="http://schemas.microsoft.com/office/drawing/2014/main" id="{002C3500-083D-4F93-804A-59185161CCC3}"/>
              </a:ext>
            </a:extLst>
          </p:cNvPr>
          <p:cNvSpPr>
            <a:spLocks xmlns:a="http://schemas.openxmlformats.org/drawingml/2006/main" noGrp="1"/>
          </p:cNvSpPr>
          <p:nvPr/>
        </p:nvSpPr>
        <p:spPr>
          <a:xfrm xmlns:a="http://schemas.openxmlformats.org/drawingml/2006/main">
            <a:off x="8134350" y="4924425"/>
            <a:ext cx="247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350" b="1">
                <a:solidFill>
                  <a:srgbClr val="FFFFFF"/>
                </a:solidFill>
                <a:latin typeface="Apple SD Gothic Neo"/>
                <a:ea typeface="Apple SD Gothic Neo"/>
                <a:cs typeface="Apple SD Gothic Neo"/>
              </a:defRPr>
            </a:defPPr>
            <a:lvl1pPr algn="ctr">
              <a:defRPr sz="1350" b="1">
                <a:solidFill>
                  <a:srgbClr val="FFFFFF"/>
                </a:solidFill>
                <a:latin typeface="Apple SD Gothic Neo"/>
                <a:ea typeface="Apple SD Gothic Neo"/>
                <a:cs typeface="Apple SD Gothic Neo"/>
              </a:defRPr>
            </a:lvl1pPr>
            <a:lvl2pPr algn="ctr">
              <a:defRPr sz="1350" b="1">
                <a:solidFill>
                  <a:srgbClr val="FFFFFF"/>
                </a:solidFill>
                <a:latin typeface="Apple SD Gothic Neo"/>
                <a:ea typeface="Apple SD Gothic Neo"/>
                <a:cs typeface="Apple SD Gothic Neo"/>
              </a:defRPr>
            </a:lvl2pPr>
            <a:lvl3pPr algn="ctr">
              <a:defRPr sz="1350" b="1">
                <a:solidFill>
                  <a:srgbClr val="FFFFFF"/>
                </a:solidFill>
                <a:latin typeface="Apple SD Gothic Neo"/>
                <a:ea typeface="Apple SD Gothic Neo"/>
                <a:cs typeface="Apple SD Gothic Neo"/>
              </a:defRPr>
            </a:lvl3pPr>
            <a:lvl4pPr algn="ctr">
              <a:defRPr sz="1350" b="1">
                <a:solidFill>
                  <a:srgbClr val="FFFFFF"/>
                </a:solidFill>
                <a:latin typeface="Apple SD Gothic Neo"/>
                <a:ea typeface="Apple SD Gothic Neo"/>
                <a:cs typeface="Apple SD Gothic Neo"/>
              </a:defRPr>
            </a:lvl4pPr>
            <a:lvl5pPr algn="ctr">
              <a:defRPr sz="1350" b="1">
                <a:solidFill>
                  <a:srgbClr val="FFFFFF"/>
                </a:solidFill>
                <a:latin typeface="Apple SD Gothic Neo"/>
                <a:ea typeface="Apple SD Gothic Neo"/>
                <a:cs typeface="Apple SD Gothic Neo"/>
              </a:defRPr>
            </a:lvl5pPr>
            <a:lvl6pPr algn="ctr">
              <a:defRPr sz="1350" b="1">
                <a:solidFill>
                  <a:srgbClr val="FFFFFF"/>
                </a:solidFill>
                <a:latin typeface="Apple SD Gothic Neo"/>
                <a:ea typeface="Apple SD Gothic Neo"/>
                <a:cs typeface="Apple SD Gothic Neo"/>
              </a:defRPr>
            </a:lvl6pPr>
            <a:lvl7pPr algn="ctr">
              <a:defRPr sz="1350" b="1">
                <a:solidFill>
                  <a:srgbClr val="FFFFFF"/>
                </a:solidFill>
                <a:latin typeface="Apple SD Gothic Neo"/>
                <a:ea typeface="Apple SD Gothic Neo"/>
                <a:cs typeface="Apple SD Gothic Neo"/>
              </a:defRPr>
            </a:lvl7pPr>
            <a:lvl8pPr algn="ctr">
              <a:defRPr sz="1350" b="1">
                <a:solidFill>
                  <a:srgbClr val="FFFFFF"/>
                </a:solidFill>
                <a:latin typeface="Apple SD Gothic Neo"/>
                <a:ea typeface="Apple SD Gothic Neo"/>
                <a:cs typeface="Apple SD Gothic Neo"/>
              </a:defRPr>
            </a:lvl8pPr>
            <a:lvl9pPr algn="ctr">
              <a:defRPr sz="1350" b="1">
                <a:solidFill>
                  <a:srgbClr val="FFFFFF"/>
                </a:solidFill>
                <a:latin typeface="Apple SD Gothic Neo"/>
                <a:ea typeface="Apple SD Gothic Neo"/>
                <a:cs typeface="Apple SD Gothic Neo"/>
              </a:defRPr>
            </a:lvl9pPr>
          </a:lstStyle>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3</a:t>
            </a:r>
          </a:p>
        </p:txBody>
      </p:sp>
      <p:sp>
        <p:nvSpPr>
          <p:cNvPr id="35" name="s3-34-rect">
            <a:extLst xmlns:a="http://schemas.openxmlformats.org/drawingml/2006/main">
              <a:ext uri="{FF2B5EF4-FFF2-40B4-BE49-F238E27FC236}">
                <a16:creationId xmlns:a16="http://schemas.microsoft.com/office/drawing/2014/main" id="{38F176DF-0770-4626-9D0B-A8353EBEB362}"/>
              </a:ext>
            </a:extLst>
          </p:cNvPr>
          <p:cNvSpPr>
            <a:spLocks xmlns:a="http://schemas.openxmlformats.org/drawingml/2006/main" noGrp="1"/>
          </p:cNvSpPr>
          <p:nvPr/>
        </p:nvSpPr>
        <p:spPr>
          <a:xfrm xmlns:a="http://schemas.openxmlformats.org/drawingml/2006/main">
            <a:off x="11601450" y="4752975"/>
            <a:ext cx="2952750" cy="1581150"/>
          </a:xfrm>
          <a:prstGeom xmlns:a="http://schemas.openxmlformats.org/drawingml/2006/main" prst="roundRect">
            <a:avLst>
              <a:gd name="adj" fmla="val 10843"/>
            </a:avLst>
          </a:prstGeom>
          <a:solidFill xmlns:a="http://schemas.openxmlformats.org/drawingml/2006/main">
            <a:srgbClr val="E6F1F2"/>
          </a:solidFill>
          <a:ln xmlns:a="http://schemas.openxmlformats.org/drawingml/2006/main" w="9525">
            <a:noFill/>
            <a:prstDash val="solid"/>
          </a:ln>
        </p:spPr>
      </p:sp>
      <p:sp>
        <p:nvSpPr>
          <p:cNvPr id="36" name="s3-35-ellipse">
            <a:extLst xmlns:a="http://schemas.openxmlformats.org/drawingml/2006/main">
              <a:ext uri="{FF2B5EF4-FFF2-40B4-BE49-F238E27FC236}">
                <a16:creationId xmlns:a16="http://schemas.microsoft.com/office/drawing/2014/main" id="{27F65719-1E84-45A5-94EA-8687E45D57BB}"/>
              </a:ext>
            </a:extLst>
          </p:cNvPr>
          <p:cNvSpPr>
            <a:spLocks xmlns:a="http://schemas.openxmlformats.org/drawingml/2006/main" noGrp="1"/>
          </p:cNvSpPr>
          <p:nvPr/>
        </p:nvSpPr>
        <p:spPr>
          <a:xfrm xmlns:a="http://schemas.openxmlformats.org/drawingml/2006/main">
            <a:off x="11753850" y="4905375"/>
            <a:ext cx="285750" cy="285750"/>
          </a:xfrm>
          <a:prstGeom xmlns:a="http://schemas.openxmlformats.org/drawingml/2006/main" prst="ellipse">
            <a:avLst/>
          </a:prstGeom>
          <a:solidFill xmlns:a="http://schemas.openxmlformats.org/drawingml/2006/main">
            <a:srgbClr val="146C76"/>
          </a:solidFill>
          <a:ln xmlns:a="http://schemas.openxmlformats.org/drawingml/2006/main" w="9525">
            <a:noFill/>
            <a:prstDash val="solid"/>
          </a:ln>
        </p:spPr>
      </p:sp>
      <p:sp>
        <p:nvSpPr>
          <p:cNvPr id="37" name="s3-36-text">
            <a:extLst xmlns:a="http://schemas.openxmlformats.org/drawingml/2006/main">
              <a:ext uri="{FF2B5EF4-FFF2-40B4-BE49-F238E27FC236}">
                <a16:creationId xmlns:a16="http://schemas.microsoft.com/office/drawing/2014/main" id="{82412DAD-A2AB-44A3-8D19-AA7D3E5929B6}"/>
              </a:ext>
            </a:extLst>
          </p:cNvPr>
          <p:cNvSpPr>
            <a:spLocks xmlns:a="http://schemas.openxmlformats.org/drawingml/2006/main" noGrp="1"/>
          </p:cNvSpPr>
          <p:nvPr/>
        </p:nvSpPr>
        <p:spPr>
          <a:xfrm xmlns:a="http://schemas.openxmlformats.org/drawingml/2006/main">
            <a:off x="11772900" y="4924425"/>
            <a:ext cx="247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350" b="1">
                <a:solidFill>
                  <a:srgbClr val="FFFFFF"/>
                </a:solidFill>
                <a:latin typeface="Apple SD Gothic Neo"/>
                <a:ea typeface="Apple SD Gothic Neo"/>
                <a:cs typeface="Apple SD Gothic Neo"/>
              </a:defRPr>
            </a:defPPr>
            <a:lvl1pPr algn="ctr">
              <a:defRPr sz="1350" b="1">
                <a:solidFill>
                  <a:srgbClr val="FFFFFF"/>
                </a:solidFill>
                <a:latin typeface="Apple SD Gothic Neo"/>
                <a:ea typeface="Apple SD Gothic Neo"/>
                <a:cs typeface="Apple SD Gothic Neo"/>
              </a:defRPr>
            </a:lvl1pPr>
            <a:lvl2pPr algn="ctr">
              <a:defRPr sz="1350" b="1">
                <a:solidFill>
                  <a:srgbClr val="FFFFFF"/>
                </a:solidFill>
                <a:latin typeface="Apple SD Gothic Neo"/>
                <a:ea typeface="Apple SD Gothic Neo"/>
                <a:cs typeface="Apple SD Gothic Neo"/>
              </a:defRPr>
            </a:lvl2pPr>
            <a:lvl3pPr algn="ctr">
              <a:defRPr sz="1350" b="1">
                <a:solidFill>
                  <a:srgbClr val="FFFFFF"/>
                </a:solidFill>
                <a:latin typeface="Apple SD Gothic Neo"/>
                <a:ea typeface="Apple SD Gothic Neo"/>
                <a:cs typeface="Apple SD Gothic Neo"/>
              </a:defRPr>
            </a:lvl3pPr>
            <a:lvl4pPr algn="ctr">
              <a:defRPr sz="1350" b="1">
                <a:solidFill>
                  <a:srgbClr val="FFFFFF"/>
                </a:solidFill>
                <a:latin typeface="Apple SD Gothic Neo"/>
                <a:ea typeface="Apple SD Gothic Neo"/>
                <a:cs typeface="Apple SD Gothic Neo"/>
              </a:defRPr>
            </a:lvl4pPr>
            <a:lvl5pPr algn="ctr">
              <a:defRPr sz="1350" b="1">
                <a:solidFill>
                  <a:srgbClr val="FFFFFF"/>
                </a:solidFill>
                <a:latin typeface="Apple SD Gothic Neo"/>
                <a:ea typeface="Apple SD Gothic Neo"/>
                <a:cs typeface="Apple SD Gothic Neo"/>
              </a:defRPr>
            </a:lvl5pPr>
            <a:lvl6pPr algn="ctr">
              <a:defRPr sz="1350" b="1">
                <a:solidFill>
                  <a:srgbClr val="FFFFFF"/>
                </a:solidFill>
                <a:latin typeface="Apple SD Gothic Neo"/>
                <a:ea typeface="Apple SD Gothic Neo"/>
                <a:cs typeface="Apple SD Gothic Neo"/>
              </a:defRPr>
            </a:lvl6pPr>
            <a:lvl7pPr algn="ctr">
              <a:defRPr sz="1350" b="1">
                <a:solidFill>
                  <a:srgbClr val="FFFFFF"/>
                </a:solidFill>
                <a:latin typeface="Apple SD Gothic Neo"/>
                <a:ea typeface="Apple SD Gothic Neo"/>
                <a:cs typeface="Apple SD Gothic Neo"/>
              </a:defRPr>
            </a:lvl7pPr>
            <a:lvl8pPr algn="ctr">
              <a:defRPr sz="1350" b="1">
                <a:solidFill>
                  <a:srgbClr val="FFFFFF"/>
                </a:solidFill>
                <a:latin typeface="Apple SD Gothic Neo"/>
                <a:ea typeface="Apple SD Gothic Neo"/>
                <a:cs typeface="Apple SD Gothic Neo"/>
              </a:defRPr>
            </a:lvl8pPr>
            <a:lvl9pPr algn="ctr">
              <a:defRPr sz="1350" b="1">
                <a:solidFill>
                  <a:srgbClr val="FFFFFF"/>
                </a:solidFill>
                <a:latin typeface="Apple SD Gothic Neo"/>
                <a:ea typeface="Apple SD Gothic Neo"/>
                <a:cs typeface="Apple SD Gothic Neo"/>
              </a:defRPr>
            </a:lvl9pPr>
          </a:lstStyle>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4</a:t>
            </a:r>
          </a:p>
        </p:txBody>
      </p:sp>
      <p:sp>
        <p:nvSpPr>
          <p:cNvPr id="38" name="s3-37-text">
            <a:extLst xmlns:a="http://schemas.openxmlformats.org/drawingml/2006/main">
              <a:ext uri="{FF2B5EF4-FFF2-40B4-BE49-F238E27FC236}">
                <a16:creationId xmlns:a16="http://schemas.microsoft.com/office/drawing/2014/main" id="{36F235E5-E4E0-4F00-B0B1-09FCDAC30DE0}"/>
              </a:ext>
            </a:extLst>
          </p:cNvPr>
          <p:cNvSpPr>
            <a:spLocks xmlns:a="http://schemas.openxmlformats.org/drawingml/2006/main" noGrp="1"/>
          </p:cNvSpPr>
          <p:nvPr/>
        </p:nvSpPr>
        <p:spPr>
          <a:xfrm xmlns:a="http://schemas.openxmlformats.org/drawingml/2006/main">
            <a:off x="914400" y="5314950"/>
            <a:ext cx="25336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a:solidFill>
                  <a:srgbClr val="172E2A"/>
                </a:solidFill>
                <a:latin typeface="Apple SD Gothic Neo"/>
                <a:ea typeface="Apple SD Gothic Neo"/>
                <a:cs typeface="Apple SD Gothic Neo"/>
              </a:defRPr>
            </a:defPPr>
            <a:lvl1pPr algn="l">
              <a:defRPr sz="2100" b="1">
                <a:solidFill>
                  <a:srgbClr val="172E2A"/>
                </a:solidFill>
                <a:latin typeface="Apple SD Gothic Neo"/>
                <a:ea typeface="Apple SD Gothic Neo"/>
                <a:cs typeface="Apple SD Gothic Neo"/>
              </a:defRPr>
            </a:lvl1pPr>
            <a:lvl2pPr algn="l">
              <a:defRPr sz="2100" b="1">
                <a:solidFill>
                  <a:srgbClr val="172E2A"/>
                </a:solidFill>
                <a:latin typeface="Apple SD Gothic Neo"/>
                <a:ea typeface="Apple SD Gothic Neo"/>
                <a:cs typeface="Apple SD Gothic Neo"/>
              </a:defRPr>
            </a:lvl2pPr>
            <a:lvl3pPr algn="l">
              <a:defRPr sz="2100" b="1">
                <a:solidFill>
                  <a:srgbClr val="172E2A"/>
                </a:solidFill>
                <a:latin typeface="Apple SD Gothic Neo"/>
                <a:ea typeface="Apple SD Gothic Neo"/>
                <a:cs typeface="Apple SD Gothic Neo"/>
              </a:defRPr>
            </a:lvl3pPr>
            <a:lvl4pPr algn="l">
              <a:defRPr sz="2100" b="1">
                <a:solidFill>
                  <a:srgbClr val="172E2A"/>
                </a:solidFill>
                <a:latin typeface="Apple SD Gothic Neo"/>
                <a:ea typeface="Apple SD Gothic Neo"/>
                <a:cs typeface="Apple SD Gothic Neo"/>
              </a:defRPr>
            </a:lvl4pPr>
            <a:lvl5pPr algn="l">
              <a:defRPr sz="2100" b="1">
                <a:solidFill>
                  <a:srgbClr val="172E2A"/>
                </a:solidFill>
                <a:latin typeface="Apple SD Gothic Neo"/>
                <a:ea typeface="Apple SD Gothic Neo"/>
                <a:cs typeface="Apple SD Gothic Neo"/>
              </a:defRPr>
            </a:lvl5pPr>
            <a:lvl6pPr algn="l">
              <a:defRPr sz="2100" b="1">
                <a:solidFill>
                  <a:srgbClr val="172E2A"/>
                </a:solidFill>
                <a:latin typeface="Apple SD Gothic Neo"/>
                <a:ea typeface="Apple SD Gothic Neo"/>
                <a:cs typeface="Apple SD Gothic Neo"/>
              </a:defRPr>
            </a:lvl6pPr>
            <a:lvl7pPr algn="l">
              <a:defRPr sz="2100" b="1">
                <a:solidFill>
                  <a:srgbClr val="172E2A"/>
                </a:solidFill>
                <a:latin typeface="Apple SD Gothic Neo"/>
                <a:ea typeface="Apple SD Gothic Neo"/>
                <a:cs typeface="Apple SD Gothic Neo"/>
              </a:defRPr>
            </a:lvl7pPr>
            <a:lvl8pPr algn="l">
              <a:defRPr sz="2100" b="1">
                <a:solidFill>
                  <a:srgbClr val="172E2A"/>
                </a:solidFill>
                <a:latin typeface="Apple SD Gothic Neo"/>
                <a:ea typeface="Apple SD Gothic Neo"/>
                <a:cs typeface="Apple SD Gothic Neo"/>
              </a:defRPr>
            </a:lvl8pPr>
            <a:lvl9pPr algn="l">
              <a:defRPr sz="2100" b="1">
                <a:solidFill>
                  <a:srgbClr val="172E2A"/>
                </a:solidFill>
                <a:latin typeface="Apple SD Gothic Neo"/>
                <a:ea typeface="Apple SD Gothic Neo"/>
                <a:cs typeface="Apple SD Gothic Neo"/>
              </a:defRPr>
            </a:lvl9pPr>
          </a:lstStyle>
          <a:p xmlns:a="http://schemas.openxmlformats.org/drawingml/2006/main">
            <a:pPr algn="l">
              <a:defRPr sz="2100" b="1">
                <a:solidFill>
                  <a:srgbClr val="172E2A"/>
                </a:solidFill>
                <a:latin typeface="Apple SD Gothic Neo"/>
                <a:ea typeface="Apple SD Gothic Neo"/>
                <a:cs typeface="Apple SD Gothic Neo"/>
              </a:defRPr>
            </a:pPr>
            <a:r>
              <a:rPr sz="2100" b="1">
                <a:solidFill>
                  <a:srgbClr val="172E2A"/>
                </a:solidFill>
                <a:latin typeface="Apple SD Gothic Neo"/>
                <a:ea typeface="Apple SD Gothic Neo"/>
                <a:cs typeface="Apple SD Gothic Neo"/>
              </a:rPr>
              <a:t>새 입력 반영</a:t>
            </a:r>
          </a:p>
        </p:txBody>
      </p:sp>
      <p:sp>
        <p:nvSpPr>
          <p:cNvPr id="39" name="s3-38-text">
            <a:extLst xmlns:a="http://schemas.openxmlformats.org/drawingml/2006/main">
              <a:ext uri="{FF2B5EF4-FFF2-40B4-BE49-F238E27FC236}">
                <a16:creationId xmlns:a16="http://schemas.microsoft.com/office/drawing/2014/main" id="{9CF34F2C-95A1-44B3-ACA2-0C744695DA46}"/>
              </a:ext>
            </a:extLst>
          </p:cNvPr>
          <p:cNvSpPr>
            <a:spLocks xmlns:a="http://schemas.openxmlformats.org/drawingml/2006/main" noGrp="1"/>
          </p:cNvSpPr>
          <p:nvPr/>
        </p:nvSpPr>
        <p:spPr>
          <a:xfrm xmlns:a="http://schemas.openxmlformats.org/drawingml/2006/main">
            <a:off x="914400" y="57816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1736F"/>
                </a:solidFill>
                <a:latin typeface="Apple SD Gothic Neo"/>
                <a:ea typeface="Apple SD Gothic Neo"/>
                <a:cs typeface="Apple SD Gothic Neo"/>
              </a:defRPr>
            </a:defPPr>
            <a:lvl1pPr algn="l">
              <a:defRPr sz="1650" b="0">
                <a:solidFill>
                  <a:srgbClr val="61736F"/>
                </a:solidFill>
                <a:latin typeface="Apple SD Gothic Neo"/>
                <a:ea typeface="Apple SD Gothic Neo"/>
                <a:cs typeface="Apple SD Gothic Neo"/>
              </a:defRPr>
            </a:lvl1pPr>
            <a:lvl2pPr algn="l">
              <a:defRPr sz="1650" b="0">
                <a:solidFill>
                  <a:srgbClr val="61736F"/>
                </a:solidFill>
                <a:latin typeface="Apple SD Gothic Neo"/>
                <a:ea typeface="Apple SD Gothic Neo"/>
                <a:cs typeface="Apple SD Gothic Neo"/>
              </a:defRPr>
            </a:lvl2pPr>
            <a:lvl3pPr algn="l">
              <a:defRPr sz="1650" b="0">
                <a:solidFill>
                  <a:srgbClr val="61736F"/>
                </a:solidFill>
                <a:latin typeface="Apple SD Gothic Neo"/>
                <a:ea typeface="Apple SD Gothic Neo"/>
                <a:cs typeface="Apple SD Gothic Neo"/>
              </a:defRPr>
            </a:lvl3pPr>
            <a:lvl4pPr algn="l">
              <a:defRPr sz="1650" b="0">
                <a:solidFill>
                  <a:srgbClr val="61736F"/>
                </a:solidFill>
                <a:latin typeface="Apple SD Gothic Neo"/>
                <a:ea typeface="Apple SD Gothic Neo"/>
                <a:cs typeface="Apple SD Gothic Neo"/>
              </a:defRPr>
            </a:lvl4pPr>
            <a:lvl5pPr algn="l">
              <a:defRPr sz="1650" b="0">
                <a:solidFill>
                  <a:srgbClr val="61736F"/>
                </a:solidFill>
                <a:latin typeface="Apple SD Gothic Neo"/>
                <a:ea typeface="Apple SD Gothic Neo"/>
                <a:cs typeface="Apple SD Gothic Neo"/>
              </a:defRPr>
            </a:lvl5pPr>
            <a:lvl6pPr algn="l">
              <a:defRPr sz="1650" b="0">
                <a:solidFill>
                  <a:srgbClr val="61736F"/>
                </a:solidFill>
                <a:latin typeface="Apple SD Gothic Neo"/>
                <a:ea typeface="Apple SD Gothic Neo"/>
                <a:cs typeface="Apple SD Gothic Neo"/>
              </a:defRPr>
            </a:lvl6pPr>
            <a:lvl7pPr algn="l">
              <a:defRPr sz="1650" b="0">
                <a:solidFill>
                  <a:srgbClr val="61736F"/>
                </a:solidFill>
                <a:latin typeface="Apple SD Gothic Neo"/>
                <a:ea typeface="Apple SD Gothic Neo"/>
                <a:cs typeface="Apple SD Gothic Neo"/>
              </a:defRPr>
            </a:lvl7pPr>
            <a:lvl8pPr algn="l">
              <a:defRPr sz="1650" b="0">
                <a:solidFill>
                  <a:srgbClr val="61736F"/>
                </a:solidFill>
                <a:latin typeface="Apple SD Gothic Neo"/>
                <a:ea typeface="Apple SD Gothic Neo"/>
                <a:cs typeface="Apple SD Gothic Neo"/>
              </a:defRPr>
            </a:lvl8pPr>
            <a:lvl9pPr algn="l">
              <a:defRPr sz="1650" b="0">
                <a:solidFill>
                  <a:srgbClr val="61736F"/>
                </a:solidFill>
                <a:latin typeface="Apple SD Gothic Neo"/>
                <a:ea typeface="Apple SD Gothic Neo"/>
                <a:cs typeface="Apple SD Gothic Neo"/>
              </a:defRPr>
            </a:lvl9pPr>
          </a:lstStyle>
          <a:p xmlns:a="http://schemas.openxmlformats.org/drawingml/2006/main">
            <a:pPr algn="l">
              <a:defRPr sz="1650" b="0">
                <a:solidFill>
                  <a:srgbClr val="61736F"/>
                </a:solidFill>
                <a:latin typeface="Apple SD Gothic Neo"/>
                <a:ea typeface="Apple SD Gothic Neo"/>
                <a:cs typeface="Apple SD Gothic Neo"/>
              </a:defRPr>
            </a:pPr>
            <a:r>
              <a:rPr sz="1650" b="0">
                <a:solidFill>
                  <a:srgbClr val="61736F"/>
                </a:solidFill>
                <a:latin typeface="Apple SD Gothic Neo"/>
                <a:ea typeface="Apple SD Gothic Neo"/>
                <a:cs typeface="Apple SD Gothic Neo"/>
              </a:rPr>
              <a:t>자료·위치·사용자 상태</a:t>
            </a:r>
          </a:p>
        </p:txBody>
      </p:sp>
      <p:sp>
        <p:nvSpPr>
          <p:cNvPr id="40" name="s3-39-text">
            <a:extLst xmlns:a="http://schemas.openxmlformats.org/drawingml/2006/main">
              <a:ext uri="{FF2B5EF4-FFF2-40B4-BE49-F238E27FC236}">
                <a16:creationId xmlns:a16="http://schemas.microsoft.com/office/drawing/2014/main" id="{0E4F46EA-9D18-464D-8048-D5723F7D4F13}"/>
              </a:ext>
            </a:extLst>
          </p:cNvPr>
          <p:cNvSpPr>
            <a:spLocks xmlns:a="http://schemas.openxmlformats.org/drawingml/2006/main" noGrp="1"/>
          </p:cNvSpPr>
          <p:nvPr/>
        </p:nvSpPr>
        <p:spPr>
          <a:xfrm xmlns:a="http://schemas.openxmlformats.org/drawingml/2006/main">
            <a:off x="4552950" y="5314950"/>
            <a:ext cx="25336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a:solidFill>
                  <a:srgbClr val="172E2A"/>
                </a:solidFill>
                <a:latin typeface="Apple SD Gothic Neo"/>
                <a:ea typeface="Apple SD Gothic Neo"/>
                <a:cs typeface="Apple SD Gothic Neo"/>
              </a:defRPr>
            </a:defPPr>
            <a:lvl1pPr algn="l">
              <a:defRPr sz="2100" b="1">
                <a:solidFill>
                  <a:srgbClr val="172E2A"/>
                </a:solidFill>
                <a:latin typeface="Apple SD Gothic Neo"/>
                <a:ea typeface="Apple SD Gothic Neo"/>
                <a:cs typeface="Apple SD Gothic Neo"/>
              </a:defRPr>
            </a:lvl1pPr>
            <a:lvl2pPr algn="l">
              <a:defRPr sz="2100" b="1">
                <a:solidFill>
                  <a:srgbClr val="172E2A"/>
                </a:solidFill>
                <a:latin typeface="Apple SD Gothic Neo"/>
                <a:ea typeface="Apple SD Gothic Neo"/>
                <a:cs typeface="Apple SD Gothic Neo"/>
              </a:defRPr>
            </a:lvl2pPr>
            <a:lvl3pPr algn="l">
              <a:defRPr sz="2100" b="1">
                <a:solidFill>
                  <a:srgbClr val="172E2A"/>
                </a:solidFill>
                <a:latin typeface="Apple SD Gothic Neo"/>
                <a:ea typeface="Apple SD Gothic Neo"/>
                <a:cs typeface="Apple SD Gothic Neo"/>
              </a:defRPr>
            </a:lvl3pPr>
            <a:lvl4pPr algn="l">
              <a:defRPr sz="2100" b="1">
                <a:solidFill>
                  <a:srgbClr val="172E2A"/>
                </a:solidFill>
                <a:latin typeface="Apple SD Gothic Neo"/>
                <a:ea typeface="Apple SD Gothic Neo"/>
                <a:cs typeface="Apple SD Gothic Neo"/>
              </a:defRPr>
            </a:lvl4pPr>
            <a:lvl5pPr algn="l">
              <a:defRPr sz="2100" b="1">
                <a:solidFill>
                  <a:srgbClr val="172E2A"/>
                </a:solidFill>
                <a:latin typeface="Apple SD Gothic Neo"/>
                <a:ea typeface="Apple SD Gothic Neo"/>
                <a:cs typeface="Apple SD Gothic Neo"/>
              </a:defRPr>
            </a:lvl5pPr>
            <a:lvl6pPr algn="l">
              <a:defRPr sz="2100" b="1">
                <a:solidFill>
                  <a:srgbClr val="172E2A"/>
                </a:solidFill>
                <a:latin typeface="Apple SD Gothic Neo"/>
                <a:ea typeface="Apple SD Gothic Neo"/>
                <a:cs typeface="Apple SD Gothic Neo"/>
              </a:defRPr>
            </a:lvl6pPr>
            <a:lvl7pPr algn="l">
              <a:defRPr sz="2100" b="1">
                <a:solidFill>
                  <a:srgbClr val="172E2A"/>
                </a:solidFill>
                <a:latin typeface="Apple SD Gothic Neo"/>
                <a:ea typeface="Apple SD Gothic Neo"/>
                <a:cs typeface="Apple SD Gothic Neo"/>
              </a:defRPr>
            </a:lvl7pPr>
            <a:lvl8pPr algn="l">
              <a:defRPr sz="2100" b="1">
                <a:solidFill>
                  <a:srgbClr val="172E2A"/>
                </a:solidFill>
                <a:latin typeface="Apple SD Gothic Neo"/>
                <a:ea typeface="Apple SD Gothic Neo"/>
                <a:cs typeface="Apple SD Gothic Neo"/>
              </a:defRPr>
            </a:lvl8pPr>
            <a:lvl9pPr algn="l">
              <a:defRPr sz="2100" b="1">
                <a:solidFill>
                  <a:srgbClr val="172E2A"/>
                </a:solidFill>
                <a:latin typeface="Apple SD Gothic Neo"/>
                <a:ea typeface="Apple SD Gothic Neo"/>
                <a:cs typeface="Apple SD Gothic Neo"/>
              </a:defRPr>
            </a:lvl9pPr>
          </a:lstStyle>
          <a:p xmlns:a="http://schemas.openxmlformats.org/drawingml/2006/main">
            <a:pPr algn="l">
              <a:defRPr sz="2100" b="1">
                <a:solidFill>
                  <a:srgbClr val="172E2A"/>
                </a:solidFill>
                <a:latin typeface="Apple SD Gothic Neo"/>
                <a:ea typeface="Apple SD Gothic Neo"/>
                <a:cs typeface="Apple SD Gothic Neo"/>
              </a:defRPr>
            </a:pPr>
            <a:r>
              <a:rPr sz="2100" b="1">
                <a:solidFill>
                  <a:srgbClr val="172E2A"/>
                </a:solidFill>
                <a:latin typeface="Apple SD Gothic Neo"/>
                <a:ea typeface="Apple SD Gothic Neo"/>
                <a:cs typeface="Apple SD Gothic Neo"/>
              </a:rPr>
              <a:t>개인별 재평가</a:t>
            </a:r>
          </a:p>
        </p:txBody>
      </p:sp>
      <p:sp>
        <p:nvSpPr>
          <p:cNvPr id="41" name="s3-40-text">
            <a:extLst xmlns:a="http://schemas.openxmlformats.org/drawingml/2006/main">
              <a:ext uri="{FF2B5EF4-FFF2-40B4-BE49-F238E27FC236}">
                <a16:creationId xmlns:a16="http://schemas.microsoft.com/office/drawing/2014/main" id="{98D944A0-9B37-4A87-A17D-F038BE4EB637}"/>
              </a:ext>
            </a:extLst>
          </p:cNvPr>
          <p:cNvSpPr>
            <a:spLocks xmlns:a="http://schemas.openxmlformats.org/drawingml/2006/main" noGrp="1"/>
          </p:cNvSpPr>
          <p:nvPr/>
        </p:nvSpPr>
        <p:spPr>
          <a:xfrm xmlns:a="http://schemas.openxmlformats.org/drawingml/2006/main">
            <a:off x="4552950" y="57816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1736F"/>
                </a:solidFill>
                <a:latin typeface="Apple SD Gothic Neo"/>
                <a:ea typeface="Apple SD Gothic Neo"/>
                <a:cs typeface="Apple SD Gothic Neo"/>
              </a:defRPr>
            </a:defPPr>
            <a:lvl1pPr algn="l">
              <a:defRPr sz="1650" b="0">
                <a:solidFill>
                  <a:srgbClr val="61736F"/>
                </a:solidFill>
                <a:latin typeface="Apple SD Gothic Neo"/>
                <a:ea typeface="Apple SD Gothic Neo"/>
                <a:cs typeface="Apple SD Gothic Neo"/>
              </a:defRPr>
            </a:lvl1pPr>
            <a:lvl2pPr algn="l">
              <a:defRPr sz="1650" b="0">
                <a:solidFill>
                  <a:srgbClr val="61736F"/>
                </a:solidFill>
                <a:latin typeface="Apple SD Gothic Neo"/>
                <a:ea typeface="Apple SD Gothic Neo"/>
                <a:cs typeface="Apple SD Gothic Neo"/>
              </a:defRPr>
            </a:lvl2pPr>
            <a:lvl3pPr algn="l">
              <a:defRPr sz="1650" b="0">
                <a:solidFill>
                  <a:srgbClr val="61736F"/>
                </a:solidFill>
                <a:latin typeface="Apple SD Gothic Neo"/>
                <a:ea typeface="Apple SD Gothic Neo"/>
                <a:cs typeface="Apple SD Gothic Neo"/>
              </a:defRPr>
            </a:lvl3pPr>
            <a:lvl4pPr algn="l">
              <a:defRPr sz="1650" b="0">
                <a:solidFill>
                  <a:srgbClr val="61736F"/>
                </a:solidFill>
                <a:latin typeface="Apple SD Gothic Neo"/>
                <a:ea typeface="Apple SD Gothic Neo"/>
                <a:cs typeface="Apple SD Gothic Neo"/>
              </a:defRPr>
            </a:lvl4pPr>
            <a:lvl5pPr algn="l">
              <a:defRPr sz="1650" b="0">
                <a:solidFill>
                  <a:srgbClr val="61736F"/>
                </a:solidFill>
                <a:latin typeface="Apple SD Gothic Neo"/>
                <a:ea typeface="Apple SD Gothic Neo"/>
                <a:cs typeface="Apple SD Gothic Neo"/>
              </a:defRPr>
            </a:lvl5pPr>
            <a:lvl6pPr algn="l">
              <a:defRPr sz="1650" b="0">
                <a:solidFill>
                  <a:srgbClr val="61736F"/>
                </a:solidFill>
                <a:latin typeface="Apple SD Gothic Neo"/>
                <a:ea typeface="Apple SD Gothic Neo"/>
                <a:cs typeface="Apple SD Gothic Neo"/>
              </a:defRPr>
            </a:lvl6pPr>
            <a:lvl7pPr algn="l">
              <a:defRPr sz="1650" b="0">
                <a:solidFill>
                  <a:srgbClr val="61736F"/>
                </a:solidFill>
                <a:latin typeface="Apple SD Gothic Neo"/>
                <a:ea typeface="Apple SD Gothic Neo"/>
                <a:cs typeface="Apple SD Gothic Neo"/>
              </a:defRPr>
            </a:lvl7pPr>
            <a:lvl8pPr algn="l">
              <a:defRPr sz="1650" b="0">
                <a:solidFill>
                  <a:srgbClr val="61736F"/>
                </a:solidFill>
                <a:latin typeface="Apple SD Gothic Neo"/>
                <a:ea typeface="Apple SD Gothic Neo"/>
                <a:cs typeface="Apple SD Gothic Neo"/>
              </a:defRPr>
            </a:lvl8pPr>
            <a:lvl9pPr algn="l">
              <a:defRPr sz="1650" b="0">
                <a:solidFill>
                  <a:srgbClr val="61736F"/>
                </a:solidFill>
                <a:latin typeface="Apple SD Gothic Neo"/>
                <a:ea typeface="Apple SD Gothic Neo"/>
                <a:cs typeface="Apple SD Gothic Neo"/>
              </a:defRPr>
            </a:lvl9pPr>
          </a:lstStyle>
          <a:p xmlns:a="http://schemas.openxmlformats.org/drawingml/2006/main">
            <a:pPr algn="l">
              <a:defRPr sz="1650" b="0">
                <a:solidFill>
                  <a:srgbClr val="61736F"/>
                </a:solidFill>
                <a:latin typeface="Apple SD Gothic Neo"/>
                <a:ea typeface="Apple SD Gothic Neo"/>
                <a:cs typeface="Apple SD Gothic Neo"/>
              </a:defRPr>
            </a:pPr>
            <a:r>
              <a:rPr sz="1650" b="0">
                <a:solidFill>
                  <a:srgbClr val="61736F"/>
                </a:solidFill>
                <a:latin typeface="Apple SD Gothic Neo"/>
                <a:ea typeface="Apple SD Gothic Neo"/>
                <a:cs typeface="Apple SD Gothic Neo"/>
              </a:rPr>
              <a:t>기본 지침과 고정 규칙</a:t>
            </a:r>
          </a:p>
        </p:txBody>
      </p:sp>
      <p:sp>
        <p:nvSpPr>
          <p:cNvPr id="42" name="s3-41-text">
            <a:extLst xmlns:a="http://schemas.openxmlformats.org/drawingml/2006/main">
              <a:ext uri="{FF2B5EF4-FFF2-40B4-BE49-F238E27FC236}">
                <a16:creationId xmlns:a16="http://schemas.microsoft.com/office/drawing/2014/main" id="{2687DABB-FB44-4DFA-99DE-75F2D527D9E6}"/>
              </a:ext>
            </a:extLst>
          </p:cNvPr>
          <p:cNvSpPr>
            <a:spLocks xmlns:a="http://schemas.openxmlformats.org/drawingml/2006/main" noGrp="1"/>
          </p:cNvSpPr>
          <p:nvPr/>
        </p:nvSpPr>
        <p:spPr>
          <a:xfrm xmlns:a="http://schemas.openxmlformats.org/drawingml/2006/main">
            <a:off x="8191500" y="5267325"/>
            <a:ext cx="25336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a:solidFill>
                  <a:srgbClr val="172E2A"/>
                </a:solidFill>
                <a:latin typeface="Apple SD Gothic Neo"/>
                <a:ea typeface="Apple SD Gothic Neo"/>
                <a:cs typeface="Apple SD Gothic Neo"/>
              </a:defRPr>
            </a:defPPr>
            <a:lvl1pPr algn="l">
              <a:defRPr sz="2100" b="1">
                <a:solidFill>
                  <a:srgbClr val="172E2A"/>
                </a:solidFill>
                <a:latin typeface="Apple SD Gothic Neo"/>
                <a:ea typeface="Apple SD Gothic Neo"/>
                <a:cs typeface="Apple SD Gothic Neo"/>
              </a:defRPr>
            </a:lvl1pPr>
            <a:lvl2pPr algn="l">
              <a:defRPr sz="2100" b="1">
                <a:solidFill>
                  <a:srgbClr val="172E2A"/>
                </a:solidFill>
                <a:latin typeface="Apple SD Gothic Neo"/>
                <a:ea typeface="Apple SD Gothic Neo"/>
                <a:cs typeface="Apple SD Gothic Neo"/>
              </a:defRPr>
            </a:lvl2pPr>
            <a:lvl3pPr algn="l">
              <a:defRPr sz="2100" b="1">
                <a:solidFill>
                  <a:srgbClr val="172E2A"/>
                </a:solidFill>
                <a:latin typeface="Apple SD Gothic Neo"/>
                <a:ea typeface="Apple SD Gothic Neo"/>
                <a:cs typeface="Apple SD Gothic Neo"/>
              </a:defRPr>
            </a:lvl3pPr>
            <a:lvl4pPr algn="l">
              <a:defRPr sz="2100" b="1">
                <a:solidFill>
                  <a:srgbClr val="172E2A"/>
                </a:solidFill>
                <a:latin typeface="Apple SD Gothic Neo"/>
                <a:ea typeface="Apple SD Gothic Neo"/>
                <a:cs typeface="Apple SD Gothic Neo"/>
              </a:defRPr>
            </a:lvl4pPr>
            <a:lvl5pPr algn="l">
              <a:defRPr sz="2100" b="1">
                <a:solidFill>
                  <a:srgbClr val="172E2A"/>
                </a:solidFill>
                <a:latin typeface="Apple SD Gothic Neo"/>
                <a:ea typeface="Apple SD Gothic Neo"/>
                <a:cs typeface="Apple SD Gothic Neo"/>
              </a:defRPr>
            </a:lvl5pPr>
            <a:lvl6pPr algn="l">
              <a:defRPr sz="2100" b="1">
                <a:solidFill>
                  <a:srgbClr val="172E2A"/>
                </a:solidFill>
                <a:latin typeface="Apple SD Gothic Neo"/>
                <a:ea typeface="Apple SD Gothic Neo"/>
                <a:cs typeface="Apple SD Gothic Neo"/>
              </a:defRPr>
            </a:lvl6pPr>
            <a:lvl7pPr algn="l">
              <a:defRPr sz="2100" b="1">
                <a:solidFill>
                  <a:srgbClr val="172E2A"/>
                </a:solidFill>
                <a:latin typeface="Apple SD Gothic Neo"/>
                <a:ea typeface="Apple SD Gothic Neo"/>
                <a:cs typeface="Apple SD Gothic Neo"/>
              </a:defRPr>
            </a:lvl7pPr>
            <a:lvl8pPr algn="l">
              <a:defRPr sz="2100" b="1">
                <a:solidFill>
                  <a:srgbClr val="172E2A"/>
                </a:solidFill>
                <a:latin typeface="Apple SD Gothic Neo"/>
                <a:ea typeface="Apple SD Gothic Neo"/>
                <a:cs typeface="Apple SD Gothic Neo"/>
              </a:defRPr>
            </a:lvl8pPr>
            <a:lvl9pPr algn="l">
              <a:defRPr sz="2100" b="1">
                <a:solidFill>
                  <a:srgbClr val="172E2A"/>
                </a:solidFill>
                <a:latin typeface="Apple SD Gothic Neo"/>
                <a:ea typeface="Apple SD Gothic Neo"/>
                <a:cs typeface="Apple SD Gothic Neo"/>
              </a:defRPr>
            </a:lvl9pPr>
          </a:lstStyle>
          <a:p xmlns:a="http://schemas.openxmlformats.org/drawingml/2006/main">
            <a:pPr algn="l">
              <a:defRPr sz="2100" b="1">
                <a:solidFill>
                  <a:srgbClr val="172E2A"/>
                </a:solidFill>
                <a:latin typeface="Apple SD Gothic Neo"/>
                <a:ea typeface="Apple SD Gothic Neo"/>
                <a:cs typeface="Apple SD Gothic Neo"/>
              </a:defRPr>
            </a:pPr>
            <a:r>
              <a:rPr sz="2100" b="1">
                <a:solidFill>
                  <a:srgbClr val="172E2A"/>
                </a:solidFill>
                <a:latin typeface="Apple SD Gothic Neo"/>
                <a:ea typeface="Apple SD Gothic Neo"/>
                <a:cs typeface="Apple SD Gothic Neo"/>
              </a:rPr>
              <a:t>대응 단계와 행동</a:t>
            </a:r>
          </a:p>
        </p:txBody>
      </p:sp>
      <p:sp>
        <p:nvSpPr>
          <p:cNvPr id="43" name="s3-42-rect">
            <a:extLst xmlns:a="http://schemas.openxmlformats.org/drawingml/2006/main">
              <a:ext uri="{FF2B5EF4-FFF2-40B4-BE49-F238E27FC236}">
                <a16:creationId xmlns:a16="http://schemas.microsoft.com/office/drawing/2014/main" id="{B13742E0-A054-42D0-A0FE-18A9D9009E3D}"/>
              </a:ext>
            </a:extLst>
          </p:cNvPr>
          <p:cNvSpPr>
            <a:spLocks xmlns:a="http://schemas.openxmlformats.org/drawingml/2006/main" noGrp="1"/>
          </p:cNvSpPr>
          <p:nvPr/>
        </p:nvSpPr>
        <p:spPr>
          <a:xfrm xmlns:a="http://schemas.openxmlformats.org/drawingml/2006/main">
            <a:off x="8143875" y="5753100"/>
            <a:ext cx="819150" cy="342900"/>
          </a:xfrm>
          <a:prstGeom xmlns:a="http://schemas.openxmlformats.org/drawingml/2006/main" prst="roundRect">
            <a:avLst>
              <a:gd name="adj" fmla="val 50000"/>
            </a:avLst>
          </a:prstGeom>
          <a:solidFill xmlns:a="http://schemas.openxmlformats.org/drawingml/2006/main">
            <a:srgbClr val="F8E4AF"/>
          </a:solidFill>
          <a:ln xmlns:a="http://schemas.openxmlformats.org/drawingml/2006/main" w="9525">
            <a:noFill/>
            <a:prstDash val="solid"/>
          </a:ln>
        </p:spPr>
      </p:sp>
      <p:sp>
        <p:nvSpPr>
          <p:cNvPr id="44" name="s3-43-text">
            <a:extLst xmlns:a="http://schemas.openxmlformats.org/drawingml/2006/main">
              <a:ext uri="{FF2B5EF4-FFF2-40B4-BE49-F238E27FC236}">
                <a16:creationId xmlns:a16="http://schemas.microsoft.com/office/drawing/2014/main" id="{F001FCA7-044B-4723-ACD2-0BDECE077F85}"/>
              </a:ext>
            </a:extLst>
          </p:cNvPr>
          <p:cNvSpPr>
            <a:spLocks xmlns:a="http://schemas.openxmlformats.org/drawingml/2006/main" noGrp="1"/>
          </p:cNvSpPr>
          <p:nvPr/>
        </p:nvSpPr>
        <p:spPr>
          <a:xfrm xmlns:a="http://schemas.openxmlformats.org/drawingml/2006/main">
            <a:off x="8143875" y="5772150"/>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425" b="1">
                <a:solidFill>
                  <a:srgbClr val="B96928"/>
                </a:solidFill>
                <a:latin typeface="Apple SD Gothic Neo"/>
                <a:ea typeface="Apple SD Gothic Neo"/>
                <a:cs typeface="Apple SD Gothic Neo"/>
              </a:defRPr>
            </a:defPPr>
            <a:lvl1pPr algn="ctr">
              <a:defRPr sz="1425" b="1">
                <a:solidFill>
                  <a:srgbClr val="B96928"/>
                </a:solidFill>
                <a:latin typeface="Apple SD Gothic Neo"/>
                <a:ea typeface="Apple SD Gothic Neo"/>
                <a:cs typeface="Apple SD Gothic Neo"/>
              </a:defRPr>
            </a:lvl1pPr>
            <a:lvl2pPr algn="ctr">
              <a:defRPr sz="1425" b="1">
                <a:solidFill>
                  <a:srgbClr val="B96928"/>
                </a:solidFill>
                <a:latin typeface="Apple SD Gothic Neo"/>
                <a:ea typeface="Apple SD Gothic Neo"/>
                <a:cs typeface="Apple SD Gothic Neo"/>
              </a:defRPr>
            </a:lvl2pPr>
            <a:lvl3pPr algn="ctr">
              <a:defRPr sz="1425" b="1">
                <a:solidFill>
                  <a:srgbClr val="B96928"/>
                </a:solidFill>
                <a:latin typeface="Apple SD Gothic Neo"/>
                <a:ea typeface="Apple SD Gothic Neo"/>
                <a:cs typeface="Apple SD Gothic Neo"/>
              </a:defRPr>
            </a:lvl3pPr>
            <a:lvl4pPr algn="ctr">
              <a:defRPr sz="1425" b="1">
                <a:solidFill>
                  <a:srgbClr val="B96928"/>
                </a:solidFill>
                <a:latin typeface="Apple SD Gothic Neo"/>
                <a:ea typeface="Apple SD Gothic Neo"/>
                <a:cs typeface="Apple SD Gothic Neo"/>
              </a:defRPr>
            </a:lvl4pPr>
            <a:lvl5pPr algn="ctr">
              <a:defRPr sz="1425" b="1">
                <a:solidFill>
                  <a:srgbClr val="B96928"/>
                </a:solidFill>
                <a:latin typeface="Apple SD Gothic Neo"/>
                <a:ea typeface="Apple SD Gothic Neo"/>
                <a:cs typeface="Apple SD Gothic Neo"/>
              </a:defRPr>
            </a:lvl5pPr>
            <a:lvl6pPr algn="ctr">
              <a:defRPr sz="1425" b="1">
                <a:solidFill>
                  <a:srgbClr val="B96928"/>
                </a:solidFill>
                <a:latin typeface="Apple SD Gothic Neo"/>
                <a:ea typeface="Apple SD Gothic Neo"/>
                <a:cs typeface="Apple SD Gothic Neo"/>
              </a:defRPr>
            </a:lvl6pPr>
            <a:lvl7pPr algn="ctr">
              <a:defRPr sz="1425" b="1">
                <a:solidFill>
                  <a:srgbClr val="B96928"/>
                </a:solidFill>
                <a:latin typeface="Apple SD Gothic Neo"/>
                <a:ea typeface="Apple SD Gothic Neo"/>
                <a:cs typeface="Apple SD Gothic Neo"/>
              </a:defRPr>
            </a:lvl7pPr>
            <a:lvl8pPr algn="ctr">
              <a:defRPr sz="1425" b="1">
                <a:solidFill>
                  <a:srgbClr val="B96928"/>
                </a:solidFill>
                <a:latin typeface="Apple SD Gothic Neo"/>
                <a:ea typeface="Apple SD Gothic Neo"/>
                <a:cs typeface="Apple SD Gothic Neo"/>
              </a:defRPr>
            </a:lvl8pPr>
            <a:lvl9pPr algn="ctr">
              <a:defRPr sz="1425" b="1">
                <a:solidFill>
                  <a:srgbClr val="B96928"/>
                </a:solidFill>
                <a:latin typeface="Apple SD Gothic Neo"/>
                <a:ea typeface="Apple SD Gothic Neo"/>
                <a:cs typeface="Apple SD Gothic Neo"/>
              </a:defRPr>
            </a:lvl9pPr>
          </a:lstStyle>
          <a:p xmlns:a="http://schemas.openxmlformats.org/drawingml/2006/main">
            <a:pPr algn="ctr">
              <a:defRPr sz="1425" b="1">
                <a:solidFill>
                  <a:srgbClr val="B96928"/>
                </a:solidFill>
                <a:latin typeface="Apple SD Gothic Neo"/>
                <a:ea typeface="Apple SD Gothic Neo"/>
                <a:cs typeface="Apple SD Gothic Neo"/>
              </a:defRPr>
            </a:pPr>
            <a:r>
              <a:rPr sz="1425" b="1">
                <a:solidFill>
                  <a:srgbClr val="B96928"/>
                </a:solidFill>
                <a:latin typeface="Apple SD Gothic Neo"/>
                <a:ea typeface="Apple SD Gothic Neo"/>
                <a:cs typeface="Apple SD Gothic Neo"/>
              </a:rPr>
              <a:t>1 경고</a:t>
            </a:r>
          </a:p>
        </p:txBody>
      </p:sp>
      <p:sp>
        <p:nvSpPr>
          <p:cNvPr id="45" name="s3-44-rect">
            <a:extLst xmlns:a="http://schemas.openxmlformats.org/drawingml/2006/main">
              <a:ext uri="{FF2B5EF4-FFF2-40B4-BE49-F238E27FC236}">
                <a16:creationId xmlns:a16="http://schemas.microsoft.com/office/drawing/2014/main" id="{F2DA4B5A-5D36-4AC4-B3F6-38E0ED07AFC4}"/>
              </a:ext>
            </a:extLst>
          </p:cNvPr>
          <p:cNvSpPr>
            <a:spLocks xmlns:a="http://schemas.openxmlformats.org/drawingml/2006/main" noGrp="1"/>
          </p:cNvSpPr>
          <p:nvPr/>
        </p:nvSpPr>
        <p:spPr>
          <a:xfrm xmlns:a="http://schemas.openxmlformats.org/drawingml/2006/main">
            <a:off x="9029700" y="5753100"/>
            <a:ext cx="819150" cy="342900"/>
          </a:xfrm>
          <a:prstGeom xmlns:a="http://schemas.openxmlformats.org/drawingml/2006/main" prst="roundRect">
            <a:avLst>
              <a:gd name="adj" fmla="val 50000"/>
            </a:avLst>
          </a:prstGeom>
          <a:solidFill xmlns:a="http://schemas.openxmlformats.org/drawingml/2006/main">
            <a:srgbClr val="F4D8BB"/>
          </a:solidFill>
          <a:ln xmlns:a="http://schemas.openxmlformats.org/drawingml/2006/main" w="9525">
            <a:noFill/>
            <a:prstDash val="solid"/>
          </a:ln>
        </p:spPr>
      </p:sp>
      <p:sp>
        <p:nvSpPr>
          <p:cNvPr id="46" name="s3-45-text">
            <a:extLst xmlns:a="http://schemas.openxmlformats.org/drawingml/2006/main">
              <a:ext uri="{FF2B5EF4-FFF2-40B4-BE49-F238E27FC236}">
                <a16:creationId xmlns:a16="http://schemas.microsoft.com/office/drawing/2014/main" id="{282CDD23-22E0-4521-B6D9-8C2BA4BD7F3E}"/>
              </a:ext>
            </a:extLst>
          </p:cNvPr>
          <p:cNvSpPr>
            <a:spLocks xmlns:a="http://schemas.openxmlformats.org/drawingml/2006/main" noGrp="1"/>
          </p:cNvSpPr>
          <p:nvPr/>
        </p:nvSpPr>
        <p:spPr>
          <a:xfrm xmlns:a="http://schemas.openxmlformats.org/drawingml/2006/main">
            <a:off x="9029700" y="5772150"/>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425" b="1">
                <a:solidFill>
                  <a:srgbClr val="B96928"/>
                </a:solidFill>
                <a:latin typeface="Apple SD Gothic Neo"/>
                <a:ea typeface="Apple SD Gothic Neo"/>
                <a:cs typeface="Apple SD Gothic Neo"/>
              </a:defRPr>
            </a:defPPr>
            <a:lvl1pPr algn="ctr">
              <a:defRPr sz="1425" b="1">
                <a:solidFill>
                  <a:srgbClr val="B96928"/>
                </a:solidFill>
                <a:latin typeface="Apple SD Gothic Neo"/>
                <a:ea typeface="Apple SD Gothic Neo"/>
                <a:cs typeface="Apple SD Gothic Neo"/>
              </a:defRPr>
            </a:lvl1pPr>
            <a:lvl2pPr algn="ctr">
              <a:defRPr sz="1425" b="1">
                <a:solidFill>
                  <a:srgbClr val="B96928"/>
                </a:solidFill>
                <a:latin typeface="Apple SD Gothic Neo"/>
                <a:ea typeface="Apple SD Gothic Neo"/>
                <a:cs typeface="Apple SD Gothic Neo"/>
              </a:defRPr>
            </a:lvl2pPr>
            <a:lvl3pPr algn="ctr">
              <a:defRPr sz="1425" b="1">
                <a:solidFill>
                  <a:srgbClr val="B96928"/>
                </a:solidFill>
                <a:latin typeface="Apple SD Gothic Neo"/>
                <a:ea typeface="Apple SD Gothic Neo"/>
                <a:cs typeface="Apple SD Gothic Neo"/>
              </a:defRPr>
            </a:lvl3pPr>
            <a:lvl4pPr algn="ctr">
              <a:defRPr sz="1425" b="1">
                <a:solidFill>
                  <a:srgbClr val="B96928"/>
                </a:solidFill>
                <a:latin typeface="Apple SD Gothic Neo"/>
                <a:ea typeface="Apple SD Gothic Neo"/>
                <a:cs typeface="Apple SD Gothic Neo"/>
              </a:defRPr>
            </a:lvl4pPr>
            <a:lvl5pPr algn="ctr">
              <a:defRPr sz="1425" b="1">
                <a:solidFill>
                  <a:srgbClr val="B96928"/>
                </a:solidFill>
                <a:latin typeface="Apple SD Gothic Neo"/>
                <a:ea typeface="Apple SD Gothic Neo"/>
                <a:cs typeface="Apple SD Gothic Neo"/>
              </a:defRPr>
            </a:lvl5pPr>
            <a:lvl6pPr algn="ctr">
              <a:defRPr sz="1425" b="1">
                <a:solidFill>
                  <a:srgbClr val="B96928"/>
                </a:solidFill>
                <a:latin typeface="Apple SD Gothic Neo"/>
                <a:ea typeface="Apple SD Gothic Neo"/>
                <a:cs typeface="Apple SD Gothic Neo"/>
              </a:defRPr>
            </a:lvl6pPr>
            <a:lvl7pPr algn="ctr">
              <a:defRPr sz="1425" b="1">
                <a:solidFill>
                  <a:srgbClr val="B96928"/>
                </a:solidFill>
                <a:latin typeface="Apple SD Gothic Neo"/>
                <a:ea typeface="Apple SD Gothic Neo"/>
                <a:cs typeface="Apple SD Gothic Neo"/>
              </a:defRPr>
            </a:lvl7pPr>
            <a:lvl8pPr algn="ctr">
              <a:defRPr sz="1425" b="1">
                <a:solidFill>
                  <a:srgbClr val="B96928"/>
                </a:solidFill>
                <a:latin typeface="Apple SD Gothic Neo"/>
                <a:ea typeface="Apple SD Gothic Neo"/>
                <a:cs typeface="Apple SD Gothic Neo"/>
              </a:defRPr>
            </a:lvl8pPr>
            <a:lvl9pPr algn="ctr">
              <a:defRPr sz="1425" b="1">
                <a:solidFill>
                  <a:srgbClr val="B96928"/>
                </a:solidFill>
                <a:latin typeface="Apple SD Gothic Neo"/>
                <a:ea typeface="Apple SD Gothic Neo"/>
                <a:cs typeface="Apple SD Gothic Neo"/>
              </a:defRPr>
            </a:lvl9pPr>
          </a:lstStyle>
          <a:p xmlns:a="http://schemas.openxmlformats.org/drawingml/2006/main">
            <a:pPr algn="ctr">
              <a:defRPr sz="1425" b="1">
                <a:solidFill>
                  <a:srgbClr val="B96928"/>
                </a:solidFill>
                <a:latin typeface="Apple SD Gothic Neo"/>
                <a:ea typeface="Apple SD Gothic Neo"/>
                <a:cs typeface="Apple SD Gothic Neo"/>
              </a:defRPr>
            </a:pPr>
            <a:r>
              <a:rPr sz="1425" b="1">
                <a:solidFill>
                  <a:srgbClr val="B96928"/>
                </a:solidFill>
                <a:latin typeface="Apple SD Gothic Neo"/>
                <a:ea typeface="Apple SD Gothic Neo"/>
                <a:cs typeface="Apple SD Gothic Neo"/>
              </a:rPr>
              <a:t>2 대피</a:t>
            </a:r>
          </a:p>
        </p:txBody>
      </p:sp>
      <p:sp>
        <p:nvSpPr>
          <p:cNvPr id="47" name="s3-46-rect">
            <a:extLst xmlns:a="http://schemas.openxmlformats.org/drawingml/2006/main">
              <a:ext uri="{FF2B5EF4-FFF2-40B4-BE49-F238E27FC236}">
                <a16:creationId xmlns:a16="http://schemas.microsoft.com/office/drawing/2014/main" id="{FF1E3553-614F-4655-8689-8754A009EA59}"/>
              </a:ext>
            </a:extLst>
          </p:cNvPr>
          <p:cNvSpPr>
            <a:spLocks xmlns:a="http://schemas.openxmlformats.org/drawingml/2006/main" noGrp="1"/>
          </p:cNvSpPr>
          <p:nvPr/>
        </p:nvSpPr>
        <p:spPr>
          <a:xfrm xmlns:a="http://schemas.openxmlformats.org/drawingml/2006/main">
            <a:off x="9915525" y="5753100"/>
            <a:ext cx="819150" cy="342900"/>
          </a:xfrm>
          <a:prstGeom xmlns:a="http://schemas.openxmlformats.org/drawingml/2006/main" prst="roundRect">
            <a:avLst>
              <a:gd name="adj" fmla="val 50000"/>
            </a:avLst>
          </a:prstGeom>
          <a:solidFill xmlns:a="http://schemas.openxmlformats.org/drawingml/2006/main">
            <a:srgbClr val="F0C6BE"/>
          </a:solidFill>
          <a:ln xmlns:a="http://schemas.openxmlformats.org/drawingml/2006/main" w="9525">
            <a:noFill/>
            <a:prstDash val="solid"/>
          </a:ln>
        </p:spPr>
      </p:sp>
      <p:sp>
        <p:nvSpPr>
          <p:cNvPr id="48" name="s3-47-text">
            <a:extLst xmlns:a="http://schemas.openxmlformats.org/drawingml/2006/main">
              <a:ext uri="{FF2B5EF4-FFF2-40B4-BE49-F238E27FC236}">
                <a16:creationId xmlns:a16="http://schemas.microsoft.com/office/drawing/2014/main" id="{676C809C-ABDE-44CE-B7F1-0CBB30640E78}"/>
              </a:ext>
            </a:extLst>
          </p:cNvPr>
          <p:cNvSpPr>
            <a:spLocks xmlns:a="http://schemas.openxmlformats.org/drawingml/2006/main" noGrp="1"/>
          </p:cNvSpPr>
          <p:nvPr/>
        </p:nvSpPr>
        <p:spPr>
          <a:xfrm xmlns:a="http://schemas.openxmlformats.org/drawingml/2006/main">
            <a:off x="9915525" y="5772150"/>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425" b="1">
                <a:solidFill>
                  <a:srgbClr val="BD463E"/>
                </a:solidFill>
                <a:latin typeface="Apple SD Gothic Neo"/>
                <a:ea typeface="Apple SD Gothic Neo"/>
                <a:cs typeface="Apple SD Gothic Neo"/>
              </a:defRPr>
            </a:defPPr>
            <a:lvl1pPr algn="ctr">
              <a:defRPr sz="1425" b="1">
                <a:solidFill>
                  <a:srgbClr val="BD463E"/>
                </a:solidFill>
                <a:latin typeface="Apple SD Gothic Neo"/>
                <a:ea typeface="Apple SD Gothic Neo"/>
                <a:cs typeface="Apple SD Gothic Neo"/>
              </a:defRPr>
            </a:lvl1pPr>
            <a:lvl2pPr algn="ctr">
              <a:defRPr sz="1425" b="1">
                <a:solidFill>
                  <a:srgbClr val="BD463E"/>
                </a:solidFill>
                <a:latin typeface="Apple SD Gothic Neo"/>
                <a:ea typeface="Apple SD Gothic Neo"/>
                <a:cs typeface="Apple SD Gothic Neo"/>
              </a:defRPr>
            </a:lvl2pPr>
            <a:lvl3pPr algn="ctr">
              <a:defRPr sz="1425" b="1">
                <a:solidFill>
                  <a:srgbClr val="BD463E"/>
                </a:solidFill>
                <a:latin typeface="Apple SD Gothic Neo"/>
                <a:ea typeface="Apple SD Gothic Neo"/>
                <a:cs typeface="Apple SD Gothic Neo"/>
              </a:defRPr>
            </a:lvl3pPr>
            <a:lvl4pPr algn="ctr">
              <a:defRPr sz="1425" b="1">
                <a:solidFill>
                  <a:srgbClr val="BD463E"/>
                </a:solidFill>
                <a:latin typeface="Apple SD Gothic Neo"/>
                <a:ea typeface="Apple SD Gothic Neo"/>
                <a:cs typeface="Apple SD Gothic Neo"/>
              </a:defRPr>
            </a:lvl4pPr>
            <a:lvl5pPr algn="ctr">
              <a:defRPr sz="1425" b="1">
                <a:solidFill>
                  <a:srgbClr val="BD463E"/>
                </a:solidFill>
                <a:latin typeface="Apple SD Gothic Neo"/>
                <a:ea typeface="Apple SD Gothic Neo"/>
                <a:cs typeface="Apple SD Gothic Neo"/>
              </a:defRPr>
            </a:lvl5pPr>
            <a:lvl6pPr algn="ctr">
              <a:defRPr sz="1425" b="1">
                <a:solidFill>
                  <a:srgbClr val="BD463E"/>
                </a:solidFill>
                <a:latin typeface="Apple SD Gothic Neo"/>
                <a:ea typeface="Apple SD Gothic Neo"/>
                <a:cs typeface="Apple SD Gothic Neo"/>
              </a:defRPr>
            </a:lvl6pPr>
            <a:lvl7pPr algn="ctr">
              <a:defRPr sz="1425" b="1">
                <a:solidFill>
                  <a:srgbClr val="BD463E"/>
                </a:solidFill>
                <a:latin typeface="Apple SD Gothic Neo"/>
                <a:ea typeface="Apple SD Gothic Neo"/>
                <a:cs typeface="Apple SD Gothic Neo"/>
              </a:defRPr>
            </a:lvl7pPr>
            <a:lvl8pPr algn="ctr">
              <a:defRPr sz="1425" b="1">
                <a:solidFill>
                  <a:srgbClr val="BD463E"/>
                </a:solidFill>
                <a:latin typeface="Apple SD Gothic Neo"/>
                <a:ea typeface="Apple SD Gothic Neo"/>
                <a:cs typeface="Apple SD Gothic Neo"/>
              </a:defRPr>
            </a:lvl8pPr>
            <a:lvl9pPr algn="ctr">
              <a:defRPr sz="1425" b="1">
                <a:solidFill>
                  <a:srgbClr val="BD463E"/>
                </a:solidFill>
                <a:latin typeface="Apple SD Gothic Neo"/>
                <a:ea typeface="Apple SD Gothic Neo"/>
                <a:cs typeface="Apple SD Gothic Neo"/>
              </a:defRPr>
            </a:lvl9pPr>
          </a:lstStyle>
          <a:p xmlns:a="http://schemas.openxmlformats.org/drawingml/2006/main">
            <a:pPr algn="ctr">
              <a:defRPr sz="1425" b="1">
                <a:solidFill>
                  <a:srgbClr val="BD463E"/>
                </a:solidFill>
                <a:latin typeface="Apple SD Gothic Neo"/>
                <a:ea typeface="Apple SD Gothic Neo"/>
                <a:cs typeface="Apple SD Gothic Neo"/>
              </a:defRPr>
            </a:pPr>
            <a:r>
              <a:rPr sz="1425" b="1">
                <a:solidFill>
                  <a:srgbClr val="BD463E"/>
                </a:solidFill>
                <a:latin typeface="Apple SD Gothic Neo"/>
                <a:ea typeface="Apple SD Gothic Neo"/>
                <a:cs typeface="Apple SD Gothic Neo"/>
              </a:rPr>
              <a:t>3 위급</a:t>
            </a:r>
          </a:p>
        </p:txBody>
      </p:sp>
      <p:sp>
        <p:nvSpPr>
          <p:cNvPr id="49" name="s3-48-text">
            <a:extLst xmlns:a="http://schemas.openxmlformats.org/drawingml/2006/main">
              <a:ext uri="{FF2B5EF4-FFF2-40B4-BE49-F238E27FC236}">
                <a16:creationId xmlns:a16="http://schemas.microsoft.com/office/drawing/2014/main" id="{6CEAF331-2ED1-4896-B470-10FFB30B1C51}"/>
              </a:ext>
            </a:extLst>
          </p:cNvPr>
          <p:cNvSpPr>
            <a:spLocks xmlns:a="http://schemas.openxmlformats.org/drawingml/2006/main" noGrp="1"/>
          </p:cNvSpPr>
          <p:nvPr/>
        </p:nvSpPr>
        <p:spPr>
          <a:xfrm xmlns:a="http://schemas.openxmlformats.org/drawingml/2006/main">
            <a:off x="11830050" y="5314950"/>
            <a:ext cx="2524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a:solidFill>
                  <a:srgbClr val="172E2A"/>
                </a:solidFill>
                <a:latin typeface="Apple SD Gothic Neo"/>
                <a:ea typeface="Apple SD Gothic Neo"/>
                <a:cs typeface="Apple SD Gothic Neo"/>
              </a:defRPr>
            </a:defPPr>
            <a:lvl1pPr algn="l">
              <a:defRPr sz="2100" b="1">
                <a:solidFill>
                  <a:srgbClr val="172E2A"/>
                </a:solidFill>
                <a:latin typeface="Apple SD Gothic Neo"/>
                <a:ea typeface="Apple SD Gothic Neo"/>
                <a:cs typeface="Apple SD Gothic Neo"/>
              </a:defRPr>
            </a:lvl1pPr>
            <a:lvl2pPr algn="l">
              <a:defRPr sz="2100" b="1">
                <a:solidFill>
                  <a:srgbClr val="172E2A"/>
                </a:solidFill>
                <a:latin typeface="Apple SD Gothic Neo"/>
                <a:ea typeface="Apple SD Gothic Neo"/>
                <a:cs typeface="Apple SD Gothic Neo"/>
              </a:defRPr>
            </a:lvl2pPr>
            <a:lvl3pPr algn="l">
              <a:defRPr sz="2100" b="1">
                <a:solidFill>
                  <a:srgbClr val="172E2A"/>
                </a:solidFill>
                <a:latin typeface="Apple SD Gothic Neo"/>
                <a:ea typeface="Apple SD Gothic Neo"/>
                <a:cs typeface="Apple SD Gothic Neo"/>
              </a:defRPr>
            </a:lvl3pPr>
            <a:lvl4pPr algn="l">
              <a:defRPr sz="2100" b="1">
                <a:solidFill>
                  <a:srgbClr val="172E2A"/>
                </a:solidFill>
                <a:latin typeface="Apple SD Gothic Neo"/>
                <a:ea typeface="Apple SD Gothic Neo"/>
                <a:cs typeface="Apple SD Gothic Neo"/>
              </a:defRPr>
            </a:lvl4pPr>
            <a:lvl5pPr algn="l">
              <a:defRPr sz="2100" b="1">
                <a:solidFill>
                  <a:srgbClr val="172E2A"/>
                </a:solidFill>
                <a:latin typeface="Apple SD Gothic Neo"/>
                <a:ea typeface="Apple SD Gothic Neo"/>
                <a:cs typeface="Apple SD Gothic Neo"/>
              </a:defRPr>
            </a:lvl5pPr>
            <a:lvl6pPr algn="l">
              <a:defRPr sz="2100" b="1">
                <a:solidFill>
                  <a:srgbClr val="172E2A"/>
                </a:solidFill>
                <a:latin typeface="Apple SD Gothic Neo"/>
                <a:ea typeface="Apple SD Gothic Neo"/>
                <a:cs typeface="Apple SD Gothic Neo"/>
              </a:defRPr>
            </a:lvl6pPr>
            <a:lvl7pPr algn="l">
              <a:defRPr sz="2100" b="1">
                <a:solidFill>
                  <a:srgbClr val="172E2A"/>
                </a:solidFill>
                <a:latin typeface="Apple SD Gothic Neo"/>
                <a:ea typeface="Apple SD Gothic Neo"/>
                <a:cs typeface="Apple SD Gothic Neo"/>
              </a:defRPr>
            </a:lvl7pPr>
            <a:lvl8pPr algn="l">
              <a:defRPr sz="2100" b="1">
                <a:solidFill>
                  <a:srgbClr val="172E2A"/>
                </a:solidFill>
                <a:latin typeface="Apple SD Gothic Neo"/>
                <a:ea typeface="Apple SD Gothic Neo"/>
                <a:cs typeface="Apple SD Gothic Neo"/>
              </a:defRPr>
            </a:lvl8pPr>
            <a:lvl9pPr algn="l">
              <a:defRPr sz="2100" b="1">
                <a:solidFill>
                  <a:srgbClr val="172E2A"/>
                </a:solidFill>
                <a:latin typeface="Apple SD Gothic Neo"/>
                <a:ea typeface="Apple SD Gothic Neo"/>
                <a:cs typeface="Apple SD Gothic Neo"/>
              </a:defRPr>
            </a:lvl9pPr>
          </a:lstStyle>
          <a:p xmlns:a="http://schemas.openxmlformats.org/drawingml/2006/main">
            <a:pPr algn="l">
              <a:defRPr sz="2100" b="1">
                <a:solidFill>
                  <a:srgbClr val="172E2A"/>
                </a:solidFill>
                <a:latin typeface="Apple SD Gothic Neo"/>
                <a:ea typeface="Apple SD Gothic Neo"/>
                <a:cs typeface="Apple SD Gothic Neo"/>
              </a:defRPr>
            </a:pPr>
            <a:r>
              <a:rPr sz="2100" b="1">
                <a:solidFill>
                  <a:srgbClr val="172E2A"/>
                </a:solidFill>
                <a:latin typeface="Apple SD Gothic Neo"/>
                <a:ea typeface="Apple SD Gothic Neo"/>
                <a:cs typeface="Apple SD Gothic Neo"/>
              </a:rPr>
              <a:t>화면 갱신</a:t>
            </a:r>
          </a:p>
        </p:txBody>
      </p:sp>
      <p:sp>
        <p:nvSpPr>
          <p:cNvPr id="50" name="s3-49-text">
            <a:extLst xmlns:a="http://schemas.openxmlformats.org/drawingml/2006/main">
              <a:ext uri="{FF2B5EF4-FFF2-40B4-BE49-F238E27FC236}">
                <a16:creationId xmlns:a16="http://schemas.microsoft.com/office/drawing/2014/main" id="{D74AF8CE-8969-43FF-8E44-8D8CF8B9862B}"/>
              </a:ext>
            </a:extLst>
          </p:cNvPr>
          <p:cNvSpPr>
            <a:spLocks xmlns:a="http://schemas.openxmlformats.org/drawingml/2006/main" noGrp="1"/>
          </p:cNvSpPr>
          <p:nvPr/>
        </p:nvSpPr>
        <p:spPr>
          <a:xfrm xmlns:a="http://schemas.openxmlformats.org/drawingml/2006/main">
            <a:off x="11830050" y="5781675"/>
            <a:ext cx="2524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1736F"/>
                </a:solidFill>
                <a:latin typeface="Apple SD Gothic Neo"/>
                <a:ea typeface="Apple SD Gothic Neo"/>
                <a:cs typeface="Apple SD Gothic Neo"/>
              </a:defRPr>
            </a:defPPr>
            <a:lvl1pPr algn="l">
              <a:defRPr sz="1650" b="0">
                <a:solidFill>
                  <a:srgbClr val="61736F"/>
                </a:solidFill>
                <a:latin typeface="Apple SD Gothic Neo"/>
                <a:ea typeface="Apple SD Gothic Neo"/>
                <a:cs typeface="Apple SD Gothic Neo"/>
              </a:defRPr>
            </a:lvl1pPr>
            <a:lvl2pPr algn="l">
              <a:defRPr sz="1650" b="0">
                <a:solidFill>
                  <a:srgbClr val="61736F"/>
                </a:solidFill>
                <a:latin typeface="Apple SD Gothic Neo"/>
                <a:ea typeface="Apple SD Gothic Neo"/>
                <a:cs typeface="Apple SD Gothic Neo"/>
              </a:defRPr>
            </a:lvl2pPr>
            <a:lvl3pPr algn="l">
              <a:defRPr sz="1650" b="0">
                <a:solidFill>
                  <a:srgbClr val="61736F"/>
                </a:solidFill>
                <a:latin typeface="Apple SD Gothic Neo"/>
                <a:ea typeface="Apple SD Gothic Neo"/>
                <a:cs typeface="Apple SD Gothic Neo"/>
              </a:defRPr>
            </a:lvl3pPr>
            <a:lvl4pPr algn="l">
              <a:defRPr sz="1650" b="0">
                <a:solidFill>
                  <a:srgbClr val="61736F"/>
                </a:solidFill>
                <a:latin typeface="Apple SD Gothic Neo"/>
                <a:ea typeface="Apple SD Gothic Neo"/>
                <a:cs typeface="Apple SD Gothic Neo"/>
              </a:defRPr>
            </a:lvl4pPr>
            <a:lvl5pPr algn="l">
              <a:defRPr sz="1650" b="0">
                <a:solidFill>
                  <a:srgbClr val="61736F"/>
                </a:solidFill>
                <a:latin typeface="Apple SD Gothic Neo"/>
                <a:ea typeface="Apple SD Gothic Neo"/>
                <a:cs typeface="Apple SD Gothic Neo"/>
              </a:defRPr>
            </a:lvl5pPr>
            <a:lvl6pPr algn="l">
              <a:defRPr sz="1650" b="0">
                <a:solidFill>
                  <a:srgbClr val="61736F"/>
                </a:solidFill>
                <a:latin typeface="Apple SD Gothic Neo"/>
                <a:ea typeface="Apple SD Gothic Neo"/>
                <a:cs typeface="Apple SD Gothic Neo"/>
              </a:defRPr>
            </a:lvl6pPr>
            <a:lvl7pPr algn="l">
              <a:defRPr sz="1650" b="0">
                <a:solidFill>
                  <a:srgbClr val="61736F"/>
                </a:solidFill>
                <a:latin typeface="Apple SD Gothic Neo"/>
                <a:ea typeface="Apple SD Gothic Neo"/>
                <a:cs typeface="Apple SD Gothic Neo"/>
              </a:defRPr>
            </a:lvl7pPr>
            <a:lvl8pPr algn="l">
              <a:defRPr sz="1650" b="0">
                <a:solidFill>
                  <a:srgbClr val="61736F"/>
                </a:solidFill>
                <a:latin typeface="Apple SD Gothic Neo"/>
                <a:ea typeface="Apple SD Gothic Neo"/>
                <a:cs typeface="Apple SD Gothic Neo"/>
              </a:defRPr>
            </a:lvl8pPr>
            <a:lvl9pPr algn="l">
              <a:defRPr sz="1650" b="0">
                <a:solidFill>
                  <a:srgbClr val="61736F"/>
                </a:solidFill>
                <a:latin typeface="Apple SD Gothic Neo"/>
                <a:ea typeface="Apple SD Gothic Neo"/>
                <a:cs typeface="Apple SD Gothic Neo"/>
              </a:defRPr>
            </a:lvl9pPr>
          </a:lstStyle>
          <a:p xmlns:a="http://schemas.openxmlformats.org/drawingml/2006/main">
            <a:pPr algn="l">
              <a:defRPr sz="1650" b="0">
                <a:solidFill>
                  <a:srgbClr val="61736F"/>
                </a:solidFill>
                <a:latin typeface="Apple SD Gothic Neo"/>
                <a:ea typeface="Apple SD Gothic Neo"/>
                <a:cs typeface="Apple SD Gothic Neo"/>
              </a:defRPr>
            </a:pPr>
            <a:r>
              <a:rPr sz="1650" b="0">
                <a:solidFill>
                  <a:srgbClr val="61736F"/>
                </a:solidFill>
                <a:latin typeface="Apple SD Gothic Neo"/>
                <a:ea typeface="Apple SD Gothic Neo"/>
                <a:cs typeface="Apple SD Gothic Neo"/>
              </a:rPr>
              <a:t>행동이 바뀌면 새 버전</a:t>
            </a:r>
          </a:p>
        </p:txBody>
      </p:sp>
      <p:sp>
        <p:nvSpPr>
          <p:cNvPr id="51" name="s3-50-poly">
            <a:extLst xmlns:a="http://schemas.openxmlformats.org/drawingml/2006/main">
              <a:ext uri="{FF2B5EF4-FFF2-40B4-BE49-F238E27FC236}">
                <a16:creationId xmlns:a16="http://schemas.microsoft.com/office/drawing/2014/main" id="{460ECDC6-1965-4C2F-8C38-0A6D3B6ADF0D}"/>
              </a:ext>
            </a:extLst>
          </p:cNvPr>
          <p:cNvSpPr>
            <a:spLocks xmlns:a="http://schemas.openxmlformats.org/drawingml/2006/main" noGrp="1"/>
          </p:cNvSpPr>
          <p:nvPr/>
        </p:nvSpPr>
        <p:spPr>
          <a:xfrm xmlns:a="http://schemas.openxmlformats.org/drawingml/2006/main">
            <a:off x="3810000" y="5534025"/>
            <a:ext cx="247650" cy="9525"/>
          </a:xfrm>
          <a:custGeom xmlns:a="http://schemas.openxmlformats.org/drawingml/2006/main">
            <a:pathLst>
              <a:path w="247650" h="9525">
                <a:moveTo>
                  <a:pt x="0" y="0"/>
                </a:moveTo>
                <a:lnTo>
                  <a:pt x="247650" y="0"/>
                </a:lnTo>
              </a:path>
            </a:pathLst>
          </a:custGeom>
          <a:noFill xmlns:a="http://schemas.openxmlformats.org/drawingml/2006/main"/>
          <a:ln xmlns:a="http://schemas.openxmlformats.org/drawingml/2006/main" w="28575">
            <a:solidFill>
              <a:srgbClr val="1C7055"/>
            </a:solidFill>
            <a:prstDash val="solid"/>
          </a:ln>
        </p:spPr>
      </p:sp>
      <p:sp>
        <p:nvSpPr>
          <p:cNvPr id="52" name="s3-51-poly">
            <a:extLst xmlns:a="http://schemas.openxmlformats.org/drawingml/2006/main">
              <a:ext uri="{FF2B5EF4-FFF2-40B4-BE49-F238E27FC236}">
                <a16:creationId xmlns:a16="http://schemas.microsoft.com/office/drawing/2014/main" id="{394B9CDA-2AF0-499D-BB6B-C40EADD7FB14}"/>
              </a:ext>
            </a:extLst>
          </p:cNvPr>
          <p:cNvSpPr>
            <a:spLocks xmlns:a="http://schemas.openxmlformats.org/drawingml/2006/main" noGrp="1"/>
          </p:cNvSpPr>
          <p:nvPr/>
        </p:nvSpPr>
        <p:spPr>
          <a:xfrm xmlns:a="http://schemas.openxmlformats.org/drawingml/2006/main">
            <a:off x="3981450" y="5467350"/>
            <a:ext cx="152400" cy="133350"/>
          </a:xfrm>
          <a:custGeom xmlns:a="http://schemas.openxmlformats.org/drawingml/2006/main">
            <a:pathLst>
              <a:path w="152400" h="133350">
                <a:moveTo>
                  <a:pt x="0" y="0"/>
                </a:moveTo>
                <a:lnTo>
                  <a:pt x="152400" y="66675"/>
                </a:lnTo>
                <a:lnTo>
                  <a:pt x="0" y="133350"/>
                </a:lnTo>
              </a:path>
            </a:pathLst>
          </a:custGeom>
          <a:noFill xmlns:a="http://schemas.openxmlformats.org/drawingml/2006/main"/>
          <a:ln xmlns:a="http://schemas.openxmlformats.org/drawingml/2006/main" w="28575">
            <a:solidFill>
              <a:srgbClr val="1C7055"/>
            </a:solidFill>
            <a:prstDash val="solid"/>
          </a:ln>
        </p:spPr>
      </p:sp>
      <p:sp>
        <p:nvSpPr>
          <p:cNvPr id="53" name="s3-52-poly">
            <a:extLst xmlns:a="http://schemas.openxmlformats.org/drawingml/2006/main">
              <a:ext uri="{FF2B5EF4-FFF2-40B4-BE49-F238E27FC236}">
                <a16:creationId xmlns:a16="http://schemas.microsoft.com/office/drawing/2014/main" id="{469AC597-FFC5-458C-99A6-B6FCDEA1D829}"/>
              </a:ext>
            </a:extLst>
          </p:cNvPr>
          <p:cNvSpPr>
            <a:spLocks xmlns:a="http://schemas.openxmlformats.org/drawingml/2006/main" noGrp="1"/>
          </p:cNvSpPr>
          <p:nvPr/>
        </p:nvSpPr>
        <p:spPr>
          <a:xfrm xmlns:a="http://schemas.openxmlformats.org/drawingml/2006/main">
            <a:off x="7448550" y="5534025"/>
            <a:ext cx="247650" cy="9525"/>
          </a:xfrm>
          <a:custGeom xmlns:a="http://schemas.openxmlformats.org/drawingml/2006/main">
            <a:pathLst>
              <a:path w="247650" h="9525">
                <a:moveTo>
                  <a:pt x="0" y="0"/>
                </a:moveTo>
                <a:lnTo>
                  <a:pt x="247650" y="0"/>
                </a:lnTo>
              </a:path>
            </a:pathLst>
          </a:custGeom>
          <a:noFill xmlns:a="http://schemas.openxmlformats.org/drawingml/2006/main"/>
          <a:ln xmlns:a="http://schemas.openxmlformats.org/drawingml/2006/main" w="28575">
            <a:solidFill>
              <a:srgbClr val="1C7055"/>
            </a:solidFill>
            <a:prstDash val="solid"/>
          </a:ln>
        </p:spPr>
      </p:sp>
      <p:sp>
        <p:nvSpPr>
          <p:cNvPr id="54" name="s3-53-poly">
            <a:extLst xmlns:a="http://schemas.openxmlformats.org/drawingml/2006/main">
              <a:ext uri="{FF2B5EF4-FFF2-40B4-BE49-F238E27FC236}">
                <a16:creationId xmlns:a16="http://schemas.microsoft.com/office/drawing/2014/main" id="{6857FD36-6712-49AF-956C-ED3463C81E48}"/>
              </a:ext>
            </a:extLst>
          </p:cNvPr>
          <p:cNvSpPr>
            <a:spLocks xmlns:a="http://schemas.openxmlformats.org/drawingml/2006/main" noGrp="1"/>
          </p:cNvSpPr>
          <p:nvPr/>
        </p:nvSpPr>
        <p:spPr>
          <a:xfrm xmlns:a="http://schemas.openxmlformats.org/drawingml/2006/main">
            <a:off x="7620000" y="5467350"/>
            <a:ext cx="152400" cy="133350"/>
          </a:xfrm>
          <a:custGeom xmlns:a="http://schemas.openxmlformats.org/drawingml/2006/main">
            <a:pathLst>
              <a:path w="152400" h="133350">
                <a:moveTo>
                  <a:pt x="0" y="0"/>
                </a:moveTo>
                <a:lnTo>
                  <a:pt x="152400" y="66675"/>
                </a:lnTo>
                <a:lnTo>
                  <a:pt x="0" y="133350"/>
                </a:lnTo>
              </a:path>
            </a:pathLst>
          </a:custGeom>
          <a:noFill xmlns:a="http://schemas.openxmlformats.org/drawingml/2006/main"/>
          <a:ln xmlns:a="http://schemas.openxmlformats.org/drawingml/2006/main" w="28575">
            <a:solidFill>
              <a:srgbClr val="1C7055"/>
            </a:solidFill>
            <a:prstDash val="solid"/>
          </a:ln>
        </p:spPr>
      </p:sp>
      <p:sp>
        <p:nvSpPr>
          <p:cNvPr id="55" name="s3-54-poly">
            <a:extLst xmlns:a="http://schemas.openxmlformats.org/drawingml/2006/main">
              <a:ext uri="{FF2B5EF4-FFF2-40B4-BE49-F238E27FC236}">
                <a16:creationId xmlns:a16="http://schemas.microsoft.com/office/drawing/2014/main" id="{A180BD9B-DB36-4554-8789-5EE343284242}"/>
              </a:ext>
            </a:extLst>
          </p:cNvPr>
          <p:cNvSpPr>
            <a:spLocks xmlns:a="http://schemas.openxmlformats.org/drawingml/2006/main" noGrp="1"/>
          </p:cNvSpPr>
          <p:nvPr/>
        </p:nvSpPr>
        <p:spPr>
          <a:xfrm xmlns:a="http://schemas.openxmlformats.org/drawingml/2006/main">
            <a:off x="11087100" y="5534025"/>
            <a:ext cx="247650" cy="9525"/>
          </a:xfrm>
          <a:custGeom xmlns:a="http://schemas.openxmlformats.org/drawingml/2006/main">
            <a:pathLst>
              <a:path w="247650" h="9525">
                <a:moveTo>
                  <a:pt x="0" y="0"/>
                </a:moveTo>
                <a:lnTo>
                  <a:pt x="247650" y="0"/>
                </a:lnTo>
              </a:path>
            </a:pathLst>
          </a:custGeom>
          <a:noFill xmlns:a="http://schemas.openxmlformats.org/drawingml/2006/main"/>
          <a:ln xmlns:a="http://schemas.openxmlformats.org/drawingml/2006/main" w="28575">
            <a:solidFill>
              <a:srgbClr val="1C7055"/>
            </a:solidFill>
            <a:prstDash val="solid"/>
          </a:ln>
        </p:spPr>
      </p:sp>
      <p:sp>
        <p:nvSpPr>
          <p:cNvPr id="56" name="s3-55-poly">
            <a:extLst xmlns:a="http://schemas.openxmlformats.org/drawingml/2006/main">
              <a:ext uri="{FF2B5EF4-FFF2-40B4-BE49-F238E27FC236}">
                <a16:creationId xmlns:a16="http://schemas.microsoft.com/office/drawing/2014/main" id="{5F6D68ED-F93B-41DA-A910-CBD5A6E32CB3}"/>
              </a:ext>
            </a:extLst>
          </p:cNvPr>
          <p:cNvSpPr>
            <a:spLocks xmlns:a="http://schemas.openxmlformats.org/drawingml/2006/main" noGrp="1"/>
          </p:cNvSpPr>
          <p:nvPr/>
        </p:nvSpPr>
        <p:spPr>
          <a:xfrm xmlns:a="http://schemas.openxmlformats.org/drawingml/2006/main">
            <a:off x="11258550" y="5467350"/>
            <a:ext cx="152400" cy="133350"/>
          </a:xfrm>
          <a:custGeom xmlns:a="http://schemas.openxmlformats.org/drawingml/2006/main">
            <a:pathLst>
              <a:path w="152400" h="133350">
                <a:moveTo>
                  <a:pt x="0" y="0"/>
                </a:moveTo>
                <a:lnTo>
                  <a:pt x="152400" y="66675"/>
                </a:lnTo>
                <a:lnTo>
                  <a:pt x="0" y="133350"/>
                </a:lnTo>
              </a:path>
            </a:pathLst>
          </a:custGeom>
          <a:noFill xmlns:a="http://schemas.openxmlformats.org/drawingml/2006/main"/>
          <a:ln xmlns:a="http://schemas.openxmlformats.org/drawingml/2006/main" w="28575">
            <a:solidFill>
              <a:srgbClr val="1C7055"/>
            </a:solidFill>
            <a:prstDash val="solid"/>
          </a:ln>
        </p:spPr>
      </p:sp>
      <p:sp>
        <p:nvSpPr>
          <p:cNvPr id="57" name="s3-56-poly">
            <a:extLst xmlns:a="http://schemas.openxmlformats.org/drawingml/2006/main">
              <a:ext uri="{FF2B5EF4-FFF2-40B4-BE49-F238E27FC236}">
                <a16:creationId xmlns:a16="http://schemas.microsoft.com/office/drawing/2014/main" id="{374C6555-14C7-4EB7-AAF5-F661FFD83503}"/>
              </a:ext>
            </a:extLst>
          </p:cNvPr>
          <p:cNvSpPr>
            <a:spLocks xmlns:a="http://schemas.openxmlformats.org/drawingml/2006/main" noGrp="1"/>
          </p:cNvSpPr>
          <p:nvPr/>
        </p:nvSpPr>
        <p:spPr>
          <a:xfrm xmlns:a="http://schemas.openxmlformats.org/drawingml/2006/main">
            <a:off x="2162175" y="6496050"/>
            <a:ext cx="10915650" cy="428625"/>
          </a:xfrm>
          <a:custGeom xmlns:a="http://schemas.openxmlformats.org/drawingml/2006/main">
            <a:pathLst>
              <a:path w="10915650" h="428625">
                <a:moveTo>
                  <a:pt x="10915650" y="0"/>
                </a:moveTo>
                <a:lnTo>
                  <a:pt x="10915650" y="428625"/>
                </a:lnTo>
                <a:lnTo>
                  <a:pt x="0" y="428625"/>
                </a:lnTo>
                <a:lnTo>
                  <a:pt x="0" y="9525"/>
                </a:lnTo>
              </a:path>
            </a:pathLst>
          </a:custGeom>
          <a:noFill xmlns:a="http://schemas.openxmlformats.org/drawingml/2006/main"/>
          <a:ln xmlns:a="http://schemas.openxmlformats.org/drawingml/2006/main" w="23813">
            <a:solidFill>
              <a:srgbClr val="1C7055"/>
            </a:solidFill>
            <a:prstDash val="solid"/>
          </a:ln>
        </p:spPr>
      </p:sp>
      <p:sp>
        <p:nvSpPr>
          <p:cNvPr id="58" name="s3-57-poly">
            <a:extLst xmlns:a="http://schemas.openxmlformats.org/drawingml/2006/main">
              <a:ext uri="{FF2B5EF4-FFF2-40B4-BE49-F238E27FC236}">
                <a16:creationId xmlns:a16="http://schemas.microsoft.com/office/drawing/2014/main" id="{C08A2232-E0B4-40AF-BCAC-BA3C87ED3C67}"/>
              </a:ext>
            </a:extLst>
          </p:cNvPr>
          <p:cNvSpPr>
            <a:spLocks xmlns:a="http://schemas.openxmlformats.org/drawingml/2006/main" noGrp="1"/>
          </p:cNvSpPr>
          <p:nvPr/>
        </p:nvSpPr>
        <p:spPr>
          <a:xfrm xmlns:a="http://schemas.openxmlformats.org/drawingml/2006/main">
            <a:off x="2095500" y="6496050"/>
            <a:ext cx="133350" cy="133350"/>
          </a:xfrm>
          <a:custGeom xmlns:a="http://schemas.openxmlformats.org/drawingml/2006/main">
            <a:pathLst>
              <a:path w="133350" h="133350">
                <a:moveTo>
                  <a:pt x="0" y="133350"/>
                </a:moveTo>
                <a:lnTo>
                  <a:pt x="66675" y="0"/>
                </a:lnTo>
                <a:lnTo>
                  <a:pt x="133350" y="133350"/>
                </a:lnTo>
              </a:path>
            </a:pathLst>
          </a:custGeom>
          <a:noFill xmlns:a="http://schemas.openxmlformats.org/drawingml/2006/main"/>
          <a:ln xmlns:a="http://schemas.openxmlformats.org/drawingml/2006/main" w="23813">
            <a:solidFill>
              <a:srgbClr val="1C7055"/>
            </a:solidFill>
            <a:prstDash val="solid"/>
          </a:ln>
        </p:spPr>
      </p:sp>
      <p:sp>
        <p:nvSpPr>
          <p:cNvPr id="59" name="s3-58-rect">
            <a:extLst xmlns:a="http://schemas.openxmlformats.org/drawingml/2006/main">
              <a:ext uri="{FF2B5EF4-FFF2-40B4-BE49-F238E27FC236}">
                <a16:creationId xmlns:a16="http://schemas.microsoft.com/office/drawing/2014/main" id="{9678AB23-5719-4E38-9905-9098F6D29262}"/>
              </a:ext>
            </a:extLst>
          </p:cNvPr>
          <p:cNvSpPr>
            <a:spLocks xmlns:a="http://schemas.openxmlformats.org/drawingml/2006/main" noGrp="1"/>
          </p:cNvSpPr>
          <p:nvPr/>
        </p:nvSpPr>
        <p:spPr>
          <a:xfrm xmlns:a="http://schemas.openxmlformats.org/drawingml/2006/main">
            <a:off x="4543425" y="6753225"/>
            <a:ext cx="6143625" cy="361950"/>
          </a:xfrm>
          <a:prstGeom xmlns:a="http://schemas.openxmlformats.org/drawingml/2006/main" prst="rect">
            <a:avLst/>
          </a:prstGeom>
          <a:solidFill xmlns:a="http://schemas.openxmlformats.org/drawingml/2006/main">
            <a:srgbClr val="F7F8F5"/>
          </a:solidFill>
          <a:ln xmlns:a="http://schemas.openxmlformats.org/drawingml/2006/main" w="9525">
            <a:noFill/>
            <a:prstDash val="solid"/>
          </a:ln>
        </p:spPr>
      </p:sp>
      <p:sp>
        <p:nvSpPr>
          <p:cNvPr id="60" name="s3-59-text">
            <a:extLst xmlns:a="http://schemas.openxmlformats.org/drawingml/2006/main">
              <a:ext uri="{FF2B5EF4-FFF2-40B4-BE49-F238E27FC236}">
                <a16:creationId xmlns:a16="http://schemas.microsoft.com/office/drawing/2014/main" id="{94901099-1BC9-4734-9A33-A6789EC27D3E}"/>
              </a:ext>
            </a:extLst>
          </p:cNvPr>
          <p:cNvSpPr>
            <a:spLocks xmlns:a="http://schemas.openxmlformats.org/drawingml/2006/main" noGrp="1"/>
          </p:cNvSpPr>
          <p:nvPr/>
        </p:nvSpPr>
        <p:spPr>
          <a:xfrm xmlns:a="http://schemas.openxmlformats.org/drawingml/2006/main">
            <a:off x="4543425" y="6772275"/>
            <a:ext cx="614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1">
                <a:solidFill>
                  <a:srgbClr val="1C7055"/>
                </a:solidFill>
                <a:latin typeface="Apple SD Gothic Neo"/>
                <a:ea typeface="Apple SD Gothic Neo"/>
                <a:cs typeface="Apple SD Gothic Neo"/>
              </a:defRPr>
            </a:defPPr>
            <a:lvl1pPr algn="ctr">
              <a:defRPr sz="1650" b="1">
                <a:solidFill>
                  <a:srgbClr val="1C7055"/>
                </a:solidFill>
                <a:latin typeface="Apple SD Gothic Neo"/>
                <a:ea typeface="Apple SD Gothic Neo"/>
                <a:cs typeface="Apple SD Gothic Neo"/>
              </a:defRPr>
            </a:lvl1pPr>
            <a:lvl2pPr algn="ctr">
              <a:defRPr sz="1650" b="1">
                <a:solidFill>
                  <a:srgbClr val="1C7055"/>
                </a:solidFill>
                <a:latin typeface="Apple SD Gothic Neo"/>
                <a:ea typeface="Apple SD Gothic Neo"/>
                <a:cs typeface="Apple SD Gothic Neo"/>
              </a:defRPr>
            </a:lvl2pPr>
            <a:lvl3pPr algn="ctr">
              <a:defRPr sz="1650" b="1">
                <a:solidFill>
                  <a:srgbClr val="1C7055"/>
                </a:solidFill>
                <a:latin typeface="Apple SD Gothic Neo"/>
                <a:ea typeface="Apple SD Gothic Neo"/>
                <a:cs typeface="Apple SD Gothic Neo"/>
              </a:defRPr>
            </a:lvl3pPr>
            <a:lvl4pPr algn="ctr">
              <a:defRPr sz="1650" b="1">
                <a:solidFill>
                  <a:srgbClr val="1C7055"/>
                </a:solidFill>
                <a:latin typeface="Apple SD Gothic Neo"/>
                <a:ea typeface="Apple SD Gothic Neo"/>
                <a:cs typeface="Apple SD Gothic Neo"/>
              </a:defRPr>
            </a:lvl4pPr>
            <a:lvl5pPr algn="ctr">
              <a:defRPr sz="1650" b="1">
                <a:solidFill>
                  <a:srgbClr val="1C7055"/>
                </a:solidFill>
                <a:latin typeface="Apple SD Gothic Neo"/>
                <a:ea typeface="Apple SD Gothic Neo"/>
                <a:cs typeface="Apple SD Gothic Neo"/>
              </a:defRPr>
            </a:lvl5pPr>
            <a:lvl6pPr algn="ctr">
              <a:defRPr sz="1650" b="1">
                <a:solidFill>
                  <a:srgbClr val="1C7055"/>
                </a:solidFill>
                <a:latin typeface="Apple SD Gothic Neo"/>
                <a:ea typeface="Apple SD Gothic Neo"/>
                <a:cs typeface="Apple SD Gothic Neo"/>
              </a:defRPr>
            </a:lvl6pPr>
            <a:lvl7pPr algn="ctr">
              <a:defRPr sz="1650" b="1">
                <a:solidFill>
                  <a:srgbClr val="1C7055"/>
                </a:solidFill>
                <a:latin typeface="Apple SD Gothic Neo"/>
                <a:ea typeface="Apple SD Gothic Neo"/>
                <a:cs typeface="Apple SD Gothic Neo"/>
              </a:defRPr>
            </a:lvl7pPr>
            <a:lvl8pPr algn="ctr">
              <a:defRPr sz="1650" b="1">
                <a:solidFill>
                  <a:srgbClr val="1C7055"/>
                </a:solidFill>
                <a:latin typeface="Apple SD Gothic Neo"/>
                <a:ea typeface="Apple SD Gothic Neo"/>
                <a:cs typeface="Apple SD Gothic Neo"/>
              </a:defRPr>
            </a:lvl8pPr>
            <a:lvl9pPr algn="ctr">
              <a:defRPr sz="1650" b="1">
                <a:solidFill>
                  <a:srgbClr val="1C7055"/>
                </a:solidFill>
                <a:latin typeface="Apple SD Gothic Neo"/>
                <a:ea typeface="Apple SD Gothic Neo"/>
                <a:cs typeface="Apple SD Gothic Neo"/>
              </a:defRPr>
            </a:lvl9pPr>
          </a:lstStyle>
          <a:p xmlns:a="http://schemas.openxmlformats.org/drawingml/2006/main">
            <a:pPr algn="ctr">
              <a:defRPr sz="1650" b="1">
                <a:solidFill>
                  <a:srgbClr val="1C7055"/>
                </a:solidFill>
                <a:latin typeface="Apple SD Gothic Neo"/>
                <a:ea typeface="Apple SD Gothic Neo"/>
                <a:cs typeface="Apple SD Gothic Neo"/>
              </a:defRPr>
            </a:pPr>
            <a:r>
              <a:rPr sz="1650" b="1">
                <a:solidFill>
                  <a:srgbClr val="1C7055"/>
                </a:solidFill>
                <a:latin typeface="Apple SD Gothic Neo"/>
                <a:ea typeface="Apple SD Gothic Neo"/>
                <a:cs typeface="Apple SD Gothic Neo"/>
              </a:rPr>
              <a:t>주기적 만료 확인  +  사용자 위치·상태 변화 반영</a:t>
            </a:r>
          </a:p>
        </p:txBody>
      </p:sp>
      <p:sp>
        <p:nvSpPr>
          <p:cNvPr id="61" name="s3-60-text">
            <a:extLst xmlns:a="http://schemas.openxmlformats.org/drawingml/2006/main">
              <a:ext uri="{FF2B5EF4-FFF2-40B4-BE49-F238E27FC236}">
                <a16:creationId xmlns:a16="http://schemas.microsoft.com/office/drawing/2014/main" id="{A37E2F23-C5F2-4AE8-812B-6C9EA4FAC74D}"/>
              </a:ext>
            </a:extLst>
          </p:cNvPr>
          <p:cNvSpPr>
            <a:spLocks xmlns:a="http://schemas.openxmlformats.org/drawingml/2006/main" noGrp="1"/>
          </p:cNvSpPr>
          <p:nvPr/>
        </p:nvSpPr>
        <p:spPr>
          <a:xfrm xmlns:a="http://schemas.openxmlformats.org/drawingml/2006/main">
            <a:off x="695325" y="7419975"/>
            <a:ext cx="13849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1736F"/>
                </a:solidFill>
                <a:latin typeface="Apple SD Gothic Neo"/>
                <a:ea typeface="Apple SD Gothic Neo"/>
                <a:cs typeface="Apple SD Gothic Neo"/>
              </a:defRPr>
            </a:defPPr>
            <a:lvl1pPr algn="l">
              <a:defRPr sz="1650" b="0">
                <a:solidFill>
                  <a:srgbClr val="61736F"/>
                </a:solidFill>
                <a:latin typeface="Apple SD Gothic Neo"/>
                <a:ea typeface="Apple SD Gothic Neo"/>
                <a:cs typeface="Apple SD Gothic Neo"/>
              </a:defRPr>
            </a:lvl1pPr>
            <a:lvl2pPr algn="l">
              <a:defRPr sz="1650" b="0">
                <a:solidFill>
                  <a:srgbClr val="61736F"/>
                </a:solidFill>
                <a:latin typeface="Apple SD Gothic Neo"/>
                <a:ea typeface="Apple SD Gothic Neo"/>
                <a:cs typeface="Apple SD Gothic Neo"/>
              </a:defRPr>
            </a:lvl2pPr>
            <a:lvl3pPr algn="l">
              <a:defRPr sz="1650" b="0">
                <a:solidFill>
                  <a:srgbClr val="61736F"/>
                </a:solidFill>
                <a:latin typeface="Apple SD Gothic Neo"/>
                <a:ea typeface="Apple SD Gothic Neo"/>
                <a:cs typeface="Apple SD Gothic Neo"/>
              </a:defRPr>
            </a:lvl3pPr>
            <a:lvl4pPr algn="l">
              <a:defRPr sz="1650" b="0">
                <a:solidFill>
                  <a:srgbClr val="61736F"/>
                </a:solidFill>
                <a:latin typeface="Apple SD Gothic Neo"/>
                <a:ea typeface="Apple SD Gothic Neo"/>
                <a:cs typeface="Apple SD Gothic Neo"/>
              </a:defRPr>
            </a:lvl4pPr>
            <a:lvl5pPr algn="l">
              <a:defRPr sz="1650" b="0">
                <a:solidFill>
                  <a:srgbClr val="61736F"/>
                </a:solidFill>
                <a:latin typeface="Apple SD Gothic Neo"/>
                <a:ea typeface="Apple SD Gothic Neo"/>
                <a:cs typeface="Apple SD Gothic Neo"/>
              </a:defRPr>
            </a:lvl5pPr>
            <a:lvl6pPr algn="l">
              <a:defRPr sz="1650" b="0">
                <a:solidFill>
                  <a:srgbClr val="61736F"/>
                </a:solidFill>
                <a:latin typeface="Apple SD Gothic Neo"/>
                <a:ea typeface="Apple SD Gothic Neo"/>
                <a:cs typeface="Apple SD Gothic Neo"/>
              </a:defRPr>
            </a:lvl6pPr>
            <a:lvl7pPr algn="l">
              <a:defRPr sz="1650" b="0">
                <a:solidFill>
                  <a:srgbClr val="61736F"/>
                </a:solidFill>
                <a:latin typeface="Apple SD Gothic Neo"/>
                <a:ea typeface="Apple SD Gothic Neo"/>
                <a:cs typeface="Apple SD Gothic Neo"/>
              </a:defRPr>
            </a:lvl7pPr>
            <a:lvl8pPr algn="l">
              <a:defRPr sz="1650" b="0">
                <a:solidFill>
                  <a:srgbClr val="61736F"/>
                </a:solidFill>
                <a:latin typeface="Apple SD Gothic Neo"/>
                <a:ea typeface="Apple SD Gothic Neo"/>
                <a:cs typeface="Apple SD Gothic Neo"/>
              </a:defRPr>
            </a:lvl8pPr>
            <a:lvl9pPr algn="l">
              <a:defRPr sz="1650" b="0">
                <a:solidFill>
                  <a:srgbClr val="61736F"/>
                </a:solidFill>
                <a:latin typeface="Apple SD Gothic Neo"/>
                <a:ea typeface="Apple SD Gothic Neo"/>
                <a:cs typeface="Apple SD Gothic Neo"/>
              </a:defRPr>
            </a:lvl9pPr>
          </a:lstStyle>
          <a:p xmlns:a="http://schemas.openxmlformats.org/drawingml/2006/main">
            <a:pPr algn="l">
              <a:defRPr sz="1650" b="0">
                <a:solidFill>
                  <a:srgbClr val="61736F"/>
                </a:solidFill>
                <a:latin typeface="Apple SD Gothic Neo"/>
                <a:ea typeface="Apple SD Gothic Neo"/>
                <a:cs typeface="Apple SD Gothic Neo"/>
              </a:defRPr>
            </a:pPr>
            <a:r>
              <a:rPr sz="1650" b="0">
                <a:solidFill>
                  <a:srgbClr val="61736F"/>
                </a:solidFill>
                <a:latin typeface="Apple SD Gothic Neo"/>
                <a:ea typeface="Apple SD Gothic Neo"/>
                <a:cs typeface="Apple SD Gothic Neo"/>
              </a:rPr>
              <a:t>화면: 변경 조회 API    /    단말 푸시: 모의 전송, Firebase 연결 전    /    119: 사용자가 직접 연결</a:t>
            </a:r>
          </a:p>
        </p:txBody>
      </p:sp>
    </p:spTree>
    <p:extLst>
      <p:ext uri="{BB962C8B-B14F-4D97-AF65-F5344CB8AC3E}">
        <p14:creationId xmlns:p14="http://schemas.microsoft.com/office/powerpoint/2010/main" val="7284750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2026-10-31T16:46:22.3700000Z</dcterms:created>
  <dcterms:modified xsi:type="dcterms:W3CDTF">2026-10-31T16:46:22.3700000Z</dcterms:modified>
</coreProperties>
</file>