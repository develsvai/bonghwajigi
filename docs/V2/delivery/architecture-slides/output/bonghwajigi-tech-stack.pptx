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4a875d59004deb" /><Relationship Type="http://schemas.openxmlformats.org/officeDocument/2006/relationships/extended-properties" Target="/docProps/app.xml" Id="R9f79f69da22640fc" /><Relationship Type="http://schemas.openxmlformats.org/officeDocument/2006/relationships/officeDocument" Target="/ppt/presentation.xml" Id="Rfefa4c389ed3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3262fa3f6448ad"/>
  </p:sldMasterIdLst>
  <p:notesMasterIdLst>
    <p:notesMasterId xmlns:r="http://schemas.openxmlformats.org/officeDocument/2006/relationships" r:id="Ra6d0d92ab81c4af5"/>
  </p:notesMasterIdLst>
  <p:sldIdLst>
    <p:sldId xmlns:r="http://schemas.openxmlformats.org/officeDocument/2006/relationships" id="256" r:id="R0596656fd0fb4e8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4a7a2ebc5d4e54" /><Relationship Type="http://schemas.openxmlformats.org/officeDocument/2006/relationships/slideMaster" Target="/ppt/slideMasters/slideMaster1.xml" Id="Rf23262fa3f6448ad" /><Relationship Type="http://schemas.openxmlformats.org/officeDocument/2006/relationships/notesMaster" Target="/ppt/notesMasters/notesMaster1.xml" Id="Ra6d0d92ab81c4af5" /><Relationship Type="http://schemas.openxmlformats.org/officeDocument/2006/relationships/presProps" Target="/ppt/presProps.xml" Id="Rdc2d0bcee7d74cad" /><Relationship Type="http://schemas.openxmlformats.org/officeDocument/2006/relationships/tableStyles" Target="/ppt/tableStyles.xml" Id="R80469e3e971140b7" /><Relationship Type="http://schemas.openxmlformats.org/officeDocument/2006/relationships/slide" Target="/ppt/slides/slide1.xml" Id="R0596656fd0fb4e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c253497ceb47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74a3c4be342ad" /><Relationship Type="http://schemas.openxmlformats.org/officeDocument/2006/relationships/notesMaster" Target="/ppt/notesMasters/notesMaster1.xml" Id="R2cbe7a03b7434d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내용 출처: 사용자가 제공한 /Users/hongyongjae/Downloads/ppt_8.webp. 기술 구성 5개와 직접 개발·검증 항목을 보존했다. 검증 수치 서버 82건/앱 14건과 모의 사용자 3명은 해당 원본 자료의 수치이며 이번 작업의 새 측정 또는 최신 검사 수치가 아니다. GPU의 검색 역할은 벡터 생성과 Qwen 요약으로 명확히 표현했다. 근거: docs/V2/delivery/presentation-architecture.md, src/bonghwajigi/retrieval/pipeline.py. 디자인 참조: docs/V2/delivery/architecture-slides/output/bonghwajigi-architecture.pptx의 1번 슬라이드. 실제 예측·Firebase 발신·지도는 이 슬라이드에서 완료로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8fc40ea0b4b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ca82e9e1645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835922e8d4a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e614ac40d44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12c25b66041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fc123e1c4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F4283-0DDA-4670-93A0-3D0D451E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ABBC6B-33E5-4C5C-AFB6-DCFCF2835A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69E169-15F7-4C7C-B143-A95F6A5908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096914-A936-46AC-AF22-74F253C86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72C27C-8CFE-42D1-82E8-178AD5225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75CD80-6572-42D3-9988-B395D2E2BF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0ED340-E49F-4990-89D4-E268503427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9CFC14-74A2-4FF0-AE12-D589E9E45B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153E04-2279-488C-A4AC-363E8CF2A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8C0B1D-5569-44DA-B54A-7A77883EB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b77b1f1cb24dbc" /><Relationship Type="http://schemas.openxmlformats.org/officeDocument/2006/relationships/slideLayout" Target="/ppt/slideLayouts/slideLayout1.xml" Id="R1324f7e34dec476a" /><Relationship Type="http://schemas.openxmlformats.org/officeDocument/2006/relationships/slideLayout" Target="/ppt/slideLayouts/slideLayout2.xml" Id="Re01f6b8b7c5f4e32" /><Relationship Type="http://schemas.openxmlformats.org/officeDocument/2006/relationships/slideLayout" Target="/ppt/slideLayouts/slideLayout3.xml" Id="R033b3b9e4fba483d" /><Relationship Type="http://schemas.openxmlformats.org/officeDocument/2006/relationships/slideLayout" Target="/ppt/slideLayouts/slideLayout4.xml" Id="R47393d876cb042fb" /><Relationship Type="http://schemas.openxmlformats.org/officeDocument/2006/relationships/slideLayout" Target="/ppt/slideLayouts/slideLayout5.xml" Id="Rcadbca0108fa4ff4" /><Relationship Type="http://schemas.openxmlformats.org/officeDocument/2006/relationships/slideLayout" Target="/ppt/slideLayouts/slideLayout6.xml" Id="Rb42afab8c7c144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4f7e34dec476a"/>
    <p:sldLayoutId xmlns:r="http://schemas.openxmlformats.org/officeDocument/2006/relationships" id="2147483650" r:id="Re01f6b8b7c5f4e32"/>
    <p:sldLayoutId xmlns:r="http://schemas.openxmlformats.org/officeDocument/2006/relationships" id="2147483651" r:id="R033b3b9e4fba483d"/>
    <p:sldLayoutId xmlns:r="http://schemas.openxmlformats.org/officeDocument/2006/relationships" id="2147483652" r:id="R47393d876cb042fb"/>
    <p:sldLayoutId xmlns:r="http://schemas.openxmlformats.org/officeDocument/2006/relationships" id="2147483653" r:id="Rcadbca0108fa4ff4"/>
    <p:sldLayoutId xmlns:r="http://schemas.openxmlformats.org/officeDocument/2006/relationships" id="2147483654" r:id="Rb42afab8c7c144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ad089edf24981" /><Relationship Type="http://schemas.openxmlformats.org/officeDocument/2006/relationships/notesSlide" Target="/ppt/notesSlides/notesSlide1.xml" Id="R421cd28e869a4b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1-1-text">
            <a:extLst xmlns:a="http://schemas.openxmlformats.org/drawingml/2006/main">
              <a:ext uri="{FF2B5EF4-FFF2-40B4-BE49-F238E27FC236}">
                <a16:creationId xmlns:a16="http://schemas.microsoft.com/office/drawing/2014/main" id="{16F5270E-3D62-4FEA-9DF5-BEC0DE1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238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직접 개발 범위 · 실행 환경 · 검증</a:t>
            </a:r>
          </a:p>
        </p:txBody>
      </p:sp>
      <p:sp>
        <p:nvSpPr>
          <p:cNvPr id="3" name="s1-2-text">
            <a:extLst xmlns:a="http://schemas.openxmlformats.org/drawingml/2006/main">
              <a:ext uri="{FF2B5EF4-FFF2-40B4-BE49-F238E27FC236}">
                <a16:creationId xmlns:a16="http://schemas.microsoft.com/office/drawing/2014/main" id="{81FAE90F-51DA-43EE-B5F7-C9353C4A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371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서버 API와 앱 화면을 구현하고, 통합 동작을 검증하고 있습니다</a:t>
            </a:r>
          </a:p>
        </p:txBody>
      </p:sp>
      <p:sp>
        <p:nvSpPr>
          <p:cNvPr id="4" name="tech-1">
            <a:extLst xmlns:a="http://schemas.openxmlformats.org/drawingml/2006/main">
              <a:ext uri="{FF2B5EF4-FFF2-40B4-BE49-F238E27FC236}">
                <a16:creationId xmlns:a16="http://schemas.microsoft.com/office/drawing/2014/main" id="{C5031217-9219-4A2D-B6C1-C0EC2A5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523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055"/>
          </a:solidFill>
          <a:ln xmlns:a="http://schemas.openxmlformats.org/drawingml/2006/main" w="0">
            <a:noFill/>
          </a:ln>
        </p:spPr>
      </p:sp>
      <p:sp>
        <p:nvSpPr>
          <p:cNvPr id="5" name="tech-2-text">
            <a:extLst xmlns:a="http://schemas.openxmlformats.org/drawingml/2006/main">
              <a:ext uri="{FF2B5EF4-FFF2-40B4-BE49-F238E27FC236}">
                <a16:creationId xmlns:a16="http://schemas.microsoft.com/office/drawing/2014/main" id="{7F48E9A4-CF53-4B97-9FB9-6ED136F5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24825"/>
            <a:ext cx="1238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봉화지기  /  CODYSSEY AI HACKATHON 2026</a:t>
            </a:r>
          </a:p>
        </p:txBody>
      </p:sp>
      <p:sp>
        <p:nvSpPr>
          <p:cNvPr id="6" name="tech-3-text">
            <a:extLst xmlns:a="http://schemas.openxmlformats.org/drawingml/2006/main">
              <a:ext uri="{FF2B5EF4-FFF2-40B4-BE49-F238E27FC236}">
                <a16:creationId xmlns:a16="http://schemas.microsoft.com/office/drawing/2014/main" id="{2F1C90F2-67B8-4F0C-BC50-82CB7A52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80676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7" name="tech-4-text">
            <a:extLst xmlns:a="http://schemas.openxmlformats.org/drawingml/2006/main">
              <a:ext uri="{FF2B5EF4-FFF2-40B4-BE49-F238E27FC236}">
                <a16:creationId xmlns:a16="http://schemas.microsoft.com/office/drawing/2014/main" id="{32FAE730-651A-4BFE-A8B9-CFCF6FF6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기술 스택과 역할</a:t>
            </a:r>
          </a:p>
        </p:txBody>
      </p:sp>
      <p:sp>
        <p:nvSpPr>
          <p:cNvPr id="8" name="tech-5">
            <a:extLst xmlns:a="http://schemas.openxmlformats.org/drawingml/2006/main">
              <a:ext uri="{FF2B5EF4-FFF2-40B4-BE49-F238E27FC236}">
                <a16:creationId xmlns:a16="http://schemas.microsoft.com/office/drawing/2014/main" id="{AD4AA003-B4BA-434F-B62F-DAA3BF2D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908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F1E8"/>
          </a:solidFill>
          <a:ln xmlns:a="http://schemas.openxmlformats.org/drawingml/2006/main" w="0">
            <a:noFill/>
          </a:ln>
        </p:spPr>
      </p:sp>
      <p:sp>
        <p:nvSpPr>
          <p:cNvPr id="9" name="tech-6-text">
            <a:extLst xmlns:a="http://schemas.openxmlformats.org/drawingml/2006/main">
              <a:ext uri="{FF2B5EF4-FFF2-40B4-BE49-F238E27FC236}">
                <a16:creationId xmlns:a16="http://schemas.microsoft.com/office/drawing/2014/main" id="{61A2DA93-DFD2-4965-BFB9-EA47A021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432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rPr>
              <a:t>일반 서버</a:t>
            </a:r>
          </a:p>
        </p:txBody>
      </p:sp>
      <p:sp>
        <p:nvSpPr>
          <p:cNvPr id="10" name="tech-7-text">
            <a:extLst xmlns:a="http://schemas.openxmlformats.org/drawingml/2006/main">
              <a:ext uri="{FF2B5EF4-FFF2-40B4-BE49-F238E27FC236}">
                <a16:creationId xmlns:a16="http://schemas.microsoft.com/office/drawing/2014/main" id="{60A753C4-45F5-4388-B052-C85F351F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API와 대응 판단</a:t>
            </a:r>
          </a:p>
        </p:txBody>
      </p:sp>
      <p:sp>
        <p:nvSpPr>
          <p:cNvPr id="11" name="tech-8-text">
            <a:extLst xmlns:a="http://schemas.openxmlformats.org/drawingml/2006/main">
              <a:ext uri="{FF2B5EF4-FFF2-40B4-BE49-F238E27FC236}">
                <a16:creationId xmlns:a16="http://schemas.microsoft.com/office/drawing/2014/main" id="{F4E5B63D-4F8F-4601-85E2-9F9875F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자료 수신·사용자 API</a:t>
            </a:r>
          </a:p>
        </p:txBody>
      </p:sp>
      <p:sp>
        <p:nvSpPr>
          <p:cNvPr id="12" name="tech-9-text">
            <a:extLst xmlns:a="http://schemas.openxmlformats.org/drawingml/2006/main">
              <a:ext uri="{FF2B5EF4-FFF2-40B4-BE49-F238E27FC236}">
                <a16:creationId xmlns:a16="http://schemas.microsoft.com/office/drawing/2014/main" id="{6CDFE37B-231B-460E-9EF4-03502471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개인별 정책과 작업 관리</a:t>
            </a:r>
          </a:p>
        </p:txBody>
      </p:sp>
      <p:sp>
        <p:nvSpPr>
          <p:cNvPr id="13" name="tech-10">
            <a:extLst xmlns:a="http://schemas.openxmlformats.org/drawingml/2006/main">
              <a:ext uri="{FF2B5EF4-FFF2-40B4-BE49-F238E27FC236}">
                <a16:creationId xmlns:a16="http://schemas.microsoft.com/office/drawing/2014/main" id="{79F184FA-B9D9-492D-B3B5-C5154783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25908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6F1F2"/>
          </a:solidFill>
          <a:ln xmlns:a="http://schemas.openxmlformats.org/drawingml/2006/main" w="0">
            <a:noFill/>
          </a:ln>
        </p:spPr>
      </p:sp>
      <p:sp>
        <p:nvSpPr>
          <p:cNvPr id="14" name="tech-11-text">
            <a:extLst xmlns:a="http://schemas.openxmlformats.org/drawingml/2006/main">
              <a:ext uri="{FF2B5EF4-FFF2-40B4-BE49-F238E27FC236}">
                <a16:creationId xmlns:a16="http://schemas.microsoft.com/office/drawing/2014/main" id="{06913502-3053-48D5-99EC-17A313EC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rPr>
              <a:t>GPU 서버</a:t>
            </a:r>
          </a:p>
        </p:txBody>
      </p:sp>
      <p:sp>
        <p:nvSpPr>
          <p:cNvPr id="15" name="tech-12-text">
            <a:extLst xmlns:a="http://schemas.openxmlformats.org/drawingml/2006/main">
              <a:ext uri="{FF2B5EF4-FFF2-40B4-BE49-F238E27FC236}">
                <a16:creationId xmlns:a16="http://schemas.microsoft.com/office/drawing/2014/main" id="{7A5C86D2-4AFC-4BC8-856A-F5E9E681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Qwen 모델 실행</a:t>
            </a:r>
          </a:p>
        </p:txBody>
      </p:sp>
      <p:sp>
        <p:nvSpPr>
          <p:cNvPr id="16" name="tech-13-text">
            <a:extLst xmlns:a="http://schemas.openxmlformats.org/drawingml/2006/main">
              <a:ext uri="{FF2B5EF4-FFF2-40B4-BE49-F238E27FC236}">
                <a16:creationId xmlns:a16="http://schemas.microsoft.com/office/drawing/2014/main" id="{69DA656A-BC2C-4934-A01D-029019E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근거 검색용 벡터 생성</a:t>
            </a:r>
          </a:p>
        </p:txBody>
      </p:sp>
      <p:sp>
        <p:nvSpPr>
          <p:cNvPr id="17" name="tech-14-text">
            <a:extLst xmlns:a="http://schemas.openxmlformats.org/drawingml/2006/main">
              <a:ext uri="{FF2B5EF4-FFF2-40B4-BE49-F238E27FC236}">
                <a16:creationId xmlns:a16="http://schemas.microsoft.com/office/drawing/2014/main" id="{30852070-0170-4060-A588-C69473B0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0532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자료 요약·출처 정리</a:t>
            </a:r>
          </a:p>
        </p:txBody>
      </p:sp>
      <p:sp>
        <p:nvSpPr>
          <p:cNvPr id="18" name="tech-15">
            <a:extLst xmlns:a="http://schemas.openxmlformats.org/drawingml/2006/main">
              <a:ext uri="{FF2B5EF4-FFF2-40B4-BE49-F238E27FC236}">
                <a16:creationId xmlns:a16="http://schemas.microsoft.com/office/drawing/2014/main" id="{05E20954-2D0E-421D-9888-DBD1EE73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5908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F1E8"/>
          </a:solidFill>
          <a:ln xmlns:a="http://schemas.openxmlformats.org/drawingml/2006/main" w="0">
            <a:noFill/>
          </a:ln>
        </p:spPr>
      </p:sp>
      <p:sp>
        <p:nvSpPr>
          <p:cNvPr id="19" name="tech-16-text">
            <a:extLst xmlns:a="http://schemas.openxmlformats.org/drawingml/2006/main">
              <a:ext uri="{FF2B5EF4-FFF2-40B4-BE49-F238E27FC236}">
                <a16:creationId xmlns:a16="http://schemas.microsoft.com/office/drawing/2014/main" id="{0EBEDA64-5B92-454B-AE95-35FD798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432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20" name="tech-17-text">
            <a:extLst xmlns:a="http://schemas.openxmlformats.org/drawingml/2006/main">
              <a:ext uri="{FF2B5EF4-FFF2-40B4-BE49-F238E27FC236}">
                <a16:creationId xmlns:a16="http://schemas.microsoft.com/office/drawing/2014/main" id="{7AE971B5-3E95-40DA-920B-09823559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956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사건과 근거 보관</a:t>
            </a:r>
          </a:p>
        </p:txBody>
      </p:sp>
      <p:sp>
        <p:nvSpPr>
          <p:cNvPr id="21" name="tech-18-text">
            <a:extLst xmlns:a="http://schemas.openxmlformats.org/drawingml/2006/main">
              <a:ext uri="{FF2B5EF4-FFF2-40B4-BE49-F238E27FC236}">
                <a16:creationId xmlns:a16="http://schemas.microsoft.com/office/drawing/2014/main" id="{ED0E4F94-584D-43CA-AC75-5DDBF5F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사건·프로필·상태 저장</a:t>
            </a:r>
          </a:p>
        </p:txBody>
      </p:sp>
      <p:sp>
        <p:nvSpPr>
          <p:cNvPr id="22" name="tech-19-text">
            <a:extLst xmlns:a="http://schemas.openxmlformats.org/drawingml/2006/main">
              <a:ext uri="{FF2B5EF4-FFF2-40B4-BE49-F238E27FC236}">
                <a16:creationId xmlns:a16="http://schemas.microsoft.com/office/drawing/2014/main" id="{AAE38D4A-F6EF-453B-8446-BAC9E65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0532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기본 지침·벡터 검색</a:t>
            </a:r>
          </a:p>
        </p:txBody>
      </p:sp>
      <p:sp>
        <p:nvSpPr>
          <p:cNvPr id="23" name="tech-20">
            <a:extLst xmlns:a="http://schemas.openxmlformats.org/drawingml/2006/main">
              <a:ext uri="{FF2B5EF4-FFF2-40B4-BE49-F238E27FC236}">
                <a16:creationId xmlns:a16="http://schemas.microsoft.com/office/drawing/2014/main" id="{8290FABC-3E2A-4016-8EFC-97575873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5908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6F1F2"/>
          </a:solidFill>
          <a:ln xmlns:a="http://schemas.openxmlformats.org/drawingml/2006/main" w="0">
            <a:noFill/>
          </a:ln>
        </p:spPr>
      </p:sp>
      <p:sp>
        <p:nvSpPr>
          <p:cNvPr id="24" name="tech-21-text">
            <a:extLst xmlns:a="http://schemas.openxmlformats.org/drawingml/2006/main">
              <a:ext uri="{FF2B5EF4-FFF2-40B4-BE49-F238E27FC236}">
                <a16:creationId xmlns:a16="http://schemas.microsoft.com/office/drawing/2014/main" id="{2DBC1AF4-3B15-468D-9218-0D28F124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432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</p:txBody>
      </p:sp>
      <p:sp>
        <p:nvSpPr>
          <p:cNvPr id="25" name="tech-22-text">
            <a:extLst xmlns:a="http://schemas.openxmlformats.org/drawingml/2006/main">
              <a:ext uri="{FF2B5EF4-FFF2-40B4-BE49-F238E27FC236}">
                <a16:creationId xmlns:a16="http://schemas.microsoft.com/office/drawing/2014/main" id="{4F49674D-7198-4CB7-8181-D9E82EFC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956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작업 대기열</a:t>
            </a:r>
          </a:p>
        </p:txBody>
      </p:sp>
      <p:sp>
        <p:nvSpPr>
          <p:cNvPr id="26" name="tech-23-text">
            <a:extLst xmlns:a="http://schemas.openxmlformats.org/drawingml/2006/main">
              <a:ext uri="{FF2B5EF4-FFF2-40B4-BE49-F238E27FC236}">
                <a16:creationId xmlns:a16="http://schemas.microsoft.com/office/drawing/2014/main" id="{EB2F5A01-AC0C-474D-8714-7941B076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719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긴급·분석 작업 분리</a:t>
            </a:r>
          </a:p>
        </p:txBody>
      </p:sp>
      <p:sp>
        <p:nvSpPr>
          <p:cNvPr id="27" name="tech-24-text">
            <a:extLst xmlns:a="http://schemas.openxmlformats.org/drawingml/2006/main">
              <a:ext uri="{FF2B5EF4-FFF2-40B4-BE49-F238E27FC236}">
                <a16:creationId xmlns:a16="http://schemas.microsoft.com/office/drawing/2014/main" id="{4A81C67A-BC19-47FE-85AC-5DA81311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0532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처리 대기와 재시도</a:t>
            </a:r>
          </a:p>
        </p:txBody>
      </p:sp>
      <p:sp>
        <p:nvSpPr>
          <p:cNvPr id="28" name="tech-25">
            <a:extLst xmlns:a="http://schemas.openxmlformats.org/drawingml/2006/main">
              <a:ext uri="{FF2B5EF4-FFF2-40B4-BE49-F238E27FC236}">
                <a16:creationId xmlns:a16="http://schemas.microsoft.com/office/drawing/2014/main" id="{ECAF2B1F-29B2-4431-9B63-33F8D8A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2686050"/>
            <a:ext cx="259080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EDDD"/>
          </a:solidFill>
          <a:ln xmlns:a="http://schemas.openxmlformats.org/drawingml/2006/main" w="0">
            <a:noFill/>
          </a:ln>
        </p:spPr>
      </p:sp>
      <p:sp>
        <p:nvSpPr>
          <p:cNvPr id="29" name="tech-26-text">
            <a:extLst xmlns:a="http://schemas.openxmlformats.org/drawingml/2006/main">
              <a:ext uri="{FF2B5EF4-FFF2-40B4-BE49-F238E27FC236}">
                <a16:creationId xmlns:a16="http://schemas.microsoft.com/office/drawing/2014/main" id="{B274F217-7F7F-43C4-A885-0524D918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432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B96928"/>
                </a:solidFill>
                <a:latin typeface="Apple SD Gothic Neo"/>
                <a:ea typeface="Apple SD Gothic Neo"/>
                <a:cs typeface="Apple SD Gothic Neo"/>
              </a:rPr>
              <a:t>앱</a:t>
            </a:r>
          </a:p>
        </p:txBody>
      </p:sp>
      <p:sp>
        <p:nvSpPr>
          <p:cNvPr id="30" name="tech-27-text">
            <a:extLst xmlns:a="http://schemas.openxmlformats.org/drawingml/2006/main">
              <a:ext uri="{FF2B5EF4-FFF2-40B4-BE49-F238E27FC236}">
                <a16:creationId xmlns:a16="http://schemas.microsoft.com/office/drawing/2014/main" id="{0F2841BD-1473-4F76-B5E5-08EF671D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4956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사용자 화면</a:t>
            </a:r>
          </a:p>
        </p:txBody>
      </p:sp>
      <p:sp>
        <p:nvSpPr>
          <p:cNvPr id="31" name="tech-28-text">
            <a:extLst xmlns:a="http://schemas.openxmlformats.org/drawingml/2006/main">
              <a:ext uri="{FF2B5EF4-FFF2-40B4-BE49-F238E27FC236}">
                <a16:creationId xmlns:a16="http://schemas.microsoft.com/office/drawing/2014/main" id="{74FE5559-93AC-4E67-BCE0-F4906EBD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171950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프로필·상황 입력</a:t>
            </a:r>
          </a:p>
        </p:txBody>
      </p:sp>
      <p:sp>
        <p:nvSpPr>
          <p:cNvPr id="32" name="tech-29-text">
            <a:extLst xmlns:a="http://schemas.openxmlformats.org/drawingml/2006/main">
              <a:ext uri="{FF2B5EF4-FFF2-40B4-BE49-F238E27FC236}">
                <a16:creationId xmlns:a16="http://schemas.microsoft.com/office/drawing/2014/main" id="{693B80C6-F651-4241-8D0D-479F3E99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05325"/>
            <a:ext cx="219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행동 안내·화면 갱신</a:t>
            </a:r>
          </a:p>
        </p:txBody>
      </p:sp>
      <p:sp>
        <p:nvSpPr>
          <p:cNvPr id="33" name="tech-30">
            <a:extLst xmlns:a="http://schemas.openxmlformats.org/drawingml/2006/main">
              <a:ext uri="{FF2B5EF4-FFF2-40B4-BE49-F238E27FC236}">
                <a16:creationId xmlns:a16="http://schemas.microsoft.com/office/drawing/2014/main" id="{491CDCE8-0E16-4911-A703-5740D126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DC"/>
          </a:solidFill>
          <a:ln xmlns:a="http://schemas.openxmlformats.org/drawingml/2006/main" w="0">
            <a:noFill/>
          </a:ln>
        </p:spPr>
      </p:sp>
      <p:sp>
        <p:nvSpPr>
          <p:cNvPr id="34" name="tech-31">
            <a:extLst xmlns:a="http://schemas.openxmlformats.org/drawingml/2006/main">
              <a:ext uri="{FF2B5EF4-FFF2-40B4-BE49-F238E27FC236}">
                <a16:creationId xmlns:a16="http://schemas.microsoft.com/office/drawing/2014/main" id="{7A0C0630-A586-4110-9ED6-C893D9FA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05450"/>
            <a:ext cx="668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DC"/>
          </a:solidFill>
          <a:ln xmlns:a="http://schemas.openxmlformats.org/drawingml/2006/main" w="0">
            <a:noFill/>
          </a:ln>
        </p:spPr>
      </p:sp>
      <p:sp>
        <p:nvSpPr>
          <p:cNvPr id="35" name="tech-32-text">
            <a:extLst xmlns:a="http://schemas.openxmlformats.org/drawingml/2006/main">
              <a:ext uri="{FF2B5EF4-FFF2-40B4-BE49-F238E27FC236}">
                <a16:creationId xmlns:a16="http://schemas.microsoft.com/office/drawing/2014/main" id="{A4B2B56F-A35B-4702-90AB-FD8E663D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C7055"/>
                </a:solidFill>
                <a:latin typeface="Apple SD Gothic Neo"/>
                <a:ea typeface="Apple SD Gothic Neo"/>
                <a:cs typeface="Apple SD Gothic Neo"/>
              </a:rPr>
              <a:t>팀 직접 개발</a:t>
            </a:r>
          </a:p>
        </p:txBody>
      </p:sp>
      <p:sp>
        <p:nvSpPr>
          <p:cNvPr id="36" name="tech-33-text">
            <a:extLst xmlns:a="http://schemas.openxmlformats.org/drawingml/2006/main">
              <a:ext uri="{FF2B5EF4-FFF2-40B4-BE49-F238E27FC236}">
                <a16:creationId xmlns:a16="http://schemas.microsoft.com/office/drawing/2014/main" id="{C1B5FCC3-63FA-4860-A49E-6EF112A6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서버 API · 중복 방지 · 긴급 큐 · 정책 갱신</a:t>
            </a:r>
          </a:p>
        </p:txBody>
      </p:sp>
      <p:sp>
        <p:nvSpPr>
          <p:cNvPr id="37" name="tech-34-text">
            <a:extLst xmlns:a="http://schemas.openxmlformats.org/drawingml/2006/main">
              <a:ext uri="{FF2B5EF4-FFF2-40B4-BE49-F238E27FC236}">
                <a16:creationId xmlns:a16="http://schemas.microsoft.com/office/drawing/2014/main" id="{57C3A182-EB0A-4366-AAE3-9C405D93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34175"/>
            <a:ext cx="657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앱 화면과 서버 API 연결</a:t>
            </a:r>
          </a:p>
        </p:txBody>
      </p:sp>
      <p:sp>
        <p:nvSpPr>
          <p:cNvPr id="38" name="tech-35-text">
            <a:extLst xmlns:a="http://schemas.openxmlformats.org/drawingml/2006/main">
              <a:ext uri="{FF2B5EF4-FFF2-40B4-BE49-F238E27FC236}">
                <a16:creationId xmlns:a16="http://schemas.microsoft.com/office/drawing/2014/main" id="{E198440C-831B-4BB7-89C1-502CCA79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245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46C76"/>
                </a:solidFill>
                <a:latin typeface="Apple SD Gothic Neo"/>
                <a:ea typeface="Apple SD Gothic Neo"/>
                <a:cs typeface="Apple SD Gothic Neo"/>
              </a:rPr>
              <a:t>검증 범위</a:t>
            </a:r>
          </a:p>
        </p:txBody>
      </p:sp>
      <p:sp>
        <p:nvSpPr>
          <p:cNvPr id="39" name="tech-36-text">
            <a:extLst xmlns:a="http://schemas.openxmlformats.org/drawingml/2006/main">
              <a:ext uri="{FF2B5EF4-FFF2-40B4-BE49-F238E27FC236}">
                <a16:creationId xmlns:a16="http://schemas.microsoft.com/office/drawing/2014/main" id="{F2B0B068-0B9B-4637-A0F0-CEEB2929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15075"/>
            <a:ext cx="668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모의 사용자 3명 재생 · GPU 단절 시 긴급 경로</a:t>
            </a:r>
          </a:p>
        </p:txBody>
      </p:sp>
      <p:sp>
        <p:nvSpPr>
          <p:cNvPr id="40" name="tech-37-text">
            <a:extLst xmlns:a="http://schemas.openxmlformats.org/drawingml/2006/main">
              <a:ext uri="{FF2B5EF4-FFF2-40B4-BE49-F238E27FC236}">
                <a16:creationId xmlns:a16="http://schemas.microsoft.com/office/drawing/2014/main" id="{27442B25-8A12-4492-B8B3-B69202AF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734175"/>
            <a:ext cx="668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2E2A"/>
                </a:solidFill>
                <a:latin typeface="Apple SD Gothic Neo"/>
                <a:ea typeface="Apple SD Gothic Neo"/>
                <a:cs typeface="Apple SD Gothic Neo"/>
              </a:rPr>
              <a:t>서버 자동 검사 82건 · 앱 14건</a:t>
            </a:r>
          </a:p>
        </p:txBody>
      </p:sp>
      <p:sp>
        <p:nvSpPr>
          <p:cNvPr id="41" name="tech-38-text">
            <a:extLst xmlns:a="http://schemas.openxmlformats.org/drawingml/2006/main">
              <a:ext uri="{FF2B5EF4-FFF2-40B4-BE49-F238E27FC236}">
                <a16:creationId xmlns:a16="http://schemas.microsoft.com/office/drawing/2014/main" id="{082906B7-A0D8-43B0-A769-A6E79958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200900"/>
            <a:ext cx="668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61736F"/>
                </a:solidFill>
                <a:latin typeface="Apple SD Gothic Neo"/>
                <a:ea typeface="Apple SD Gothic Neo"/>
                <a:cs typeface="Apple SD Gothic Neo"/>
              </a:rPr>
              <a:t>검사 건수는 제공 자료 기준</a:t>
            </a:r>
          </a:p>
        </p:txBody>
      </p:sp>
    </p:spTree>
    <p:extLst>
      <p:ext uri="{BB962C8B-B14F-4D97-AF65-F5344CB8AC3E}">
        <p14:creationId xmlns:p14="http://schemas.microsoft.com/office/powerpoint/2010/main" val="610599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2026-10-31T18:10:24.3450000Z</dcterms:created>
  <dcterms:modified xsi:type="dcterms:W3CDTF">2026-10-31T18:10:24.3450000Z</dcterms:modified>
</coreProperties>
</file>