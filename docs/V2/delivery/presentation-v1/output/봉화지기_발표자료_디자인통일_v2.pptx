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b687fd10c514864" /><Relationship Type="http://schemas.openxmlformats.org/officeDocument/2006/relationships/extended-properties" Target="/docProps/app.xml" Id="Rf6f9c5cdde894a2f" /><Relationship Type="http://schemas.openxmlformats.org/officeDocument/2006/relationships/officeDocument" Target="/ppt/presentation.xml" Id="R45616829c89f40fb" /></Relationships>
</file>

<file path=ppt/presentation.xml><?xml version="1.0" encoding="utf-8"?>
<p:presentation xmlns:p="http://schemas.openxmlformats.org/presentationml/2006/main">
  <p:sldMasterIdLst>
    <p:sldMasterId xmlns:r="http://schemas.openxmlformats.org/officeDocument/2006/relationships" id="2147483648" r:id="R1f5b4e591cb54b48"/>
  </p:sldMasterIdLst>
  <p:notesMasterIdLst>
    <p:notesMasterId xmlns:r="http://schemas.openxmlformats.org/officeDocument/2006/relationships" r:id="R9779ab9ac6f541b5"/>
  </p:notesMasterIdLst>
  <p:sldIdLst>
    <p:sldId xmlns:r="http://schemas.openxmlformats.org/officeDocument/2006/relationships" id="256" r:id="R8a77ddea01f14134"/>
    <p:sldId xmlns:r="http://schemas.openxmlformats.org/officeDocument/2006/relationships" id="257" r:id="Ra132d788c6ab436d"/>
    <p:sldId xmlns:r="http://schemas.openxmlformats.org/officeDocument/2006/relationships" id="258" r:id="Rc5ce29614810446a"/>
    <p:sldId xmlns:r="http://schemas.openxmlformats.org/officeDocument/2006/relationships" id="259" r:id="R8f9709b929fd47fd"/>
    <p:sldId xmlns:r="http://schemas.openxmlformats.org/officeDocument/2006/relationships" id="260" r:id="Re1fa8dd26b99423e"/>
    <p:sldId xmlns:r="http://schemas.openxmlformats.org/officeDocument/2006/relationships" id="261" r:id="R8630d60f4d3842c0"/>
    <p:sldId xmlns:r="http://schemas.openxmlformats.org/officeDocument/2006/relationships" id="262" r:id="Rceddfbc3919d42e6"/>
    <p:sldId xmlns:r="http://schemas.openxmlformats.org/officeDocument/2006/relationships" id="263" r:id="R398921a2c0d0448b"/>
    <p:sldId xmlns:r="http://schemas.openxmlformats.org/officeDocument/2006/relationships" id="264" r:id="Rf6fc6330043241e0"/>
    <p:sldId xmlns:r="http://schemas.openxmlformats.org/officeDocument/2006/relationships" id="265" r:id="Ra09dfe7ca6224370"/>
    <p:sldId xmlns:r="http://schemas.openxmlformats.org/officeDocument/2006/relationships" id="266" r:id="Re5691ab655ad4b6f"/>
  </p:sldIdLst>
  <p:sldSz cx="12192000" cy="6858000"/>
  <p:notesSz cx="6858000" cy="9144000"/>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DDD63786-F7DD-4CAB-A47C-A595529B2074}">
  <a:tblStyle styleId="{DDD63786-F7DD-4CAB-A47C-A595529B2074}"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&#65279;<?xml version="1.0" encoding="utf-8"?><Relationships xmlns="http://schemas.openxmlformats.org/package/2006/relationships"><Relationship Type="http://schemas.openxmlformats.org/officeDocument/2006/relationships/theme" Target="/ppt/theme/theme1.xml" Id="Rfb2c8926a5384865" /><Relationship Type="http://schemas.openxmlformats.org/officeDocument/2006/relationships/slideMaster" Target="/ppt/slideMasters/slideMaster1.xml" Id="R1f5b4e591cb54b48" /><Relationship Type="http://schemas.openxmlformats.org/officeDocument/2006/relationships/notesMaster" Target="/ppt/notesMasters/notesMaster1.xml" Id="R9779ab9ac6f541b5" /><Relationship Type="http://schemas.openxmlformats.org/officeDocument/2006/relationships/presProps" Target="/ppt/presProps.xml" Id="R3f0c2d1155564531" /><Relationship Type="http://schemas.openxmlformats.org/officeDocument/2006/relationships/tableStyles" Target="/ppt/tableStyles.xml" Id="R5a12a7ac5efe49e5" /><Relationship Type="http://schemas.openxmlformats.org/officeDocument/2006/relationships/slide" Target="/ppt/slides/slide1.xml" Id="R8a77ddea01f14134" /><Relationship Type="http://schemas.openxmlformats.org/officeDocument/2006/relationships/slide" Target="/ppt/slides/slide2.xml" Id="Ra132d788c6ab436d" /><Relationship Type="http://schemas.openxmlformats.org/officeDocument/2006/relationships/slide" Target="/ppt/slides/slide3.xml" Id="Rc5ce29614810446a" /><Relationship Type="http://schemas.openxmlformats.org/officeDocument/2006/relationships/slide" Target="/ppt/slides/slide4.xml" Id="R8f9709b929fd47fd" /><Relationship Type="http://schemas.openxmlformats.org/officeDocument/2006/relationships/slide" Target="/ppt/slides/slide5.xml" Id="Re1fa8dd26b99423e" /><Relationship Type="http://schemas.openxmlformats.org/officeDocument/2006/relationships/slide" Target="/ppt/slides/slide6.xml" Id="R8630d60f4d3842c0" /><Relationship Type="http://schemas.openxmlformats.org/officeDocument/2006/relationships/slide" Target="/ppt/slides/slide7.xml" Id="Rceddfbc3919d42e6" /><Relationship Type="http://schemas.openxmlformats.org/officeDocument/2006/relationships/slide" Target="/ppt/slides/slide8.xml" Id="R398921a2c0d0448b" /><Relationship Type="http://schemas.openxmlformats.org/officeDocument/2006/relationships/slide" Target="/ppt/slides/slide9.xml" Id="Rf6fc6330043241e0" /><Relationship Type="http://schemas.openxmlformats.org/officeDocument/2006/relationships/slide" Target="/ppt/slides/slide10.xml" Id="Ra09dfe7ca6224370" /><Relationship Type="http://schemas.openxmlformats.org/officeDocument/2006/relationships/slide" Target="/ppt/slides/slide11.xml" Id="Re5691ab655ad4b6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07169b59ae64e5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ODYSSEY Navy Yellow">
      <a:dk1>
        <a:srgbClr val="202020"/>
      </a:dk1>
      <a:lt1>
        <a:srgbClr val="FFFFFF"/>
      </a:lt1>
      <a:dk2>
        <a:srgbClr val="062F5B"/>
      </a:dk2>
      <a:lt2>
        <a:srgbClr val="F7F6F2"/>
      </a:lt2>
      <a:accent1>
        <a:srgbClr val="062F5B"/>
      </a:accent1>
      <a:accent2>
        <a:srgbClr val="FFB515"/>
      </a:accent2>
      <a:accent3>
        <a:srgbClr val="65707C"/>
      </a:accent3>
      <a:accent4>
        <a:srgbClr val="EAEDEB"/>
      </a:accent4>
      <a:accent5>
        <a:srgbClr val="202020"/>
      </a:accent5>
      <a:accent6>
        <a:srgbClr val="CCD6E1"/>
      </a:accent6>
      <a:hlink>
        <a:srgbClr val="062F5B"/>
      </a:hlink>
      <a:folHlink>
        <a:srgbClr val="062F5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DYSSEY Navy Yellow">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af28f441419406a" /><Relationship Type="http://schemas.openxmlformats.org/officeDocument/2006/relationships/notesMaster" Target="/ppt/notesMasters/notesMaster1.xml" Id="R3517ddac150748c1" /></Relationships>
</file>

<file path=ppt/notesSlides/_rels/notesSlide2.xml.rels>&#65279;<?xml version="1.0" encoding="utf-8"?><Relationships xmlns="http://schemas.openxmlformats.org/package/2006/relationships"><Relationship Type="http://schemas.openxmlformats.org/officeDocument/2006/relationships/slide" Target="/ppt/slides/slide2.xml" Id="R155fb6c6bc2e4d1f" /><Relationship Type="http://schemas.openxmlformats.org/officeDocument/2006/relationships/notesMaster" Target="/ppt/notesMasters/notesMaster1.xml" Id="R94f5e69f7e444729" /></Relationships>
</file>

<file path=ppt/notesSlides/_rels/notesSlide3.xml.rels>&#65279;<?xml version="1.0" encoding="utf-8"?><Relationships xmlns="http://schemas.openxmlformats.org/package/2006/relationships"><Relationship Type="http://schemas.openxmlformats.org/officeDocument/2006/relationships/slide" Target="/ppt/slides/slide3.xml" Id="Rc57737361ab84e2c" /><Relationship Type="http://schemas.openxmlformats.org/officeDocument/2006/relationships/notesMaster" Target="/ppt/notesMasters/notesMaster1.xml" Id="R19a62923b7284e1d" /></Relationships>
</file>

<file path=ppt/notesSlides/_rels/notesSlide4.xml.rels>&#65279;<?xml version="1.0" encoding="utf-8"?><Relationships xmlns="http://schemas.openxmlformats.org/package/2006/relationships"><Relationship Type="http://schemas.openxmlformats.org/officeDocument/2006/relationships/slide" Target="/ppt/slides/slide4.xml" Id="R5bacf48765be4ed6" /><Relationship Type="http://schemas.openxmlformats.org/officeDocument/2006/relationships/notesMaster" Target="/ppt/notesMasters/notesMaster1.xml" Id="Rf7d2c4734c6942cd" /></Relationships>
</file>

<file path=ppt/notesSlides/_rels/notesSlide5.xml.rels>&#65279;<?xml version="1.0" encoding="utf-8"?><Relationships xmlns="http://schemas.openxmlformats.org/package/2006/relationships"><Relationship Type="http://schemas.openxmlformats.org/officeDocument/2006/relationships/slide" Target="/ppt/slides/slide5.xml" Id="R4bc1dd6882eb4aef" /><Relationship Type="http://schemas.openxmlformats.org/officeDocument/2006/relationships/notesMaster" Target="/ppt/notesMasters/notesMaster1.xml" Id="R7dd3183770474c5d" /></Relationships>
</file>

<file path=ppt/notesSlides/_rels/notesSlide6.xml.rels>&#65279;<?xml version="1.0" encoding="utf-8"?><Relationships xmlns="http://schemas.openxmlformats.org/package/2006/relationships"><Relationship Type="http://schemas.openxmlformats.org/officeDocument/2006/relationships/slide" Target="/ppt/slides/slide6.xml" Id="R1df62cbc71134d5e" /><Relationship Type="http://schemas.openxmlformats.org/officeDocument/2006/relationships/notesMaster" Target="/ppt/notesMasters/notesMaster1.xml" Id="R0cd0bcfde19d4254" /></Relationships>
</file>

<file path=ppt/notesSlides/_rels/notesSlide7.xml.rels>&#65279;<?xml version="1.0" encoding="utf-8"?><Relationships xmlns="http://schemas.openxmlformats.org/package/2006/relationships"><Relationship Type="http://schemas.openxmlformats.org/officeDocument/2006/relationships/slide" Target="/ppt/slides/slide7.xml" Id="R4988ab6c58d34887" /><Relationship Type="http://schemas.openxmlformats.org/officeDocument/2006/relationships/notesMaster" Target="/ppt/notesMasters/notesMaster1.xml" Id="R50b6e0390f6c4f3c" /></Relationships>
</file>

<file path=ppt/notesSlides/_rels/notesSlide8.xml.rels>&#65279;<?xml version="1.0" encoding="utf-8"?><Relationships xmlns="http://schemas.openxmlformats.org/package/2006/relationships"><Relationship Type="http://schemas.openxmlformats.org/officeDocument/2006/relationships/slide" Target="/ppt/slides/slide8.xml" Id="Rc85ae6fb43aa4de8" /><Relationship Type="http://schemas.openxmlformats.org/officeDocument/2006/relationships/notesMaster" Target="/ppt/notesMasters/notesMaster1.xml" Id="R50081a282bc3450d" /></Relationships>
</file>

<file path=ppt/notesSlides/_rels/notesSlide9.xml.rels>&#65279;<?xml version="1.0" encoding="utf-8"?><Relationships xmlns="http://schemas.openxmlformats.org/package/2006/relationships"><Relationship Type="http://schemas.openxmlformats.org/officeDocument/2006/relationships/slide" Target="/ppt/slides/slide9.xml" Id="Rf53acc5ac6f74af0" /><Relationship Type="http://schemas.openxmlformats.org/officeDocument/2006/relationships/notesMaster" Target="/ppt/notesMasters/notesMaster1.xml" Id="R26f5708ec5954f0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4d8d813cf0a4cb0" /><Relationship Type="http://schemas.openxmlformats.org/officeDocument/2006/relationships/notesMaster" Target="/ppt/notesMasters/notesMaster1.xml" Id="R098c185e91e64de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5e8228560554eb2" /><Relationship Type="http://schemas.openxmlformats.org/officeDocument/2006/relationships/notesMaster" Target="/ppt/notesMasters/notesMaster1.xml" Id="Rf81529515f3543a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SzPts val="1200"/>
              <a:buNone/>
            </a:pPr>
            <a:r>
              <a:rPr sz="1200"/>
              <a:t>발표 시간: 20초</a:t>
            </a:r>
            <a:endParaRPr sz="1200"/>
          </a:p>
          <a:p xmlns:a="http://schemas.openxmlformats.org/drawingml/2006/main">
            <a:pPr marL="0" lvl="0" indent="0" algn="l">
              <a:spcBef>
                <a:spcPts val="0"/>
              </a:spcBef>
              <a:spcAft>
                <a:spcPts val="0"/>
              </a:spcAft>
              <a:buSzPts val="1200"/>
              <a:buNone/>
            </a:pPr>
            <a:r>
              <a:rPr sz="1200"/>
              <a:t>봉화지기는 산불 영향권 주민에게 상황에 맞는 행동을 안내하는 서비스입니다.</a:t>
            </a:r>
            <a:endParaRPr sz="120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SzPts val="1200"/>
              <a:buNone/>
            </a:pPr>
            <a:r>
              <a:rPr sz="1200"/>
              <a:t>발표 시간: 45초</a:t>
            </a:r>
            <a:endParaRPr sz="1200"/>
          </a:p>
          <a:p xmlns:a="http://schemas.openxmlformats.org/drawingml/2006/main">
            <a:pPr marL="0" lvl="0" indent="0" algn="l">
              <a:spcBef>
                <a:spcPts val="0"/>
              </a:spcBef>
              <a:spcAft>
                <a:spcPts val="0"/>
              </a:spcAft>
              <a:buSzPts val="1200"/>
              <a:buNone/>
            </a:pPr>
            <a:r>
              <a:rPr sz="1200"/>
              <a:t>교육장 인근 구룡마을 화재는 재난 상황의 체감 사례로 소개합니다. 봉화지기가 다루는 재난은 산불입니다. 수치는 강남구 발표의 구호 대상입니다.</a:t>
            </a:r>
            <a:endParaRPr sz="1200"/>
          </a:p>
          <a:p xmlns:a="http://schemas.openxmlformats.org/drawingml/2006/main">
            <a:pPr marL="0" lvl="0" indent="0" algn="l">
              <a:spcBef>
                <a:spcPts val="0"/>
              </a:spcBef>
              <a:spcAft>
                <a:spcPts val="0"/>
              </a:spcAft>
              <a:buSzPts val="1200"/>
              <a:buNone/>
            </a:pPr>
            <a:r>
              <a:t/>
            </a:r>
            <a:endParaRPr sz="1200"/>
          </a:p>
          <a:p xmlns:a="http://schemas.openxmlformats.org/drawingml/2006/main">
            <a:pPr marL="0" lvl="0" indent="0" algn="l">
              <a:spcBef>
                <a:spcPts val="0"/>
              </a:spcBef>
              <a:spcAft>
                <a:spcPts val="0"/>
              </a:spcAft>
              <a:buSzPts val="1200"/>
              <a:buNone/>
            </a:pPr>
            <a:r>
              <a:rPr sz="1200"/>
              <a:t>근거·출처:</a:t>
            </a:r>
            <a:endParaRPr sz="1200"/>
          </a:p>
          <a:p xmlns:a="http://schemas.openxmlformats.org/drawingml/2006/main">
            <a:pPr marL="0" lvl="0" indent="0" algn="l">
              <a:spcBef>
                <a:spcPts val="0"/>
              </a:spcBef>
              <a:spcAft>
                <a:spcPts val="0"/>
              </a:spcAft>
              <a:buSzPts val="1200"/>
              <a:buNone/>
            </a:pPr>
            <a:r>
              <a:rPr sz="1200"/>
              <a:t>https://gangnam.go.kr/board/B_000031/1075546/view.do?mid=ID01_0313</a:t>
            </a:r>
            <a:endParaRPr sz="120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SzPts val="1200"/>
              <a:buNone/>
            </a:pPr>
            <a:r>
              <a:rPr sz="1200"/>
              <a:t>발표 시간: 35초</a:t>
            </a:r>
            <a:endParaRPr sz="1200"/>
          </a:p>
          <a:p xmlns:a="http://schemas.openxmlformats.org/drawingml/2006/main">
            <a:pPr marL="0" lvl="0" indent="0" algn="l">
              <a:spcBef>
                <a:spcPts val="0"/>
              </a:spcBef>
              <a:spcAft>
                <a:spcPts val="0"/>
              </a:spcAft>
              <a:buSzPts val="1200"/>
              <a:buNone/>
            </a:pPr>
            <a:r>
              <a:rPr sz="1200"/>
              <a:t>공식 경보는 AI 분석을 기다리지 않고 긴급 경로로 갑니다. 개인 단계는 모델이 아니라 검토된 정책 규칙으로 정합니다.</a:t>
            </a:r>
            <a:endParaRPr sz="1200"/>
          </a:p>
          <a:p xmlns:a="http://schemas.openxmlformats.org/drawingml/2006/main">
            <a:pPr marL="0" lvl="0" indent="0" algn="l">
              <a:spcBef>
                <a:spcPts val="0"/>
              </a:spcBef>
              <a:spcAft>
                <a:spcPts val="0"/>
              </a:spcAft>
              <a:buSzPts val="1200"/>
              <a:buNone/>
            </a:pPr>
            <a:r>
              <a:t/>
            </a:r>
            <a:endParaRPr sz="1200"/>
          </a:p>
          <a:p xmlns:a="http://schemas.openxmlformats.org/drawingml/2006/main">
            <a:pPr marL="0" lvl="0" indent="0" algn="l">
              <a:spcBef>
                <a:spcPts val="0"/>
              </a:spcBef>
              <a:spcAft>
                <a:spcPts val="0"/>
              </a:spcAft>
              <a:buSzPts val="1200"/>
              <a:buNone/>
            </a:pPr>
            <a:r>
              <a:rPr sz="1200"/>
              <a:t>근거·출처:</a:t>
            </a:r>
            <a:endParaRPr sz="1200"/>
          </a:p>
          <a:p xmlns:a="http://schemas.openxmlformats.org/drawingml/2006/main">
            <a:pPr marL="0" lvl="0" indent="0" algn="l">
              <a:spcBef>
                <a:spcPts val="0"/>
              </a:spcBef>
              <a:spcAft>
                <a:spcPts val="0"/>
              </a:spcAft>
              <a:buSzPts val="1200"/>
              <a:buNone/>
            </a:pPr>
            <a:r>
              <a:rPr sz="1200"/>
              <a:t>BONGHWAJIGI origin/develop:docs/V2/delivery/response-policy.md</a:t>
            </a:r>
            <a:endParaRPr sz="120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SzPts val="1200"/>
              <a:buNone/>
            </a:pPr>
            <a:r>
              <a:rPr sz="1200"/>
              <a:t>발표 시간: 45초</a:t>
            </a:r>
            <a:endParaRPr sz="1200"/>
          </a:p>
          <a:p xmlns:a="http://schemas.openxmlformats.org/drawingml/2006/main">
            <a:pPr marL="0" lvl="0" indent="0" algn="l">
              <a:spcBef>
                <a:spcPts val="0"/>
              </a:spcBef>
              <a:spcAft>
                <a:spcPts val="0"/>
              </a:spcAft>
              <a:buSzPts val="1200"/>
              <a:buNone/>
            </a:pPr>
            <a:r>
              <a:rPr sz="1200"/>
              <a:t>앞의 두 화면은 앱 기획 시안이고, 세 번째는 실제 만든 웹 모의 화면입니다. 실제 단말 푸시는 다음 단계입니다.</a:t>
            </a:r>
            <a:endParaRPr sz="1200"/>
          </a:p>
          <a:p xmlns:a="http://schemas.openxmlformats.org/drawingml/2006/main">
            <a:pPr marL="0" lvl="0" indent="0" algn="l">
              <a:spcBef>
                <a:spcPts val="0"/>
              </a:spcBef>
              <a:spcAft>
                <a:spcPts val="0"/>
              </a:spcAft>
              <a:buSzPts val="1200"/>
              <a:buNone/>
            </a:pPr>
            <a:r>
              <a:t/>
            </a:r>
            <a:endParaRPr sz="1200"/>
          </a:p>
          <a:p xmlns:a="http://schemas.openxmlformats.org/drawingml/2006/main">
            <a:pPr marL="0" lvl="0" indent="0" algn="l">
              <a:spcBef>
                <a:spcPts val="0"/>
              </a:spcBef>
              <a:spcAft>
                <a:spcPts val="0"/>
              </a:spcAft>
              <a:buSzPts val="1200"/>
              <a:buNone/>
            </a:pPr>
            <a:r>
              <a:rPr sz="1200"/>
              <a:t>근거·출처:</a:t>
            </a:r>
            <a:endParaRPr sz="1200"/>
          </a:p>
          <a:p xmlns:a="http://schemas.openxmlformats.org/drawingml/2006/main">
            <a:pPr marL="0" lvl="0" indent="0" algn="l">
              <a:spcBef>
                <a:spcPts val="0"/>
              </a:spcBef>
              <a:spcAft>
                <a:spcPts val="0"/>
              </a:spcAft>
              <a:buSzPts val="1200"/>
              <a:buNone/>
            </a:pPr>
            <a:r>
              <a:rPr sz="1200"/>
              <a:t>BONGHWAJIGI_APP docs/07-validation.md</a:t>
            </a:r>
            <a:endParaRPr sz="1200"/>
          </a:p>
          <a:p xmlns:a="http://schemas.openxmlformats.org/drawingml/2006/main">
            <a:pPr marL="0" lvl="0" indent="0" algn="l">
              <a:spcBef>
                <a:spcPts val="0"/>
              </a:spcBef>
              <a:spcAft>
                <a:spcPts val="0"/>
              </a:spcAft>
              <a:buSzPts val="1200"/>
              <a:buNone/>
            </a:pPr>
            <a:r>
              <a:rPr sz="1200"/>
              <a:t>BONGHWAJIGI_APP docs/screenshots/mock-emergency.png</a:t>
            </a:r>
            <a:endParaRPr sz="120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기준: 2026-11-01 KST 작업 트리 및 2026-10-31 배포 검증 기록. 현재 MVP는 simulation이며 실제 K8s 수집은 보류한다. 단계 2의 AI 처리는 개인 정책 평가의 필수 대기 조건이 아니다. 공식 원문과 고정 규칙은 GPU 없이도 처리된다. 서버는 Docker Compose로 PostgreSQL+pgvector, Redis/Celery와 분리 워커를 실행한다. 앱 통합과 실제 단말 검증은 진행 중이다. 실제 예측 모델은 앱에 미연결이며 FCM 실발신은 준비되지 않았다. 근거: deploy/compose/mvp.yaml; src/bonghwajigi/retrieval/pipeline.py; src/bonghwajigi/policy/service.py; src/bonghwajigi/events/urgent.py; docs/V2/delivery/mvp-server-runbook.md; docs/V2/delivery/mvp-server-evidence.json.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긴급 큐는 발령 원문과 관련성부터 처리하고 사용자 변경 이벤트 및 별도 delivery 큐를 만든다. 실제 FCM 발신은 아직 연결 전이므로 원문 우선 전달은 서버 조회·전달 요청까지의 구현을 뜻하며 잠금 화면 단말 수신을 완료했다고 주장하지 않는다. 같은 단계에서도 행동·근거·버전이 바뀌면 갱신하며 내용이 같으면 반복 생성하지 않는다. 현 Compose 정책 실행 대기 간격은 1초, 만료 점검 간격은 10초지만 종단 지연 보장이 아니므로 도표에는 수치를 싣지 않는다. 위치/상태 만료와 자료 부족은 확인 중이며 안전/0으로 해석하지 않는다. 위급은 지원이 필요한 상황이며 자동 119 신고를 하지 않는다. 사용자가 확정한 명칭은 1 경고, 2 대피, 3 위급. 근거: src/bonghwajigi/events/urgent.py; src/bonghwajigi/notifications/service.py; src/bonghwajigi/policy/three_stage.py; src/bonghwajigi/policy/service.py; src/bonghwajigi/api/mobile.py; deploy/compose/mvp.yaml; docs/V2/delivery/response-policy.md.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현재 활성 모델은 Qwen/Qwen3-Embedding-0.6B 및 Qwen/Qwen3-4B-Instruct-2507. 임베딩은 1024차원 벡터를 만들고 일반 서버 pgvector가 관련 자료를 검색한다. Google News RSS는 제목·설명·링크·발표 시각을 가져오는 별도 검색 어댑터다. Qwen 요약은 summary_review_status=not_reviewed로 보관하며 확률·대응 단계·행동을 결정하지 않는다. XGBoost는 현재 연구 산출물이 여러 개이며 GOFER 접근 시간 AFT의 최초 실험을 포함한다. 연구 결과는 국내 개인 피해 확률이 아니고 확률 보정과 실시간 당시 입력 검증이 미완료다. Qwen 요약을 숫자 모델의 검증된 입력으로 자동 변환하지 않는다. ELMFIRE 등 후속 실험은 별도 연구 도구이며 이 MVP 서비스 배치에 포함하지 않는다. 근거: src/bonghwajigi/retrieval/pipeline.py; src/bonghwajigi/retrieval/web_search.py; src/bonghwajigi/policy/integration.py; src/bonghwajigi/policy/service.py; docs/V2/delivery/gpu-model-readiness.md; docs/V2/delivery/korea-wildfire-improvement.md의 접근 시간 모델 첫 실행 절.</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내용 출처: 사용자가 제공한 /Users/hongyongjae/Downloads/ppt_8.webp. 기술 구성 5개와 직접 개발·검증 항목을 보존했다. 검증 수치 서버 82건/앱 14건과 모의 사용자 3명은 해당 원본 자료의 수치이며 이번 작업의 새 측정 또는 최신 검사 수치가 아니다. GPU의 검색 역할은 벡터 생성과 Qwen 요약으로 명확히 표현했다. 근거: docs/V2/delivery/presentation-architecture.md, src/bonghwajigi/retrieval/pipeline.py. 디자인 참조: docs/V2/delivery/architecture-slides/output/bonghwajigi-architecture.pptx의 1번 슬라이드. 실제 예측·Firebase 발신·지도는 이 슬라이드에서 완료로 주장하지 않는다.</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SzPts val="1200"/>
              <a:buNone/>
            </a:pPr>
            <a:r>
              <a:rPr sz="1200"/>
              <a:t>발표 시간: 25초</a:t>
            </a:r>
            <a:endParaRPr sz="1200"/>
          </a:p>
          <a:p xmlns:a="http://schemas.openxmlformats.org/drawingml/2006/main">
            <a:pPr marL="0" lvl="0" indent="0" algn="l">
              <a:spcBef>
                <a:spcPts val="0"/>
              </a:spcBef>
              <a:spcAft>
                <a:spcPts val="0"/>
              </a:spcAft>
              <a:buSzPts val="1200"/>
              <a:buNone/>
            </a:pPr>
            <a:r>
              <a:rPr sz="1200"/>
              <a:t>표지에 표시된 네 팀원을 모두 반영했습니다. 역할과 결과는 팀원 확인 후 발표 전에 채웁니다.</a:t>
            </a:r>
            <a:endParaRPr sz="120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SzPts val="1200"/>
              <a:buNone/>
            </a:pPr>
            <a:r>
              <a:rPr sz="1200"/>
              <a:t>출처: external-resources-and-licenses.md, 사용자 제공, 최종 작성일 2026-11-01. 모델·코드·데이터·서비스 약관은 별도 조건을 따른다. 상세 버전·고정 revision·원문 링크·고지 조건은 해당 명세 참조. Qwen 공식 모델: https://huggingface.co/Qwen/Qwen3-4B-Instruct-2507 및 https://huggingface.co/Qwen/Qwen3-Embedding-0.6B. GOFER: Liu et al. (2025), v0.2, doi:10.5281/zenodo.14642378. 기상예보: Weather data by Open-Meteo.com, https://open-meteo.com/, CC BY 4.0, 연구용 가공. 대한민국정부상징체: 문화체육관광부, https://www.mcst.go.kr/site/s_about/intro/symbol.jsp, 공공누리 제4유형. 전이 패키지와 조사·미사용 자원의 전체 조건은 별도 명세 참조.</a:t>
            </a:r>
            <a:endParaRPr sz="120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SzPts val="1200"/>
              <a:buNone/>
            </a:pPr>
            <a:r>
              <a:rPr sz="1200"/>
              <a:t>기대 효과와 향후 확장 방향. 10m는 가까운 사람 간 개인별 상황 차이를 설명하는 예시다. 재난 발생 전 알림은 조기 위험 예측을 통한 서비스 목표다. 하이브리드 클라우드, 3D 대피경로, 추가 위치, 접근성 모드, 재난 범위 확장은 향후 계획이다.</a:t>
            </a:r>
            <a:endParaRPr sz="120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bf129afab8649d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9e4ab4844f341f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8954007f16f474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500503bc61a4d2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e09c302f36f470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d76cff39ac741ab" /></Relationships>
</file>

<file path=ppt/slideLayouts/slideLayout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2" name="Google Shape;12;p15">
            <a:extLst xmlns:a="http://schemas.openxmlformats.org/drawingml/2006/main">
              <a:ext uri="{FF2B5EF4-FFF2-40B4-BE49-F238E27FC236}">
                <a16:creationId xmlns:a16="http://schemas.microsoft.com/office/drawing/2014/main" id="{CDB1D35E-6217-47F1-BBAE-94839B2A68C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a:bodyPr>
          <a:lstStyle xmlns:a="http://schemas.openxmlformats.org/drawingml/2006/main">
            <a:lvl1pPr marR="0" algn="ctr">
              <a:lnSpc>
                <a:spcPct val="110000"/>
              </a:lnSpc>
              <a:spcBef>
                <a:spcPts val="0"/>
              </a:spcBef>
              <a:spcAft>
                <a:spcPts val="0"/>
              </a:spcAft>
              <a:buClr>
                <a:schemeClr val="dk1"/>
              </a:buClr>
              <a:buSzPts val="4800"/>
              <a:buFont typeface="Arial"/>
              <a:buNone/>
              <a:defRPr sz="4800" b="1" i="0" u="none" strike="noStrike" cap="none" spc="0">
                <a:solidFill>
                  <a:schemeClr val="dk1"/>
                </a:solidFill>
                <a:latin typeface="Arial"/>
                <a:ea typeface="Arial"/>
                <a:cs typeface="Arial"/>
              </a:defRPr>
            </a:lvl1pPr>
            <a:lvl2pPr marR="0" algn="ctr">
              <a:lnSpc>
                <a:spcPct val="110000"/>
              </a:lnSpc>
              <a:spcBef>
                <a:spcPts val="0"/>
              </a:spcBef>
              <a:spcAft>
                <a:spcPts val="0"/>
              </a:spcAft>
              <a:buClr>
                <a:schemeClr val="dk1"/>
              </a:buClr>
              <a:buSzPts val="4800"/>
              <a:buFont typeface="Arial"/>
              <a:buNone/>
              <a:defRPr sz="4800" b="1" i="0" u="none" strike="noStrike" cap="none" spc="0">
                <a:solidFill>
                  <a:schemeClr val="dk1"/>
                </a:solidFill>
                <a:latin typeface="Arial"/>
                <a:ea typeface="Arial"/>
                <a:cs typeface="Arial"/>
              </a:defRPr>
            </a:lvl2pPr>
            <a:lvl3pPr marR="0" algn="ctr">
              <a:lnSpc>
                <a:spcPct val="110000"/>
              </a:lnSpc>
              <a:spcBef>
                <a:spcPts val="0"/>
              </a:spcBef>
              <a:spcAft>
                <a:spcPts val="0"/>
              </a:spcAft>
              <a:buClr>
                <a:schemeClr val="dk1"/>
              </a:buClr>
              <a:buSzPts val="4800"/>
              <a:buFont typeface="Arial"/>
              <a:buNone/>
              <a:defRPr sz="4800" b="1" i="0" u="none" strike="noStrike" cap="none" spc="0">
                <a:solidFill>
                  <a:schemeClr val="dk1"/>
                </a:solidFill>
                <a:latin typeface="Arial"/>
                <a:ea typeface="Arial"/>
                <a:cs typeface="Arial"/>
              </a:defRPr>
            </a:lvl3pPr>
            <a:lvl4pPr marR="0" algn="ctr">
              <a:lnSpc>
                <a:spcPct val="110000"/>
              </a:lnSpc>
              <a:spcBef>
                <a:spcPts val="0"/>
              </a:spcBef>
              <a:spcAft>
                <a:spcPts val="0"/>
              </a:spcAft>
              <a:buClr>
                <a:schemeClr val="dk1"/>
              </a:buClr>
              <a:buSzPts val="4800"/>
              <a:buFont typeface="Arial"/>
              <a:buNone/>
              <a:defRPr sz="4800" b="1" i="0" u="none" strike="noStrike" cap="none" spc="0">
                <a:solidFill>
                  <a:schemeClr val="dk1"/>
                </a:solidFill>
                <a:latin typeface="Arial"/>
                <a:ea typeface="Arial"/>
                <a:cs typeface="Arial"/>
              </a:defRPr>
            </a:lvl4pPr>
            <a:lvl5pPr marR="0" algn="ctr">
              <a:lnSpc>
                <a:spcPct val="110000"/>
              </a:lnSpc>
              <a:spcBef>
                <a:spcPts val="0"/>
              </a:spcBef>
              <a:spcAft>
                <a:spcPts val="0"/>
              </a:spcAft>
              <a:buClr>
                <a:schemeClr val="dk1"/>
              </a:buClr>
              <a:buSzPts val="4800"/>
              <a:buFont typeface="Arial"/>
              <a:buNone/>
              <a:defRPr sz="4800" b="1" i="0" u="none" strike="noStrike" cap="none" spc="0">
                <a:solidFill>
                  <a:schemeClr val="dk1"/>
                </a:solidFill>
                <a:latin typeface="Arial"/>
                <a:ea typeface="Arial"/>
                <a:cs typeface="Arial"/>
              </a:defRPr>
            </a:lvl5pPr>
            <a:lvl6pPr marR="0" algn="ctr">
              <a:lnSpc>
                <a:spcPct val="110000"/>
              </a:lnSpc>
              <a:spcBef>
                <a:spcPts val="0"/>
              </a:spcBef>
              <a:spcAft>
                <a:spcPts val="0"/>
              </a:spcAft>
              <a:buClr>
                <a:schemeClr val="dk1"/>
              </a:buClr>
              <a:buSzPts val="4800"/>
              <a:buFont typeface="Arial"/>
              <a:buNone/>
              <a:defRPr sz="4800" b="1" i="0" u="none" strike="noStrike" cap="none" spc="0">
                <a:solidFill>
                  <a:schemeClr val="dk1"/>
                </a:solidFill>
                <a:latin typeface="Arial"/>
                <a:ea typeface="Arial"/>
                <a:cs typeface="Arial"/>
              </a:defRPr>
            </a:lvl6pPr>
            <a:lvl7pPr marR="0" algn="ctr">
              <a:lnSpc>
                <a:spcPct val="110000"/>
              </a:lnSpc>
              <a:spcBef>
                <a:spcPts val="0"/>
              </a:spcBef>
              <a:spcAft>
                <a:spcPts val="0"/>
              </a:spcAft>
              <a:buClr>
                <a:schemeClr val="dk1"/>
              </a:buClr>
              <a:buSzPts val="4800"/>
              <a:buFont typeface="Arial"/>
              <a:buNone/>
              <a:defRPr sz="4800" b="1" i="0" u="none" strike="noStrike" cap="none" spc="0">
                <a:solidFill>
                  <a:schemeClr val="dk1"/>
                </a:solidFill>
                <a:latin typeface="Arial"/>
                <a:ea typeface="Arial"/>
                <a:cs typeface="Arial"/>
              </a:defRPr>
            </a:lvl7pPr>
            <a:lvl8pPr marR="0" algn="ctr">
              <a:lnSpc>
                <a:spcPct val="110000"/>
              </a:lnSpc>
              <a:spcBef>
                <a:spcPts val="0"/>
              </a:spcBef>
              <a:spcAft>
                <a:spcPts val="0"/>
              </a:spcAft>
              <a:buClr>
                <a:schemeClr val="dk1"/>
              </a:buClr>
              <a:buSzPts val="4800"/>
              <a:buFont typeface="Arial"/>
              <a:buNone/>
              <a:defRPr sz="4800" b="1" i="0" u="none" strike="noStrike" cap="none" spc="0">
                <a:solidFill>
                  <a:schemeClr val="dk1"/>
                </a:solidFill>
                <a:latin typeface="Arial"/>
                <a:ea typeface="Arial"/>
                <a:cs typeface="Arial"/>
              </a:defRPr>
            </a:lvl8pPr>
            <a:lvl9pPr marR="0" algn="ctr">
              <a:lnSpc>
                <a:spcPct val="110000"/>
              </a:lnSpc>
              <a:spcBef>
                <a:spcPts val="0"/>
              </a:spcBef>
              <a:spcAft>
                <a:spcPts val="0"/>
              </a:spcAft>
              <a:buClr>
                <a:schemeClr val="dk1"/>
              </a:buClr>
              <a:buSzPts val="4800"/>
              <a:buFont typeface="Arial"/>
              <a:buNone/>
              <a:defRPr sz="4800" b="1" i="0" u="none" strike="noStrike" cap="none" spc="0">
                <a:solidFill>
                  <a:schemeClr val="dk1"/>
                </a:solidFill>
                <a:latin typeface="Arial"/>
                <a:ea typeface="Arial"/>
                <a:cs typeface="Arial"/>
              </a:defRPr>
            </a:lvl9pPr>
          </a:lstStyle>
          <a:p xmlns:a="http://schemas.openxmlformats.org/drawingml/2006/main"/>
        </p:txBody>
      </p:sp>
      <p:sp>
        <p:nvSpPr>
          <p:cNvPr id="13" name="Google Shape;13;p15">
            <a:extLst xmlns:a="http://schemas.openxmlformats.org/drawingml/2006/main">
              <a:ext uri="{FF2B5EF4-FFF2-40B4-BE49-F238E27FC236}">
                <a16:creationId xmlns:a16="http://schemas.microsoft.com/office/drawing/2014/main" id="{F0E14715-91FC-4E44-B4E7-C5B8F51D189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a:bodyPr>
          <a:lstStyle xmlns:a="http://schemas.openxmlformats.org/drawingml/2006/main">
            <a:lvl1pPr marR="0" algn="ctr">
              <a:lnSpc>
                <a:spcPct val="110000"/>
              </a:lnSpc>
              <a:spcBef>
                <a:spcPts val="0"/>
              </a:spcBef>
              <a:spcAft>
                <a:spcPts val="0"/>
              </a:spcAft>
              <a:buClr>
                <a:schemeClr val="dk1"/>
              </a:buClr>
              <a:buSzPts val="2100"/>
              <a:buFont typeface="Arial"/>
              <a:buNone/>
              <a:defRPr sz="2100" b="0" i="0" u="none" strike="noStrike" cap="none" spc="0">
                <a:solidFill>
                  <a:schemeClr val="dk1"/>
                </a:solidFill>
                <a:latin typeface="Arial"/>
                <a:ea typeface="Arial"/>
                <a:cs typeface="Arial"/>
              </a:defRPr>
            </a:lvl1pPr>
            <a:lvl2pPr marR="0" algn="ctr">
              <a:lnSpc>
                <a:spcPct val="110000"/>
              </a:lnSpc>
              <a:spcBef>
                <a:spcPts val="0"/>
              </a:spcBef>
              <a:spcAft>
                <a:spcPts val="0"/>
              </a:spcAft>
              <a:buClr>
                <a:schemeClr val="dk1"/>
              </a:buClr>
              <a:buSzPts val="2100"/>
              <a:buFont typeface="Arial"/>
              <a:buNone/>
              <a:defRPr sz="2100" b="0" i="0" u="none" strike="noStrike" cap="none" spc="0">
                <a:solidFill>
                  <a:schemeClr val="dk1"/>
                </a:solidFill>
                <a:latin typeface="Arial"/>
                <a:ea typeface="Arial"/>
                <a:cs typeface="Arial"/>
              </a:defRPr>
            </a:lvl2pPr>
            <a:lvl3pPr marR="0" algn="ctr">
              <a:lnSpc>
                <a:spcPct val="110000"/>
              </a:lnSpc>
              <a:spcBef>
                <a:spcPts val="0"/>
              </a:spcBef>
              <a:spcAft>
                <a:spcPts val="0"/>
              </a:spcAft>
              <a:buClr>
                <a:schemeClr val="dk1"/>
              </a:buClr>
              <a:buSzPts val="2100"/>
              <a:buFont typeface="Arial"/>
              <a:buNone/>
              <a:defRPr sz="2100" b="0" i="0" u="none" strike="noStrike" cap="none" spc="0">
                <a:solidFill>
                  <a:schemeClr val="dk1"/>
                </a:solidFill>
                <a:latin typeface="Arial"/>
                <a:ea typeface="Arial"/>
                <a:cs typeface="Arial"/>
              </a:defRPr>
            </a:lvl3pPr>
            <a:lvl4pPr marR="0" algn="ctr">
              <a:lnSpc>
                <a:spcPct val="110000"/>
              </a:lnSpc>
              <a:spcBef>
                <a:spcPts val="0"/>
              </a:spcBef>
              <a:spcAft>
                <a:spcPts val="0"/>
              </a:spcAft>
              <a:buClr>
                <a:schemeClr val="dk1"/>
              </a:buClr>
              <a:buSzPts val="2100"/>
              <a:buFont typeface="Arial"/>
              <a:buNone/>
              <a:defRPr sz="2100" b="0" i="0" u="none" strike="noStrike" cap="none" spc="0">
                <a:solidFill>
                  <a:schemeClr val="dk1"/>
                </a:solidFill>
                <a:latin typeface="Arial"/>
                <a:ea typeface="Arial"/>
                <a:cs typeface="Arial"/>
              </a:defRPr>
            </a:lvl4pPr>
            <a:lvl5pPr marR="0" algn="ctr">
              <a:lnSpc>
                <a:spcPct val="110000"/>
              </a:lnSpc>
              <a:spcBef>
                <a:spcPts val="0"/>
              </a:spcBef>
              <a:spcAft>
                <a:spcPts val="0"/>
              </a:spcAft>
              <a:buClr>
                <a:schemeClr val="dk1"/>
              </a:buClr>
              <a:buSzPts val="2100"/>
              <a:buFont typeface="Arial"/>
              <a:buNone/>
              <a:defRPr sz="2100" b="0" i="0" u="none" strike="noStrike" cap="none" spc="0">
                <a:solidFill>
                  <a:schemeClr val="dk1"/>
                </a:solidFill>
                <a:latin typeface="Arial"/>
                <a:ea typeface="Arial"/>
                <a:cs typeface="Arial"/>
              </a:defRPr>
            </a:lvl5pPr>
            <a:lvl6pPr marR="0" algn="ctr">
              <a:lnSpc>
                <a:spcPct val="110000"/>
              </a:lnSpc>
              <a:spcBef>
                <a:spcPts val="0"/>
              </a:spcBef>
              <a:spcAft>
                <a:spcPts val="0"/>
              </a:spcAft>
              <a:buClr>
                <a:schemeClr val="dk1"/>
              </a:buClr>
              <a:buSzPts val="2100"/>
              <a:buFont typeface="Arial"/>
              <a:buNone/>
              <a:defRPr sz="2100" b="0" i="0" u="none" strike="noStrike" cap="none" spc="0">
                <a:solidFill>
                  <a:schemeClr val="dk1"/>
                </a:solidFill>
                <a:latin typeface="Arial"/>
                <a:ea typeface="Arial"/>
                <a:cs typeface="Arial"/>
              </a:defRPr>
            </a:lvl6pPr>
            <a:lvl7pPr marR="0" algn="ctr">
              <a:lnSpc>
                <a:spcPct val="110000"/>
              </a:lnSpc>
              <a:spcBef>
                <a:spcPts val="0"/>
              </a:spcBef>
              <a:spcAft>
                <a:spcPts val="0"/>
              </a:spcAft>
              <a:buClr>
                <a:schemeClr val="dk1"/>
              </a:buClr>
              <a:buSzPts val="2100"/>
              <a:buFont typeface="Arial"/>
              <a:buNone/>
              <a:defRPr sz="2100" b="0" i="0" u="none" strike="noStrike" cap="none" spc="0">
                <a:solidFill>
                  <a:schemeClr val="dk1"/>
                </a:solidFill>
                <a:latin typeface="Arial"/>
                <a:ea typeface="Arial"/>
                <a:cs typeface="Arial"/>
              </a:defRPr>
            </a:lvl7pPr>
            <a:lvl8pPr marR="0" algn="ctr">
              <a:lnSpc>
                <a:spcPct val="110000"/>
              </a:lnSpc>
              <a:spcBef>
                <a:spcPts val="0"/>
              </a:spcBef>
              <a:spcAft>
                <a:spcPts val="0"/>
              </a:spcAft>
              <a:buClr>
                <a:schemeClr val="dk1"/>
              </a:buClr>
              <a:buSzPts val="2100"/>
              <a:buFont typeface="Arial"/>
              <a:buNone/>
              <a:defRPr sz="2100" b="0" i="0" u="none" strike="noStrike" cap="none" spc="0">
                <a:solidFill>
                  <a:schemeClr val="dk1"/>
                </a:solidFill>
                <a:latin typeface="Arial"/>
                <a:ea typeface="Arial"/>
                <a:cs typeface="Arial"/>
              </a:defRPr>
            </a:lvl8pPr>
            <a:lvl9pPr marR="0" algn="ctr">
              <a:lnSpc>
                <a:spcPct val="110000"/>
              </a:lnSpc>
              <a:spcBef>
                <a:spcPts val="0"/>
              </a:spcBef>
              <a:spcAft>
                <a:spcPts val="0"/>
              </a:spcAft>
              <a:buClr>
                <a:schemeClr val="dk1"/>
              </a:buClr>
              <a:buSzPts val="2100"/>
              <a:buFont typeface="Arial"/>
              <a:buNone/>
              <a:defRPr sz="2100" b="0" i="0" u="none" strike="noStrike" cap="none" spc="0">
                <a:solidFill>
                  <a:schemeClr val="dk1"/>
                </a:solidFill>
                <a:latin typeface="Arial"/>
                <a:ea typeface="Arial"/>
                <a:cs typeface="Arial"/>
              </a:defRPr>
            </a:lvl9pPr>
          </a:lstStyle>
          <a:p xmlns:a="http://schemas.openxmlformats.org/drawingml/2006/main"/>
        </p:txBody>
      </p:sp>
    </p:spTree>
  </p:cSld>
</p:sldLayout>
</file>

<file path=ppt/slideLayouts/slideLayout3.xml><?xml version="1.0" encoding="utf-8"?>
<p:sldLayout xmlns:p="http://schemas.openxmlformats.org/presentationml/2006/main" matchingName="Section Header">
  <p:cSld name="Section Header">
    <p:spTree>
      <p:nvGrpSpPr>
        <p:cNvPr id="1" name=""/>
        <p:cNvGrpSpPr/>
        <p:nvPr/>
      </p:nvGrpSpPr>
      <p:grpSpPr>
        <a:xfrm xmlns:a="http://schemas.openxmlformats.org/drawingml/2006/main"/>
      </p:grpSpPr>
      <p:sp>
        <p:nvSpPr>
          <p:cNvPr id="15" name="Google Shape;15;p16">
            <a:extLst xmlns:a="http://schemas.openxmlformats.org/drawingml/2006/main">
              <a:ext uri="{FF2B5EF4-FFF2-40B4-BE49-F238E27FC236}">
                <a16:creationId xmlns:a16="http://schemas.microsoft.com/office/drawing/2014/main" id="{9C02BF77-FFD2-4732-B7BB-0D4F6D96D5B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a:bodyPr>
          <a:lstStyle xmlns:a="http://schemas.openxmlformats.org/drawingml/2006/main">
            <a:lvl1pPr marR="0" algn="ctr">
              <a:lnSpc>
                <a:spcPct val="110000"/>
              </a:lnSpc>
              <a:spcBef>
                <a:spcPts val="0"/>
              </a:spcBef>
              <a:spcAft>
                <a:spcPts val="0"/>
              </a:spcAft>
              <a:buClr>
                <a:schemeClr val="dk1"/>
              </a:buClr>
              <a:buSzPts val="4200"/>
              <a:buFont typeface="Arial"/>
              <a:buNone/>
              <a:defRPr sz="4200" b="1" i="0" u="none" strike="noStrike" cap="none" spc="0">
                <a:solidFill>
                  <a:schemeClr val="dk1"/>
                </a:solidFill>
                <a:latin typeface="Arial"/>
                <a:ea typeface="Arial"/>
                <a:cs typeface="Arial"/>
              </a:defRPr>
            </a:lvl1pPr>
            <a:lvl2pPr marR="0" algn="ctr">
              <a:lnSpc>
                <a:spcPct val="110000"/>
              </a:lnSpc>
              <a:spcBef>
                <a:spcPts val="0"/>
              </a:spcBef>
              <a:spcAft>
                <a:spcPts val="0"/>
              </a:spcAft>
              <a:buClr>
                <a:schemeClr val="dk1"/>
              </a:buClr>
              <a:buSzPts val="4200"/>
              <a:buFont typeface="Arial"/>
              <a:buNone/>
              <a:defRPr sz="4200" b="1" i="0" u="none" strike="noStrike" cap="none" spc="0">
                <a:solidFill>
                  <a:schemeClr val="dk1"/>
                </a:solidFill>
                <a:latin typeface="Arial"/>
                <a:ea typeface="Arial"/>
                <a:cs typeface="Arial"/>
              </a:defRPr>
            </a:lvl2pPr>
            <a:lvl3pPr marR="0" algn="ctr">
              <a:lnSpc>
                <a:spcPct val="110000"/>
              </a:lnSpc>
              <a:spcBef>
                <a:spcPts val="0"/>
              </a:spcBef>
              <a:spcAft>
                <a:spcPts val="0"/>
              </a:spcAft>
              <a:buClr>
                <a:schemeClr val="dk1"/>
              </a:buClr>
              <a:buSzPts val="4200"/>
              <a:buFont typeface="Arial"/>
              <a:buNone/>
              <a:defRPr sz="4200" b="1" i="0" u="none" strike="noStrike" cap="none" spc="0">
                <a:solidFill>
                  <a:schemeClr val="dk1"/>
                </a:solidFill>
                <a:latin typeface="Arial"/>
                <a:ea typeface="Arial"/>
                <a:cs typeface="Arial"/>
              </a:defRPr>
            </a:lvl3pPr>
            <a:lvl4pPr marR="0" algn="ctr">
              <a:lnSpc>
                <a:spcPct val="110000"/>
              </a:lnSpc>
              <a:spcBef>
                <a:spcPts val="0"/>
              </a:spcBef>
              <a:spcAft>
                <a:spcPts val="0"/>
              </a:spcAft>
              <a:buClr>
                <a:schemeClr val="dk1"/>
              </a:buClr>
              <a:buSzPts val="4200"/>
              <a:buFont typeface="Arial"/>
              <a:buNone/>
              <a:defRPr sz="4200" b="1" i="0" u="none" strike="noStrike" cap="none" spc="0">
                <a:solidFill>
                  <a:schemeClr val="dk1"/>
                </a:solidFill>
                <a:latin typeface="Arial"/>
                <a:ea typeface="Arial"/>
                <a:cs typeface="Arial"/>
              </a:defRPr>
            </a:lvl4pPr>
            <a:lvl5pPr marR="0" algn="ctr">
              <a:lnSpc>
                <a:spcPct val="110000"/>
              </a:lnSpc>
              <a:spcBef>
                <a:spcPts val="0"/>
              </a:spcBef>
              <a:spcAft>
                <a:spcPts val="0"/>
              </a:spcAft>
              <a:buClr>
                <a:schemeClr val="dk1"/>
              </a:buClr>
              <a:buSzPts val="4200"/>
              <a:buFont typeface="Arial"/>
              <a:buNone/>
              <a:defRPr sz="4200" b="1" i="0" u="none" strike="noStrike" cap="none" spc="0">
                <a:solidFill>
                  <a:schemeClr val="dk1"/>
                </a:solidFill>
                <a:latin typeface="Arial"/>
                <a:ea typeface="Arial"/>
                <a:cs typeface="Arial"/>
              </a:defRPr>
            </a:lvl5pPr>
            <a:lvl6pPr marR="0" algn="ctr">
              <a:lnSpc>
                <a:spcPct val="110000"/>
              </a:lnSpc>
              <a:spcBef>
                <a:spcPts val="0"/>
              </a:spcBef>
              <a:spcAft>
                <a:spcPts val="0"/>
              </a:spcAft>
              <a:buClr>
                <a:schemeClr val="dk1"/>
              </a:buClr>
              <a:buSzPts val="4200"/>
              <a:buFont typeface="Arial"/>
              <a:buNone/>
              <a:defRPr sz="4200" b="1" i="0" u="none" strike="noStrike" cap="none" spc="0">
                <a:solidFill>
                  <a:schemeClr val="dk1"/>
                </a:solidFill>
                <a:latin typeface="Arial"/>
                <a:ea typeface="Arial"/>
                <a:cs typeface="Arial"/>
              </a:defRPr>
            </a:lvl6pPr>
            <a:lvl7pPr marR="0" algn="ctr">
              <a:lnSpc>
                <a:spcPct val="110000"/>
              </a:lnSpc>
              <a:spcBef>
                <a:spcPts val="0"/>
              </a:spcBef>
              <a:spcAft>
                <a:spcPts val="0"/>
              </a:spcAft>
              <a:buClr>
                <a:schemeClr val="dk1"/>
              </a:buClr>
              <a:buSzPts val="4200"/>
              <a:buFont typeface="Arial"/>
              <a:buNone/>
              <a:defRPr sz="4200" b="1" i="0" u="none" strike="noStrike" cap="none" spc="0">
                <a:solidFill>
                  <a:schemeClr val="dk1"/>
                </a:solidFill>
                <a:latin typeface="Arial"/>
                <a:ea typeface="Arial"/>
                <a:cs typeface="Arial"/>
              </a:defRPr>
            </a:lvl7pPr>
            <a:lvl8pPr marR="0" algn="ctr">
              <a:lnSpc>
                <a:spcPct val="110000"/>
              </a:lnSpc>
              <a:spcBef>
                <a:spcPts val="0"/>
              </a:spcBef>
              <a:spcAft>
                <a:spcPts val="0"/>
              </a:spcAft>
              <a:buClr>
                <a:schemeClr val="dk1"/>
              </a:buClr>
              <a:buSzPts val="4200"/>
              <a:buFont typeface="Arial"/>
              <a:buNone/>
              <a:defRPr sz="4200" b="1" i="0" u="none" strike="noStrike" cap="none" spc="0">
                <a:solidFill>
                  <a:schemeClr val="dk1"/>
                </a:solidFill>
                <a:latin typeface="Arial"/>
                <a:ea typeface="Arial"/>
                <a:cs typeface="Arial"/>
              </a:defRPr>
            </a:lvl8pPr>
            <a:lvl9pPr marR="0" algn="ctr">
              <a:lnSpc>
                <a:spcPct val="110000"/>
              </a:lnSpc>
              <a:spcBef>
                <a:spcPts val="0"/>
              </a:spcBef>
              <a:spcAft>
                <a:spcPts val="0"/>
              </a:spcAft>
              <a:buClr>
                <a:schemeClr val="dk1"/>
              </a:buClr>
              <a:buSzPts val="4200"/>
              <a:buFont typeface="Arial"/>
              <a:buNone/>
              <a:defRPr sz="4200" b="1" i="0" u="none" strike="noStrike" cap="none" spc="0">
                <a:solidFill>
                  <a:schemeClr val="dk1"/>
                </a:solidFill>
                <a:latin typeface="Arial"/>
                <a:ea typeface="Arial"/>
                <a:cs typeface="Arial"/>
              </a:defRPr>
            </a:lvl9pPr>
          </a:lstStyle>
          <a:p xmlns:a="http://schemas.openxmlformats.org/drawingml/2006/main"/>
        </p:txBody>
      </p:sp>
    </p:spTree>
  </p:cSld>
</p:sldLayout>
</file>

<file path=ppt/slideLayouts/slideLayout4.xml><?xml version="1.0" encoding="utf-8"?>
<p:sldLayout xmlns:p="http://schemas.openxmlformats.org/presentationml/2006/main" matchingName="Title and Body">
  <p:cSld name="Title and Body">
    <p:spTree>
      <p:nvGrpSpPr>
        <p:cNvPr id="1" name=""/>
        <p:cNvGrpSpPr/>
        <p:nvPr/>
      </p:nvGrpSpPr>
      <p:grpSpPr>
        <a:xfrm xmlns:a="http://schemas.openxmlformats.org/drawingml/2006/main"/>
      </p:grpSpPr>
      <p:sp>
        <p:nvSpPr>
          <p:cNvPr id="17" name="Google Shape;17;p17">
            <a:extLst xmlns:a="http://schemas.openxmlformats.org/drawingml/2006/main">
              <a:ext uri="{FF2B5EF4-FFF2-40B4-BE49-F238E27FC236}">
                <a16:creationId xmlns:a16="http://schemas.microsoft.com/office/drawing/2014/main" id="{9DECBD9D-C340-4B16-9FD2-AA99A8681C0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R="0" algn="l">
              <a:lnSpc>
                <a:spcPct val="110000"/>
              </a:lnSpc>
              <a:spcBef>
                <a:spcPts val="0"/>
              </a:spcBef>
              <a:spcAft>
                <a:spcPts val="0"/>
              </a:spcAft>
              <a:buClr>
                <a:schemeClr val="dk1"/>
              </a:buClr>
              <a:buSzPts val="3300"/>
              <a:buFont typeface="Arial"/>
              <a:buNone/>
              <a:defRPr sz="3300" b="1" i="0" u="none" strike="noStrike" cap="none" spc="0">
                <a:solidFill>
                  <a:schemeClr val="dk1"/>
                </a:solidFill>
                <a:latin typeface="Arial"/>
                <a:ea typeface="Arial"/>
                <a:cs typeface="Arial"/>
              </a:defRPr>
            </a:lvl1pPr>
            <a:lvl2pPr marR="0" algn="l">
              <a:lnSpc>
                <a:spcPct val="110000"/>
              </a:lnSpc>
              <a:spcBef>
                <a:spcPts val="0"/>
              </a:spcBef>
              <a:spcAft>
                <a:spcPts val="0"/>
              </a:spcAft>
              <a:buClr>
                <a:schemeClr val="dk1"/>
              </a:buClr>
              <a:buSzPts val="3300"/>
              <a:buFont typeface="Arial"/>
              <a:buNone/>
              <a:defRPr sz="3300" b="1" i="0" u="none" strike="noStrike" cap="none" spc="0">
                <a:solidFill>
                  <a:schemeClr val="dk1"/>
                </a:solidFill>
                <a:latin typeface="Arial"/>
                <a:ea typeface="Arial"/>
                <a:cs typeface="Arial"/>
              </a:defRPr>
            </a:lvl2pPr>
            <a:lvl3pPr marR="0" algn="l">
              <a:lnSpc>
                <a:spcPct val="110000"/>
              </a:lnSpc>
              <a:spcBef>
                <a:spcPts val="0"/>
              </a:spcBef>
              <a:spcAft>
                <a:spcPts val="0"/>
              </a:spcAft>
              <a:buClr>
                <a:schemeClr val="dk1"/>
              </a:buClr>
              <a:buSzPts val="3300"/>
              <a:buFont typeface="Arial"/>
              <a:buNone/>
              <a:defRPr sz="3300" b="1" i="0" u="none" strike="noStrike" cap="none" spc="0">
                <a:solidFill>
                  <a:schemeClr val="dk1"/>
                </a:solidFill>
                <a:latin typeface="Arial"/>
                <a:ea typeface="Arial"/>
                <a:cs typeface="Arial"/>
              </a:defRPr>
            </a:lvl3pPr>
            <a:lvl4pPr marR="0" algn="l">
              <a:lnSpc>
                <a:spcPct val="110000"/>
              </a:lnSpc>
              <a:spcBef>
                <a:spcPts val="0"/>
              </a:spcBef>
              <a:spcAft>
                <a:spcPts val="0"/>
              </a:spcAft>
              <a:buClr>
                <a:schemeClr val="dk1"/>
              </a:buClr>
              <a:buSzPts val="3300"/>
              <a:buFont typeface="Arial"/>
              <a:buNone/>
              <a:defRPr sz="3300" b="1" i="0" u="none" strike="noStrike" cap="none" spc="0">
                <a:solidFill>
                  <a:schemeClr val="dk1"/>
                </a:solidFill>
                <a:latin typeface="Arial"/>
                <a:ea typeface="Arial"/>
                <a:cs typeface="Arial"/>
              </a:defRPr>
            </a:lvl4pPr>
            <a:lvl5pPr marR="0" algn="l">
              <a:lnSpc>
                <a:spcPct val="110000"/>
              </a:lnSpc>
              <a:spcBef>
                <a:spcPts val="0"/>
              </a:spcBef>
              <a:spcAft>
                <a:spcPts val="0"/>
              </a:spcAft>
              <a:buClr>
                <a:schemeClr val="dk1"/>
              </a:buClr>
              <a:buSzPts val="3300"/>
              <a:buFont typeface="Arial"/>
              <a:buNone/>
              <a:defRPr sz="3300" b="1" i="0" u="none" strike="noStrike" cap="none" spc="0">
                <a:solidFill>
                  <a:schemeClr val="dk1"/>
                </a:solidFill>
                <a:latin typeface="Arial"/>
                <a:ea typeface="Arial"/>
                <a:cs typeface="Arial"/>
              </a:defRPr>
            </a:lvl5pPr>
            <a:lvl6pPr marR="0" algn="l">
              <a:lnSpc>
                <a:spcPct val="110000"/>
              </a:lnSpc>
              <a:spcBef>
                <a:spcPts val="0"/>
              </a:spcBef>
              <a:spcAft>
                <a:spcPts val="0"/>
              </a:spcAft>
              <a:buClr>
                <a:schemeClr val="dk1"/>
              </a:buClr>
              <a:buSzPts val="3300"/>
              <a:buFont typeface="Arial"/>
              <a:buNone/>
              <a:defRPr sz="3300" b="1" i="0" u="none" strike="noStrike" cap="none" spc="0">
                <a:solidFill>
                  <a:schemeClr val="dk1"/>
                </a:solidFill>
                <a:latin typeface="Arial"/>
                <a:ea typeface="Arial"/>
                <a:cs typeface="Arial"/>
              </a:defRPr>
            </a:lvl6pPr>
            <a:lvl7pPr marR="0" algn="l">
              <a:lnSpc>
                <a:spcPct val="110000"/>
              </a:lnSpc>
              <a:spcBef>
                <a:spcPts val="0"/>
              </a:spcBef>
              <a:spcAft>
                <a:spcPts val="0"/>
              </a:spcAft>
              <a:buClr>
                <a:schemeClr val="dk1"/>
              </a:buClr>
              <a:buSzPts val="3300"/>
              <a:buFont typeface="Arial"/>
              <a:buNone/>
              <a:defRPr sz="3300" b="1" i="0" u="none" strike="noStrike" cap="none" spc="0">
                <a:solidFill>
                  <a:schemeClr val="dk1"/>
                </a:solidFill>
                <a:latin typeface="Arial"/>
                <a:ea typeface="Arial"/>
                <a:cs typeface="Arial"/>
              </a:defRPr>
            </a:lvl7pPr>
            <a:lvl8pPr marR="0" algn="l">
              <a:lnSpc>
                <a:spcPct val="110000"/>
              </a:lnSpc>
              <a:spcBef>
                <a:spcPts val="0"/>
              </a:spcBef>
              <a:spcAft>
                <a:spcPts val="0"/>
              </a:spcAft>
              <a:buClr>
                <a:schemeClr val="dk1"/>
              </a:buClr>
              <a:buSzPts val="3300"/>
              <a:buFont typeface="Arial"/>
              <a:buNone/>
              <a:defRPr sz="3300" b="1" i="0" u="none" strike="noStrike" cap="none" spc="0">
                <a:solidFill>
                  <a:schemeClr val="dk1"/>
                </a:solidFill>
                <a:latin typeface="Arial"/>
                <a:ea typeface="Arial"/>
                <a:cs typeface="Arial"/>
              </a:defRPr>
            </a:lvl8pPr>
            <a:lvl9pPr marR="0" algn="l">
              <a:lnSpc>
                <a:spcPct val="110000"/>
              </a:lnSpc>
              <a:spcBef>
                <a:spcPts val="0"/>
              </a:spcBef>
              <a:spcAft>
                <a:spcPts val="0"/>
              </a:spcAft>
              <a:buClr>
                <a:schemeClr val="dk1"/>
              </a:buClr>
              <a:buSzPts val="3300"/>
              <a:buFont typeface="Arial"/>
              <a:buNone/>
              <a:defRPr sz="3300" b="1" i="0" u="none" strike="noStrike" cap="none" spc="0">
                <a:solidFill>
                  <a:schemeClr val="dk1"/>
                </a:solidFill>
                <a:latin typeface="Arial"/>
                <a:ea typeface="Arial"/>
                <a:cs typeface="Arial"/>
              </a:defRPr>
            </a:lvl9pPr>
          </a:lstStyle>
          <a:p xmlns:a="http://schemas.openxmlformats.org/drawingml/2006/main"/>
        </p:txBody>
      </p:sp>
      <p:sp>
        <p:nvSpPr>
          <p:cNvPr id="18" name="Google Shape;18;p17">
            <a:extLst xmlns:a="http://schemas.openxmlformats.org/drawingml/2006/main">
              <a:ext uri="{FF2B5EF4-FFF2-40B4-BE49-F238E27FC236}">
                <a16:creationId xmlns:a16="http://schemas.microsoft.com/office/drawing/2014/main" id="{C000355D-63C6-4557-97D5-49BD13FA8C7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L="457200" marR="0" indent="-371475" algn="l">
              <a:lnSpc>
                <a:spcPct val="110000"/>
              </a:lnSpc>
              <a:spcBef>
                <a:spcPts val="0"/>
              </a:spcBef>
              <a:spcAft>
                <a:spcPts val="0"/>
              </a:spcAft>
              <a:buClr>
                <a:schemeClr val="dk1"/>
              </a:buClr>
              <a:buSzPts val="2250"/>
              <a:buFont typeface="Arial"/>
              <a:buChar char="•"/>
              <a:defRPr sz="2250" b="0" i="0" u="none" strike="noStrike" cap="none" spc="0">
                <a:solidFill>
                  <a:schemeClr val="dk1"/>
                </a:solidFill>
                <a:latin typeface="Arial"/>
                <a:ea typeface="Arial"/>
                <a:cs typeface="Arial"/>
              </a:defRPr>
            </a:lvl1pPr>
            <a:lvl2pPr marL="914400" marR="0" indent="-371475" algn="l">
              <a:lnSpc>
                <a:spcPct val="110000"/>
              </a:lnSpc>
              <a:spcBef>
                <a:spcPts val="1200"/>
              </a:spcBef>
              <a:spcAft>
                <a:spcPts val="0"/>
              </a:spcAft>
              <a:buClr>
                <a:schemeClr val="dk1"/>
              </a:buClr>
              <a:buSzPts val="2250"/>
              <a:buFont typeface="Arial"/>
              <a:buChar char="•"/>
              <a:defRPr sz="2250" b="0" i="0" u="none" strike="noStrike" cap="none" spc="0">
                <a:solidFill>
                  <a:schemeClr val="dk1"/>
                </a:solidFill>
                <a:latin typeface="Arial"/>
                <a:ea typeface="Arial"/>
                <a:cs typeface="Arial"/>
              </a:defRPr>
            </a:lvl2pPr>
            <a:lvl3pPr marL="1371600" marR="0" indent="-371475" algn="l">
              <a:lnSpc>
                <a:spcPct val="110000"/>
              </a:lnSpc>
              <a:spcBef>
                <a:spcPts val="1200"/>
              </a:spcBef>
              <a:spcAft>
                <a:spcPts val="0"/>
              </a:spcAft>
              <a:buClr>
                <a:schemeClr val="dk1"/>
              </a:buClr>
              <a:buSzPts val="2250"/>
              <a:buFont typeface="Arial"/>
              <a:buChar char="•"/>
              <a:defRPr sz="2250" b="0" i="0" u="none" strike="noStrike" cap="none" spc="0">
                <a:solidFill>
                  <a:schemeClr val="dk1"/>
                </a:solidFill>
                <a:latin typeface="Arial"/>
                <a:ea typeface="Arial"/>
                <a:cs typeface="Arial"/>
              </a:defRPr>
            </a:lvl3pPr>
            <a:lvl4pPr marL="1828800" marR="0" indent="-371475" algn="l">
              <a:lnSpc>
                <a:spcPct val="110000"/>
              </a:lnSpc>
              <a:spcBef>
                <a:spcPts val="1200"/>
              </a:spcBef>
              <a:spcAft>
                <a:spcPts val="0"/>
              </a:spcAft>
              <a:buClr>
                <a:schemeClr val="dk1"/>
              </a:buClr>
              <a:buSzPts val="2250"/>
              <a:buFont typeface="Arial"/>
              <a:buChar char="•"/>
              <a:defRPr sz="2250" b="0" i="0" u="none" strike="noStrike" cap="none" spc="0">
                <a:solidFill>
                  <a:schemeClr val="dk1"/>
                </a:solidFill>
                <a:latin typeface="Arial"/>
                <a:ea typeface="Arial"/>
                <a:cs typeface="Arial"/>
              </a:defRPr>
            </a:lvl4pPr>
            <a:lvl5pPr marL="2286000" marR="0" indent="-371475" algn="l">
              <a:lnSpc>
                <a:spcPct val="110000"/>
              </a:lnSpc>
              <a:spcBef>
                <a:spcPts val="1200"/>
              </a:spcBef>
              <a:spcAft>
                <a:spcPts val="0"/>
              </a:spcAft>
              <a:buClr>
                <a:schemeClr val="dk1"/>
              </a:buClr>
              <a:buSzPts val="2250"/>
              <a:buFont typeface="Arial"/>
              <a:buChar char="•"/>
              <a:defRPr sz="2250" b="0" i="0" u="none" strike="noStrike" cap="none" spc="0">
                <a:solidFill>
                  <a:schemeClr val="dk1"/>
                </a:solidFill>
                <a:latin typeface="Arial"/>
                <a:ea typeface="Arial"/>
                <a:cs typeface="Arial"/>
              </a:defRPr>
            </a:lvl5pPr>
            <a:lvl6pPr marL="2743200" marR="0" indent="-371475" algn="l">
              <a:lnSpc>
                <a:spcPct val="110000"/>
              </a:lnSpc>
              <a:spcBef>
                <a:spcPts val="1200"/>
              </a:spcBef>
              <a:spcAft>
                <a:spcPts val="0"/>
              </a:spcAft>
              <a:buClr>
                <a:schemeClr val="dk1"/>
              </a:buClr>
              <a:buSzPts val="2250"/>
              <a:buFont typeface="Arial"/>
              <a:buChar char="•"/>
              <a:defRPr sz="2250" b="0" i="0" u="none" strike="noStrike" cap="none" spc="0">
                <a:solidFill>
                  <a:schemeClr val="dk1"/>
                </a:solidFill>
                <a:latin typeface="Arial"/>
                <a:ea typeface="Arial"/>
                <a:cs typeface="Arial"/>
              </a:defRPr>
            </a:lvl6pPr>
            <a:lvl7pPr marL="3200400" marR="0" indent="-371475" algn="l">
              <a:lnSpc>
                <a:spcPct val="110000"/>
              </a:lnSpc>
              <a:spcBef>
                <a:spcPts val="1200"/>
              </a:spcBef>
              <a:spcAft>
                <a:spcPts val="0"/>
              </a:spcAft>
              <a:buClr>
                <a:schemeClr val="dk1"/>
              </a:buClr>
              <a:buSzPts val="2250"/>
              <a:buFont typeface="Arial"/>
              <a:buChar char="•"/>
              <a:defRPr sz="2250" b="0" i="0" u="none" strike="noStrike" cap="none" spc="0">
                <a:solidFill>
                  <a:schemeClr val="dk1"/>
                </a:solidFill>
                <a:latin typeface="Arial"/>
                <a:ea typeface="Arial"/>
                <a:cs typeface="Arial"/>
              </a:defRPr>
            </a:lvl7pPr>
            <a:lvl8pPr marL="3657600" marR="0" indent="-371475" algn="l">
              <a:lnSpc>
                <a:spcPct val="110000"/>
              </a:lnSpc>
              <a:spcBef>
                <a:spcPts val="1200"/>
              </a:spcBef>
              <a:spcAft>
                <a:spcPts val="0"/>
              </a:spcAft>
              <a:buClr>
                <a:schemeClr val="dk1"/>
              </a:buClr>
              <a:buSzPts val="2250"/>
              <a:buFont typeface="Arial"/>
              <a:buChar char="•"/>
              <a:defRPr sz="2250" b="0" i="0" u="none" strike="noStrike" cap="none" spc="0">
                <a:solidFill>
                  <a:schemeClr val="dk1"/>
                </a:solidFill>
                <a:latin typeface="Arial"/>
                <a:ea typeface="Arial"/>
                <a:cs typeface="Arial"/>
              </a:defRPr>
            </a:lvl8pPr>
            <a:lvl9pPr marL="4114800" marR="0" indent="-371475" algn="l">
              <a:lnSpc>
                <a:spcPct val="110000"/>
              </a:lnSpc>
              <a:spcBef>
                <a:spcPts val="1200"/>
              </a:spcBef>
              <a:spcAft>
                <a:spcPts val="1200"/>
              </a:spcAft>
              <a:buClr>
                <a:schemeClr val="dk1"/>
              </a:buClr>
              <a:buSzPts val="2250"/>
              <a:buFont typeface="Arial"/>
              <a:buChar char="•"/>
              <a:defRPr sz="2250" b="0" i="0" u="none" strike="noStrike" cap="none" spc="0">
                <a:solidFill>
                  <a:schemeClr val="dk1"/>
                </a:solidFill>
                <a:latin typeface="Arial"/>
                <a:ea typeface="Arial"/>
                <a:cs typeface="Arial"/>
              </a:defRPr>
            </a:lvl9pPr>
          </a:lstStyle>
          <a:p xmlns:a="http://schemas.openxmlformats.org/drawingml/2006/main"/>
        </p:txBody>
      </p:sp>
    </p:spTree>
  </p:cSld>
</p:sldLayout>
</file>

<file path=ppt/slideLayouts/slideLayout5.xml><?xml version="1.0" encoding="utf-8"?>
<p:sldLayout xmlns:p="http://schemas.openxmlformats.org/presentationml/2006/main" matchingName="Title and Two Column">
  <p:cSld name="Title and Two Column">
    <p:spTree>
      <p:nvGrpSpPr>
        <p:cNvPr id="1" name=""/>
        <p:cNvGrpSpPr/>
        <p:nvPr/>
      </p:nvGrpSpPr>
      <p:grpSpPr>
        <a:xfrm xmlns:a="http://schemas.openxmlformats.org/drawingml/2006/main"/>
      </p:grpSpPr>
      <p:sp>
        <p:nvSpPr>
          <p:cNvPr id="20" name="Google Shape;20;p18">
            <a:extLst xmlns:a="http://schemas.openxmlformats.org/drawingml/2006/main">
              <a:ext uri="{FF2B5EF4-FFF2-40B4-BE49-F238E27FC236}">
                <a16:creationId xmlns:a16="http://schemas.microsoft.com/office/drawing/2014/main" id="{1A58F64B-99C6-4334-9219-59D136C08D9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R="0" algn="l">
              <a:lnSpc>
                <a:spcPct val="110000"/>
              </a:lnSpc>
              <a:spcBef>
                <a:spcPts val="0"/>
              </a:spcBef>
              <a:spcAft>
                <a:spcPts val="0"/>
              </a:spcAft>
              <a:buClr>
                <a:schemeClr val="dk1"/>
              </a:buClr>
              <a:buSzPts val="3300"/>
              <a:buFont typeface="Arial"/>
              <a:buNone/>
              <a:defRPr sz="3300" b="1" i="0" u="none" strike="noStrike" cap="none" spc="0">
                <a:solidFill>
                  <a:schemeClr val="dk1"/>
                </a:solidFill>
                <a:latin typeface="Arial"/>
                <a:ea typeface="Arial"/>
                <a:cs typeface="Arial"/>
              </a:defRPr>
            </a:lvl1pPr>
            <a:lvl2pPr marR="0" algn="l">
              <a:lnSpc>
                <a:spcPct val="110000"/>
              </a:lnSpc>
              <a:spcBef>
                <a:spcPts val="0"/>
              </a:spcBef>
              <a:spcAft>
                <a:spcPts val="0"/>
              </a:spcAft>
              <a:buClr>
                <a:schemeClr val="dk1"/>
              </a:buClr>
              <a:buSzPts val="3300"/>
              <a:buFont typeface="Arial"/>
              <a:buNone/>
              <a:defRPr sz="3300" b="1" i="0" u="none" strike="noStrike" cap="none" spc="0">
                <a:solidFill>
                  <a:schemeClr val="dk1"/>
                </a:solidFill>
                <a:latin typeface="Arial"/>
                <a:ea typeface="Arial"/>
                <a:cs typeface="Arial"/>
              </a:defRPr>
            </a:lvl2pPr>
            <a:lvl3pPr marR="0" algn="l">
              <a:lnSpc>
                <a:spcPct val="110000"/>
              </a:lnSpc>
              <a:spcBef>
                <a:spcPts val="0"/>
              </a:spcBef>
              <a:spcAft>
                <a:spcPts val="0"/>
              </a:spcAft>
              <a:buClr>
                <a:schemeClr val="dk1"/>
              </a:buClr>
              <a:buSzPts val="3300"/>
              <a:buFont typeface="Arial"/>
              <a:buNone/>
              <a:defRPr sz="3300" b="1" i="0" u="none" strike="noStrike" cap="none" spc="0">
                <a:solidFill>
                  <a:schemeClr val="dk1"/>
                </a:solidFill>
                <a:latin typeface="Arial"/>
                <a:ea typeface="Arial"/>
                <a:cs typeface="Arial"/>
              </a:defRPr>
            </a:lvl3pPr>
            <a:lvl4pPr marR="0" algn="l">
              <a:lnSpc>
                <a:spcPct val="110000"/>
              </a:lnSpc>
              <a:spcBef>
                <a:spcPts val="0"/>
              </a:spcBef>
              <a:spcAft>
                <a:spcPts val="0"/>
              </a:spcAft>
              <a:buClr>
                <a:schemeClr val="dk1"/>
              </a:buClr>
              <a:buSzPts val="3300"/>
              <a:buFont typeface="Arial"/>
              <a:buNone/>
              <a:defRPr sz="3300" b="1" i="0" u="none" strike="noStrike" cap="none" spc="0">
                <a:solidFill>
                  <a:schemeClr val="dk1"/>
                </a:solidFill>
                <a:latin typeface="Arial"/>
                <a:ea typeface="Arial"/>
                <a:cs typeface="Arial"/>
              </a:defRPr>
            </a:lvl4pPr>
            <a:lvl5pPr marR="0" algn="l">
              <a:lnSpc>
                <a:spcPct val="110000"/>
              </a:lnSpc>
              <a:spcBef>
                <a:spcPts val="0"/>
              </a:spcBef>
              <a:spcAft>
                <a:spcPts val="0"/>
              </a:spcAft>
              <a:buClr>
                <a:schemeClr val="dk1"/>
              </a:buClr>
              <a:buSzPts val="3300"/>
              <a:buFont typeface="Arial"/>
              <a:buNone/>
              <a:defRPr sz="3300" b="1" i="0" u="none" strike="noStrike" cap="none" spc="0">
                <a:solidFill>
                  <a:schemeClr val="dk1"/>
                </a:solidFill>
                <a:latin typeface="Arial"/>
                <a:ea typeface="Arial"/>
                <a:cs typeface="Arial"/>
              </a:defRPr>
            </a:lvl5pPr>
            <a:lvl6pPr marR="0" algn="l">
              <a:lnSpc>
                <a:spcPct val="110000"/>
              </a:lnSpc>
              <a:spcBef>
                <a:spcPts val="0"/>
              </a:spcBef>
              <a:spcAft>
                <a:spcPts val="0"/>
              </a:spcAft>
              <a:buClr>
                <a:schemeClr val="dk1"/>
              </a:buClr>
              <a:buSzPts val="3300"/>
              <a:buFont typeface="Arial"/>
              <a:buNone/>
              <a:defRPr sz="3300" b="1" i="0" u="none" strike="noStrike" cap="none" spc="0">
                <a:solidFill>
                  <a:schemeClr val="dk1"/>
                </a:solidFill>
                <a:latin typeface="Arial"/>
                <a:ea typeface="Arial"/>
                <a:cs typeface="Arial"/>
              </a:defRPr>
            </a:lvl6pPr>
            <a:lvl7pPr marR="0" algn="l">
              <a:lnSpc>
                <a:spcPct val="110000"/>
              </a:lnSpc>
              <a:spcBef>
                <a:spcPts val="0"/>
              </a:spcBef>
              <a:spcAft>
                <a:spcPts val="0"/>
              </a:spcAft>
              <a:buClr>
                <a:schemeClr val="dk1"/>
              </a:buClr>
              <a:buSzPts val="3300"/>
              <a:buFont typeface="Arial"/>
              <a:buNone/>
              <a:defRPr sz="3300" b="1" i="0" u="none" strike="noStrike" cap="none" spc="0">
                <a:solidFill>
                  <a:schemeClr val="dk1"/>
                </a:solidFill>
                <a:latin typeface="Arial"/>
                <a:ea typeface="Arial"/>
                <a:cs typeface="Arial"/>
              </a:defRPr>
            </a:lvl7pPr>
            <a:lvl8pPr marR="0" algn="l">
              <a:lnSpc>
                <a:spcPct val="110000"/>
              </a:lnSpc>
              <a:spcBef>
                <a:spcPts val="0"/>
              </a:spcBef>
              <a:spcAft>
                <a:spcPts val="0"/>
              </a:spcAft>
              <a:buClr>
                <a:schemeClr val="dk1"/>
              </a:buClr>
              <a:buSzPts val="3300"/>
              <a:buFont typeface="Arial"/>
              <a:buNone/>
              <a:defRPr sz="3300" b="1" i="0" u="none" strike="noStrike" cap="none" spc="0">
                <a:solidFill>
                  <a:schemeClr val="dk1"/>
                </a:solidFill>
                <a:latin typeface="Arial"/>
                <a:ea typeface="Arial"/>
                <a:cs typeface="Arial"/>
              </a:defRPr>
            </a:lvl8pPr>
            <a:lvl9pPr marR="0" algn="l">
              <a:lnSpc>
                <a:spcPct val="110000"/>
              </a:lnSpc>
              <a:spcBef>
                <a:spcPts val="0"/>
              </a:spcBef>
              <a:spcAft>
                <a:spcPts val="0"/>
              </a:spcAft>
              <a:buClr>
                <a:schemeClr val="dk1"/>
              </a:buClr>
              <a:buSzPts val="3300"/>
              <a:buFont typeface="Arial"/>
              <a:buNone/>
              <a:defRPr sz="3300" b="1" i="0" u="none" strike="noStrike" cap="none" spc="0">
                <a:solidFill>
                  <a:schemeClr val="dk1"/>
                </a:solidFill>
                <a:latin typeface="Arial"/>
                <a:ea typeface="Arial"/>
                <a:cs typeface="Arial"/>
              </a:defRPr>
            </a:lvl9pPr>
          </a:lstStyle>
          <a:p xmlns:a="http://schemas.openxmlformats.org/drawingml/2006/main"/>
        </p:txBody>
      </p:sp>
      <p:sp>
        <p:nvSpPr>
          <p:cNvPr id="21" name="Google Shape;21;p18">
            <a:extLst xmlns:a="http://schemas.openxmlformats.org/drawingml/2006/main">
              <a:ext uri="{FF2B5EF4-FFF2-40B4-BE49-F238E27FC236}">
                <a16:creationId xmlns:a16="http://schemas.microsoft.com/office/drawing/2014/main" id="{FF04B948-36B5-4843-BBA0-56AAA5D2BDD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L="457200" marR="0" indent="-361950" algn="l">
              <a:lnSpc>
                <a:spcPct val="110000"/>
              </a:lnSpc>
              <a:spcBef>
                <a:spcPts val="0"/>
              </a:spcBef>
              <a:spcAft>
                <a:spcPts val="0"/>
              </a:spcAft>
              <a:buClr>
                <a:schemeClr val="dk1"/>
              </a:buClr>
              <a:buSzPts val="2100"/>
              <a:buFont typeface="Arial"/>
              <a:buChar char="•"/>
              <a:defRPr sz="2100" b="0" i="0" u="none" strike="noStrike" cap="none" spc="0">
                <a:solidFill>
                  <a:schemeClr val="dk1"/>
                </a:solidFill>
                <a:latin typeface="Arial"/>
                <a:ea typeface="Arial"/>
                <a:cs typeface="Arial"/>
              </a:defRPr>
            </a:lvl1pPr>
            <a:lvl2pPr marL="914400" marR="0" indent="-361950" algn="l">
              <a:lnSpc>
                <a:spcPct val="110000"/>
              </a:lnSpc>
              <a:spcBef>
                <a:spcPts val="1200"/>
              </a:spcBef>
              <a:spcAft>
                <a:spcPts val="0"/>
              </a:spcAft>
              <a:buClr>
                <a:schemeClr val="dk1"/>
              </a:buClr>
              <a:buSzPts val="2100"/>
              <a:buFont typeface="Arial"/>
              <a:buChar char="•"/>
              <a:defRPr sz="2100" b="0" i="0" u="none" strike="noStrike" cap="none" spc="0">
                <a:solidFill>
                  <a:schemeClr val="dk1"/>
                </a:solidFill>
                <a:latin typeface="Arial"/>
                <a:ea typeface="Arial"/>
                <a:cs typeface="Arial"/>
              </a:defRPr>
            </a:lvl2pPr>
            <a:lvl3pPr marL="1371600" marR="0" indent="-361950" algn="l">
              <a:lnSpc>
                <a:spcPct val="110000"/>
              </a:lnSpc>
              <a:spcBef>
                <a:spcPts val="1200"/>
              </a:spcBef>
              <a:spcAft>
                <a:spcPts val="0"/>
              </a:spcAft>
              <a:buClr>
                <a:schemeClr val="dk1"/>
              </a:buClr>
              <a:buSzPts val="2100"/>
              <a:buFont typeface="Arial"/>
              <a:buChar char="•"/>
              <a:defRPr sz="2100" b="0" i="0" u="none" strike="noStrike" cap="none" spc="0">
                <a:solidFill>
                  <a:schemeClr val="dk1"/>
                </a:solidFill>
                <a:latin typeface="Arial"/>
                <a:ea typeface="Arial"/>
                <a:cs typeface="Arial"/>
              </a:defRPr>
            </a:lvl3pPr>
            <a:lvl4pPr marL="1828800" marR="0" indent="-361950" algn="l">
              <a:lnSpc>
                <a:spcPct val="110000"/>
              </a:lnSpc>
              <a:spcBef>
                <a:spcPts val="1200"/>
              </a:spcBef>
              <a:spcAft>
                <a:spcPts val="0"/>
              </a:spcAft>
              <a:buClr>
                <a:schemeClr val="dk1"/>
              </a:buClr>
              <a:buSzPts val="2100"/>
              <a:buFont typeface="Arial"/>
              <a:buChar char="•"/>
              <a:defRPr sz="2100" b="0" i="0" u="none" strike="noStrike" cap="none" spc="0">
                <a:solidFill>
                  <a:schemeClr val="dk1"/>
                </a:solidFill>
                <a:latin typeface="Arial"/>
                <a:ea typeface="Arial"/>
                <a:cs typeface="Arial"/>
              </a:defRPr>
            </a:lvl4pPr>
            <a:lvl5pPr marL="2286000" marR="0" indent="-361950" algn="l">
              <a:lnSpc>
                <a:spcPct val="110000"/>
              </a:lnSpc>
              <a:spcBef>
                <a:spcPts val="1200"/>
              </a:spcBef>
              <a:spcAft>
                <a:spcPts val="0"/>
              </a:spcAft>
              <a:buClr>
                <a:schemeClr val="dk1"/>
              </a:buClr>
              <a:buSzPts val="2100"/>
              <a:buFont typeface="Arial"/>
              <a:buChar char="•"/>
              <a:defRPr sz="2100" b="0" i="0" u="none" strike="noStrike" cap="none" spc="0">
                <a:solidFill>
                  <a:schemeClr val="dk1"/>
                </a:solidFill>
                <a:latin typeface="Arial"/>
                <a:ea typeface="Arial"/>
                <a:cs typeface="Arial"/>
              </a:defRPr>
            </a:lvl5pPr>
            <a:lvl6pPr marL="2743200" marR="0" indent="-361950" algn="l">
              <a:lnSpc>
                <a:spcPct val="110000"/>
              </a:lnSpc>
              <a:spcBef>
                <a:spcPts val="1200"/>
              </a:spcBef>
              <a:spcAft>
                <a:spcPts val="0"/>
              </a:spcAft>
              <a:buClr>
                <a:schemeClr val="dk1"/>
              </a:buClr>
              <a:buSzPts val="2100"/>
              <a:buFont typeface="Arial"/>
              <a:buChar char="•"/>
              <a:defRPr sz="2100" b="0" i="0" u="none" strike="noStrike" cap="none" spc="0">
                <a:solidFill>
                  <a:schemeClr val="dk1"/>
                </a:solidFill>
                <a:latin typeface="Arial"/>
                <a:ea typeface="Arial"/>
                <a:cs typeface="Arial"/>
              </a:defRPr>
            </a:lvl6pPr>
            <a:lvl7pPr marL="3200400" marR="0" indent="-361950" algn="l">
              <a:lnSpc>
                <a:spcPct val="110000"/>
              </a:lnSpc>
              <a:spcBef>
                <a:spcPts val="1200"/>
              </a:spcBef>
              <a:spcAft>
                <a:spcPts val="0"/>
              </a:spcAft>
              <a:buClr>
                <a:schemeClr val="dk1"/>
              </a:buClr>
              <a:buSzPts val="2100"/>
              <a:buFont typeface="Arial"/>
              <a:buChar char="•"/>
              <a:defRPr sz="2100" b="0" i="0" u="none" strike="noStrike" cap="none" spc="0">
                <a:solidFill>
                  <a:schemeClr val="dk1"/>
                </a:solidFill>
                <a:latin typeface="Arial"/>
                <a:ea typeface="Arial"/>
                <a:cs typeface="Arial"/>
              </a:defRPr>
            </a:lvl7pPr>
            <a:lvl8pPr marL="3657600" marR="0" indent="-361950" algn="l">
              <a:lnSpc>
                <a:spcPct val="110000"/>
              </a:lnSpc>
              <a:spcBef>
                <a:spcPts val="1200"/>
              </a:spcBef>
              <a:spcAft>
                <a:spcPts val="0"/>
              </a:spcAft>
              <a:buClr>
                <a:schemeClr val="dk1"/>
              </a:buClr>
              <a:buSzPts val="2100"/>
              <a:buFont typeface="Arial"/>
              <a:buChar char="•"/>
              <a:defRPr sz="2100" b="0" i="0" u="none" strike="noStrike" cap="none" spc="0">
                <a:solidFill>
                  <a:schemeClr val="dk1"/>
                </a:solidFill>
                <a:latin typeface="Arial"/>
                <a:ea typeface="Arial"/>
                <a:cs typeface="Arial"/>
              </a:defRPr>
            </a:lvl8pPr>
            <a:lvl9pPr marL="4114800" marR="0" indent="-361950" algn="l">
              <a:lnSpc>
                <a:spcPct val="110000"/>
              </a:lnSpc>
              <a:spcBef>
                <a:spcPts val="1200"/>
              </a:spcBef>
              <a:spcAft>
                <a:spcPts val="1200"/>
              </a:spcAft>
              <a:buClr>
                <a:schemeClr val="dk1"/>
              </a:buClr>
              <a:buSzPts val="2100"/>
              <a:buFont typeface="Arial"/>
              <a:buChar char="•"/>
              <a:defRPr sz="2100" b="0" i="0" u="none" strike="noStrike" cap="none" spc="0">
                <a:solidFill>
                  <a:schemeClr val="dk1"/>
                </a:solidFill>
                <a:latin typeface="Arial"/>
                <a:ea typeface="Arial"/>
                <a:cs typeface="Arial"/>
              </a:defRPr>
            </a:lvl9pPr>
          </a:lstStyle>
          <a:p xmlns:a="http://schemas.openxmlformats.org/drawingml/2006/main"/>
        </p:txBody>
      </p:sp>
      <p:sp>
        <p:nvSpPr>
          <p:cNvPr id="22" name="Google Shape;22;p18">
            <a:extLst xmlns:a="http://schemas.openxmlformats.org/drawingml/2006/main">
              <a:ext uri="{FF2B5EF4-FFF2-40B4-BE49-F238E27FC236}">
                <a16:creationId xmlns:a16="http://schemas.microsoft.com/office/drawing/2014/main" id="{66F8199E-5F96-4F51-8322-559D30321E6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L="457200" marR="0" indent="-361950" algn="l">
              <a:lnSpc>
                <a:spcPct val="110000"/>
              </a:lnSpc>
              <a:spcBef>
                <a:spcPts val="0"/>
              </a:spcBef>
              <a:spcAft>
                <a:spcPts val="0"/>
              </a:spcAft>
              <a:buClr>
                <a:schemeClr val="dk1"/>
              </a:buClr>
              <a:buSzPts val="2100"/>
              <a:buFont typeface="Arial"/>
              <a:buChar char="•"/>
              <a:defRPr sz="2100" b="0" i="0" u="none" strike="noStrike" cap="none" spc="0">
                <a:solidFill>
                  <a:schemeClr val="dk1"/>
                </a:solidFill>
                <a:latin typeface="Arial"/>
                <a:ea typeface="Arial"/>
                <a:cs typeface="Arial"/>
              </a:defRPr>
            </a:lvl1pPr>
            <a:lvl2pPr marL="914400" marR="0" indent="-361950" algn="l">
              <a:lnSpc>
                <a:spcPct val="110000"/>
              </a:lnSpc>
              <a:spcBef>
                <a:spcPts val="1200"/>
              </a:spcBef>
              <a:spcAft>
                <a:spcPts val="0"/>
              </a:spcAft>
              <a:buClr>
                <a:schemeClr val="dk1"/>
              </a:buClr>
              <a:buSzPts val="2100"/>
              <a:buFont typeface="Arial"/>
              <a:buChar char="•"/>
              <a:defRPr sz="2100" b="0" i="0" u="none" strike="noStrike" cap="none" spc="0">
                <a:solidFill>
                  <a:schemeClr val="dk1"/>
                </a:solidFill>
                <a:latin typeface="Arial"/>
                <a:ea typeface="Arial"/>
                <a:cs typeface="Arial"/>
              </a:defRPr>
            </a:lvl2pPr>
            <a:lvl3pPr marL="1371600" marR="0" indent="-361950" algn="l">
              <a:lnSpc>
                <a:spcPct val="110000"/>
              </a:lnSpc>
              <a:spcBef>
                <a:spcPts val="1200"/>
              </a:spcBef>
              <a:spcAft>
                <a:spcPts val="0"/>
              </a:spcAft>
              <a:buClr>
                <a:schemeClr val="dk1"/>
              </a:buClr>
              <a:buSzPts val="2100"/>
              <a:buFont typeface="Arial"/>
              <a:buChar char="•"/>
              <a:defRPr sz="2100" b="0" i="0" u="none" strike="noStrike" cap="none" spc="0">
                <a:solidFill>
                  <a:schemeClr val="dk1"/>
                </a:solidFill>
                <a:latin typeface="Arial"/>
                <a:ea typeface="Arial"/>
                <a:cs typeface="Arial"/>
              </a:defRPr>
            </a:lvl3pPr>
            <a:lvl4pPr marL="1828800" marR="0" indent="-361950" algn="l">
              <a:lnSpc>
                <a:spcPct val="110000"/>
              </a:lnSpc>
              <a:spcBef>
                <a:spcPts val="1200"/>
              </a:spcBef>
              <a:spcAft>
                <a:spcPts val="0"/>
              </a:spcAft>
              <a:buClr>
                <a:schemeClr val="dk1"/>
              </a:buClr>
              <a:buSzPts val="2100"/>
              <a:buFont typeface="Arial"/>
              <a:buChar char="•"/>
              <a:defRPr sz="2100" b="0" i="0" u="none" strike="noStrike" cap="none" spc="0">
                <a:solidFill>
                  <a:schemeClr val="dk1"/>
                </a:solidFill>
                <a:latin typeface="Arial"/>
                <a:ea typeface="Arial"/>
                <a:cs typeface="Arial"/>
              </a:defRPr>
            </a:lvl4pPr>
            <a:lvl5pPr marL="2286000" marR="0" indent="-361950" algn="l">
              <a:lnSpc>
                <a:spcPct val="110000"/>
              </a:lnSpc>
              <a:spcBef>
                <a:spcPts val="1200"/>
              </a:spcBef>
              <a:spcAft>
                <a:spcPts val="0"/>
              </a:spcAft>
              <a:buClr>
                <a:schemeClr val="dk1"/>
              </a:buClr>
              <a:buSzPts val="2100"/>
              <a:buFont typeface="Arial"/>
              <a:buChar char="•"/>
              <a:defRPr sz="2100" b="0" i="0" u="none" strike="noStrike" cap="none" spc="0">
                <a:solidFill>
                  <a:schemeClr val="dk1"/>
                </a:solidFill>
                <a:latin typeface="Arial"/>
                <a:ea typeface="Arial"/>
                <a:cs typeface="Arial"/>
              </a:defRPr>
            </a:lvl5pPr>
            <a:lvl6pPr marL="2743200" marR="0" indent="-361950" algn="l">
              <a:lnSpc>
                <a:spcPct val="110000"/>
              </a:lnSpc>
              <a:spcBef>
                <a:spcPts val="1200"/>
              </a:spcBef>
              <a:spcAft>
                <a:spcPts val="0"/>
              </a:spcAft>
              <a:buClr>
                <a:schemeClr val="dk1"/>
              </a:buClr>
              <a:buSzPts val="2100"/>
              <a:buFont typeface="Arial"/>
              <a:buChar char="•"/>
              <a:defRPr sz="2100" b="0" i="0" u="none" strike="noStrike" cap="none" spc="0">
                <a:solidFill>
                  <a:schemeClr val="dk1"/>
                </a:solidFill>
                <a:latin typeface="Arial"/>
                <a:ea typeface="Arial"/>
                <a:cs typeface="Arial"/>
              </a:defRPr>
            </a:lvl6pPr>
            <a:lvl7pPr marL="3200400" marR="0" indent="-361950" algn="l">
              <a:lnSpc>
                <a:spcPct val="110000"/>
              </a:lnSpc>
              <a:spcBef>
                <a:spcPts val="1200"/>
              </a:spcBef>
              <a:spcAft>
                <a:spcPts val="0"/>
              </a:spcAft>
              <a:buClr>
                <a:schemeClr val="dk1"/>
              </a:buClr>
              <a:buSzPts val="2100"/>
              <a:buFont typeface="Arial"/>
              <a:buChar char="•"/>
              <a:defRPr sz="2100" b="0" i="0" u="none" strike="noStrike" cap="none" spc="0">
                <a:solidFill>
                  <a:schemeClr val="dk1"/>
                </a:solidFill>
                <a:latin typeface="Arial"/>
                <a:ea typeface="Arial"/>
                <a:cs typeface="Arial"/>
              </a:defRPr>
            </a:lvl7pPr>
            <a:lvl8pPr marL="3657600" marR="0" indent="-361950" algn="l">
              <a:lnSpc>
                <a:spcPct val="110000"/>
              </a:lnSpc>
              <a:spcBef>
                <a:spcPts val="1200"/>
              </a:spcBef>
              <a:spcAft>
                <a:spcPts val="0"/>
              </a:spcAft>
              <a:buClr>
                <a:schemeClr val="dk1"/>
              </a:buClr>
              <a:buSzPts val="2100"/>
              <a:buFont typeface="Arial"/>
              <a:buChar char="•"/>
              <a:defRPr sz="2100" b="0" i="0" u="none" strike="noStrike" cap="none" spc="0">
                <a:solidFill>
                  <a:schemeClr val="dk1"/>
                </a:solidFill>
                <a:latin typeface="Arial"/>
                <a:ea typeface="Arial"/>
                <a:cs typeface="Arial"/>
              </a:defRPr>
            </a:lvl8pPr>
            <a:lvl9pPr marL="4114800" marR="0" indent="-361950" algn="l">
              <a:lnSpc>
                <a:spcPct val="110000"/>
              </a:lnSpc>
              <a:spcBef>
                <a:spcPts val="1200"/>
              </a:spcBef>
              <a:spcAft>
                <a:spcPts val="1200"/>
              </a:spcAft>
              <a:buClr>
                <a:schemeClr val="dk1"/>
              </a:buClr>
              <a:buSzPts val="2100"/>
              <a:buFont typeface="Arial"/>
              <a:buChar char="•"/>
              <a:defRPr sz="2100" b="0" i="0" u="none" strike="noStrike" cap="none" spc="0">
                <a:solidFill>
                  <a:schemeClr val="dk1"/>
                </a:solidFill>
                <a:latin typeface="Arial"/>
                <a:ea typeface="Arial"/>
                <a:cs typeface="Arial"/>
              </a:defRPr>
            </a:lvl9pPr>
          </a:lstStyle>
          <a:p xmlns:a="http://schemas.openxmlformats.org/drawingml/2006/main"/>
        </p:txBody>
      </p:sp>
    </p:spTree>
  </p:cSld>
</p:sldLayout>
</file>

<file path=ppt/slideLayouts/slideLayout6.xml><?xml version="1.0" encoding="utf-8"?>
<p:sldLayout xmlns:p="http://schemas.openxmlformats.org/presentationml/2006/main" matchingName="Title and One Column">
  <p:cSld name="Title and One Column">
    <p:spTree>
      <p:nvGrpSpPr>
        <p:cNvPr id="1" name=""/>
        <p:cNvGrpSpPr/>
        <p:nvPr/>
      </p:nvGrpSpPr>
      <p:grpSpPr>
        <a:xfrm xmlns:a="http://schemas.openxmlformats.org/drawingml/2006/main"/>
      </p:grpSpPr>
      <p:sp>
        <p:nvSpPr>
          <p:cNvPr id="24" name="Google Shape;24;p19">
            <a:extLst xmlns:a="http://schemas.openxmlformats.org/drawingml/2006/main">
              <a:ext uri="{FF2B5EF4-FFF2-40B4-BE49-F238E27FC236}">
                <a16:creationId xmlns:a16="http://schemas.microsoft.com/office/drawing/2014/main" id="{011CFD68-485C-4857-997D-9927B3AF10B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R="0" algn="l">
              <a:lnSpc>
                <a:spcPct val="110000"/>
              </a:lnSpc>
              <a:spcBef>
                <a:spcPts val="0"/>
              </a:spcBef>
              <a:spcAft>
                <a:spcPts val="0"/>
              </a:spcAft>
              <a:buClr>
                <a:schemeClr val="dk1"/>
              </a:buClr>
              <a:buSzPts val="3300"/>
              <a:buFont typeface="Arial"/>
              <a:buNone/>
              <a:defRPr sz="3300" b="1" i="0" u="none" strike="noStrike" cap="none" spc="0">
                <a:solidFill>
                  <a:schemeClr val="dk1"/>
                </a:solidFill>
                <a:latin typeface="Arial"/>
                <a:ea typeface="Arial"/>
                <a:cs typeface="Arial"/>
              </a:defRPr>
            </a:lvl1pPr>
            <a:lvl2pPr marR="0" algn="l">
              <a:lnSpc>
                <a:spcPct val="110000"/>
              </a:lnSpc>
              <a:spcBef>
                <a:spcPts val="0"/>
              </a:spcBef>
              <a:spcAft>
                <a:spcPts val="0"/>
              </a:spcAft>
              <a:buClr>
                <a:schemeClr val="dk1"/>
              </a:buClr>
              <a:buSzPts val="3300"/>
              <a:buFont typeface="Arial"/>
              <a:buNone/>
              <a:defRPr sz="3300" b="1" i="0" u="none" strike="noStrike" cap="none" spc="0">
                <a:solidFill>
                  <a:schemeClr val="dk1"/>
                </a:solidFill>
                <a:latin typeface="Arial"/>
                <a:ea typeface="Arial"/>
                <a:cs typeface="Arial"/>
              </a:defRPr>
            </a:lvl2pPr>
            <a:lvl3pPr marR="0" algn="l">
              <a:lnSpc>
                <a:spcPct val="110000"/>
              </a:lnSpc>
              <a:spcBef>
                <a:spcPts val="0"/>
              </a:spcBef>
              <a:spcAft>
                <a:spcPts val="0"/>
              </a:spcAft>
              <a:buClr>
                <a:schemeClr val="dk1"/>
              </a:buClr>
              <a:buSzPts val="3300"/>
              <a:buFont typeface="Arial"/>
              <a:buNone/>
              <a:defRPr sz="3300" b="1" i="0" u="none" strike="noStrike" cap="none" spc="0">
                <a:solidFill>
                  <a:schemeClr val="dk1"/>
                </a:solidFill>
                <a:latin typeface="Arial"/>
                <a:ea typeface="Arial"/>
                <a:cs typeface="Arial"/>
              </a:defRPr>
            </a:lvl3pPr>
            <a:lvl4pPr marR="0" algn="l">
              <a:lnSpc>
                <a:spcPct val="110000"/>
              </a:lnSpc>
              <a:spcBef>
                <a:spcPts val="0"/>
              </a:spcBef>
              <a:spcAft>
                <a:spcPts val="0"/>
              </a:spcAft>
              <a:buClr>
                <a:schemeClr val="dk1"/>
              </a:buClr>
              <a:buSzPts val="3300"/>
              <a:buFont typeface="Arial"/>
              <a:buNone/>
              <a:defRPr sz="3300" b="1" i="0" u="none" strike="noStrike" cap="none" spc="0">
                <a:solidFill>
                  <a:schemeClr val="dk1"/>
                </a:solidFill>
                <a:latin typeface="Arial"/>
                <a:ea typeface="Arial"/>
                <a:cs typeface="Arial"/>
              </a:defRPr>
            </a:lvl4pPr>
            <a:lvl5pPr marR="0" algn="l">
              <a:lnSpc>
                <a:spcPct val="110000"/>
              </a:lnSpc>
              <a:spcBef>
                <a:spcPts val="0"/>
              </a:spcBef>
              <a:spcAft>
                <a:spcPts val="0"/>
              </a:spcAft>
              <a:buClr>
                <a:schemeClr val="dk1"/>
              </a:buClr>
              <a:buSzPts val="3300"/>
              <a:buFont typeface="Arial"/>
              <a:buNone/>
              <a:defRPr sz="3300" b="1" i="0" u="none" strike="noStrike" cap="none" spc="0">
                <a:solidFill>
                  <a:schemeClr val="dk1"/>
                </a:solidFill>
                <a:latin typeface="Arial"/>
                <a:ea typeface="Arial"/>
                <a:cs typeface="Arial"/>
              </a:defRPr>
            </a:lvl5pPr>
            <a:lvl6pPr marR="0" algn="l">
              <a:lnSpc>
                <a:spcPct val="110000"/>
              </a:lnSpc>
              <a:spcBef>
                <a:spcPts val="0"/>
              </a:spcBef>
              <a:spcAft>
                <a:spcPts val="0"/>
              </a:spcAft>
              <a:buClr>
                <a:schemeClr val="dk1"/>
              </a:buClr>
              <a:buSzPts val="3300"/>
              <a:buFont typeface="Arial"/>
              <a:buNone/>
              <a:defRPr sz="3300" b="1" i="0" u="none" strike="noStrike" cap="none" spc="0">
                <a:solidFill>
                  <a:schemeClr val="dk1"/>
                </a:solidFill>
                <a:latin typeface="Arial"/>
                <a:ea typeface="Arial"/>
                <a:cs typeface="Arial"/>
              </a:defRPr>
            </a:lvl6pPr>
            <a:lvl7pPr marR="0" algn="l">
              <a:lnSpc>
                <a:spcPct val="110000"/>
              </a:lnSpc>
              <a:spcBef>
                <a:spcPts val="0"/>
              </a:spcBef>
              <a:spcAft>
                <a:spcPts val="0"/>
              </a:spcAft>
              <a:buClr>
                <a:schemeClr val="dk1"/>
              </a:buClr>
              <a:buSzPts val="3300"/>
              <a:buFont typeface="Arial"/>
              <a:buNone/>
              <a:defRPr sz="3300" b="1" i="0" u="none" strike="noStrike" cap="none" spc="0">
                <a:solidFill>
                  <a:schemeClr val="dk1"/>
                </a:solidFill>
                <a:latin typeface="Arial"/>
                <a:ea typeface="Arial"/>
                <a:cs typeface="Arial"/>
              </a:defRPr>
            </a:lvl7pPr>
            <a:lvl8pPr marR="0" algn="l">
              <a:lnSpc>
                <a:spcPct val="110000"/>
              </a:lnSpc>
              <a:spcBef>
                <a:spcPts val="0"/>
              </a:spcBef>
              <a:spcAft>
                <a:spcPts val="0"/>
              </a:spcAft>
              <a:buClr>
                <a:schemeClr val="dk1"/>
              </a:buClr>
              <a:buSzPts val="3300"/>
              <a:buFont typeface="Arial"/>
              <a:buNone/>
              <a:defRPr sz="3300" b="1" i="0" u="none" strike="noStrike" cap="none" spc="0">
                <a:solidFill>
                  <a:schemeClr val="dk1"/>
                </a:solidFill>
                <a:latin typeface="Arial"/>
                <a:ea typeface="Arial"/>
                <a:cs typeface="Arial"/>
              </a:defRPr>
            </a:lvl8pPr>
            <a:lvl9pPr marR="0" algn="l">
              <a:lnSpc>
                <a:spcPct val="110000"/>
              </a:lnSpc>
              <a:spcBef>
                <a:spcPts val="0"/>
              </a:spcBef>
              <a:spcAft>
                <a:spcPts val="0"/>
              </a:spcAft>
              <a:buClr>
                <a:schemeClr val="dk1"/>
              </a:buClr>
              <a:buSzPts val="3300"/>
              <a:buFont typeface="Arial"/>
              <a:buNone/>
              <a:defRPr sz="3300" b="1" i="0" u="none" strike="noStrike" cap="none" spc="0">
                <a:solidFill>
                  <a:schemeClr val="dk1"/>
                </a:solidFill>
                <a:latin typeface="Arial"/>
                <a:ea typeface="Arial"/>
                <a:cs typeface="Arial"/>
              </a:defRPr>
            </a:lvl9pPr>
          </a:lstStyle>
          <a:p xmlns:a="http://schemas.openxmlformats.org/drawingml/2006/main"/>
        </p:txBody>
      </p:sp>
      <p:sp>
        <p:nvSpPr>
          <p:cNvPr id="25" name="Google Shape;25;p19">
            <a:extLst xmlns:a="http://schemas.openxmlformats.org/drawingml/2006/main">
              <a:ext uri="{FF2B5EF4-FFF2-40B4-BE49-F238E27FC236}">
                <a16:creationId xmlns:a16="http://schemas.microsoft.com/office/drawing/2014/main" id="{208B703B-AFDE-4171-946A-0A7EAC8CD5E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L="457200" marR="0" indent="-371475" algn="l">
              <a:lnSpc>
                <a:spcPct val="110000"/>
              </a:lnSpc>
              <a:spcBef>
                <a:spcPts val="0"/>
              </a:spcBef>
              <a:spcAft>
                <a:spcPts val="0"/>
              </a:spcAft>
              <a:buClr>
                <a:schemeClr val="dk1"/>
              </a:buClr>
              <a:buSzPts val="2250"/>
              <a:buFont typeface="Arial"/>
              <a:buChar char="•"/>
              <a:defRPr sz="2250" b="0" i="0" u="none" strike="noStrike" cap="none" spc="0">
                <a:solidFill>
                  <a:schemeClr val="dk1"/>
                </a:solidFill>
                <a:latin typeface="Arial"/>
                <a:ea typeface="Arial"/>
                <a:cs typeface="Arial"/>
              </a:defRPr>
            </a:lvl1pPr>
            <a:lvl2pPr marL="914400" marR="0" indent="-371475" algn="l">
              <a:lnSpc>
                <a:spcPct val="110000"/>
              </a:lnSpc>
              <a:spcBef>
                <a:spcPts val="1200"/>
              </a:spcBef>
              <a:spcAft>
                <a:spcPts val="0"/>
              </a:spcAft>
              <a:buClr>
                <a:schemeClr val="dk1"/>
              </a:buClr>
              <a:buSzPts val="2250"/>
              <a:buFont typeface="Arial"/>
              <a:buChar char="•"/>
              <a:defRPr sz="2250" b="0" i="0" u="none" strike="noStrike" cap="none" spc="0">
                <a:solidFill>
                  <a:schemeClr val="dk1"/>
                </a:solidFill>
                <a:latin typeface="Arial"/>
                <a:ea typeface="Arial"/>
                <a:cs typeface="Arial"/>
              </a:defRPr>
            </a:lvl2pPr>
            <a:lvl3pPr marL="1371600" marR="0" indent="-371475" algn="l">
              <a:lnSpc>
                <a:spcPct val="110000"/>
              </a:lnSpc>
              <a:spcBef>
                <a:spcPts val="1200"/>
              </a:spcBef>
              <a:spcAft>
                <a:spcPts val="0"/>
              </a:spcAft>
              <a:buClr>
                <a:schemeClr val="dk1"/>
              </a:buClr>
              <a:buSzPts val="2250"/>
              <a:buFont typeface="Arial"/>
              <a:buChar char="•"/>
              <a:defRPr sz="2250" b="0" i="0" u="none" strike="noStrike" cap="none" spc="0">
                <a:solidFill>
                  <a:schemeClr val="dk1"/>
                </a:solidFill>
                <a:latin typeface="Arial"/>
                <a:ea typeface="Arial"/>
                <a:cs typeface="Arial"/>
              </a:defRPr>
            </a:lvl3pPr>
            <a:lvl4pPr marL="1828800" marR="0" indent="-371475" algn="l">
              <a:lnSpc>
                <a:spcPct val="110000"/>
              </a:lnSpc>
              <a:spcBef>
                <a:spcPts val="1200"/>
              </a:spcBef>
              <a:spcAft>
                <a:spcPts val="0"/>
              </a:spcAft>
              <a:buClr>
                <a:schemeClr val="dk1"/>
              </a:buClr>
              <a:buSzPts val="2250"/>
              <a:buFont typeface="Arial"/>
              <a:buChar char="•"/>
              <a:defRPr sz="2250" b="0" i="0" u="none" strike="noStrike" cap="none" spc="0">
                <a:solidFill>
                  <a:schemeClr val="dk1"/>
                </a:solidFill>
                <a:latin typeface="Arial"/>
                <a:ea typeface="Arial"/>
                <a:cs typeface="Arial"/>
              </a:defRPr>
            </a:lvl4pPr>
            <a:lvl5pPr marL="2286000" marR="0" indent="-371475" algn="l">
              <a:lnSpc>
                <a:spcPct val="110000"/>
              </a:lnSpc>
              <a:spcBef>
                <a:spcPts val="1200"/>
              </a:spcBef>
              <a:spcAft>
                <a:spcPts val="0"/>
              </a:spcAft>
              <a:buClr>
                <a:schemeClr val="dk1"/>
              </a:buClr>
              <a:buSzPts val="2250"/>
              <a:buFont typeface="Arial"/>
              <a:buChar char="•"/>
              <a:defRPr sz="2250" b="0" i="0" u="none" strike="noStrike" cap="none" spc="0">
                <a:solidFill>
                  <a:schemeClr val="dk1"/>
                </a:solidFill>
                <a:latin typeface="Arial"/>
                <a:ea typeface="Arial"/>
                <a:cs typeface="Arial"/>
              </a:defRPr>
            </a:lvl5pPr>
            <a:lvl6pPr marL="2743200" marR="0" indent="-371475" algn="l">
              <a:lnSpc>
                <a:spcPct val="110000"/>
              </a:lnSpc>
              <a:spcBef>
                <a:spcPts val="1200"/>
              </a:spcBef>
              <a:spcAft>
                <a:spcPts val="0"/>
              </a:spcAft>
              <a:buClr>
                <a:schemeClr val="dk1"/>
              </a:buClr>
              <a:buSzPts val="2250"/>
              <a:buFont typeface="Arial"/>
              <a:buChar char="•"/>
              <a:defRPr sz="2250" b="0" i="0" u="none" strike="noStrike" cap="none" spc="0">
                <a:solidFill>
                  <a:schemeClr val="dk1"/>
                </a:solidFill>
                <a:latin typeface="Arial"/>
                <a:ea typeface="Arial"/>
                <a:cs typeface="Arial"/>
              </a:defRPr>
            </a:lvl6pPr>
            <a:lvl7pPr marL="3200400" marR="0" indent="-371475" algn="l">
              <a:lnSpc>
                <a:spcPct val="110000"/>
              </a:lnSpc>
              <a:spcBef>
                <a:spcPts val="1200"/>
              </a:spcBef>
              <a:spcAft>
                <a:spcPts val="0"/>
              </a:spcAft>
              <a:buClr>
                <a:schemeClr val="dk1"/>
              </a:buClr>
              <a:buSzPts val="2250"/>
              <a:buFont typeface="Arial"/>
              <a:buChar char="•"/>
              <a:defRPr sz="2250" b="0" i="0" u="none" strike="noStrike" cap="none" spc="0">
                <a:solidFill>
                  <a:schemeClr val="dk1"/>
                </a:solidFill>
                <a:latin typeface="Arial"/>
                <a:ea typeface="Arial"/>
                <a:cs typeface="Arial"/>
              </a:defRPr>
            </a:lvl7pPr>
            <a:lvl8pPr marL="3657600" marR="0" indent="-371475" algn="l">
              <a:lnSpc>
                <a:spcPct val="110000"/>
              </a:lnSpc>
              <a:spcBef>
                <a:spcPts val="1200"/>
              </a:spcBef>
              <a:spcAft>
                <a:spcPts val="0"/>
              </a:spcAft>
              <a:buClr>
                <a:schemeClr val="dk1"/>
              </a:buClr>
              <a:buSzPts val="2250"/>
              <a:buFont typeface="Arial"/>
              <a:buChar char="•"/>
              <a:defRPr sz="2250" b="0" i="0" u="none" strike="noStrike" cap="none" spc="0">
                <a:solidFill>
                  <a:schemeClr val="dk1"/>
                </a:solidFill>
                <a:latin typeface="Arial"/>
                <a:ea typeface="Arial"/>
                <a:cs typeface="Arial"/>
              </a:defRPr>
            </a:lvl8pPr>
            <a:lvl9pPr marL="4114800" marR="0" indent="-371475" algn="l">
              <a:lnSpc>
                <a:spcPct val="110000"/>
              </a:lnSpc>
              <a:spcBef>
                <a:spcPts val="1200"/>
              </a:spcBef>
              <a:spcAft>
                <a:spcPts val="1200"/>
              </a:spcAft>
              <a:buClr>
                <a:schemeClr val="dk1"/>
              </a:buClr>
              <a:buSzPts val="2250"/>
              <a:buFont typeface="Arial"/>
              <a:buChar char="•"/>
              <a:defRPr sz="2250" b="0" i="0" u="none" strike="noStrike" cap="none" spc="0">
                <a:solidFill>
                  <a:schemeClr val="dk1"/>
                </a:solidFill>
                <a:latin typeface="Arial"/>
                <a:ea typeface="Arial"/>
                <a:cs typeface="Arial"/>
              </a:defRPr>
            </a:lvl9pPr>
          </a:lstStyle>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4a7d4a46b314431" /><Relationship Type="http://schemas.openxmlformats.org/officeDocument/2006/relationships/slideLayout" Target="/ppt/slideLayouts/slideLayout1.xml" Id="Rb2752693f78a4246" /><Relationship Type="http://schemas.openxmlformats.org/officeDocument/2006/relationships/slideLayout" Target="/ppt/slideLayouts/slideLayout2.xml" Id="R428c0f1eb1c44719" /><Relationship Type="http://schemas.openxmlformats.org/officeDocument/2006/relationships/slideLayout" Target="/ppt/slideLayouts/slideLayout3.xml" Id="Rc152ff8fee474291" /><Relationship Type="http://schemas.openxmlformats.org/officeDocument/2006/relationships/slideLayout" Target="/ppt/slideLayouts/slideLayout4.xml" Id="R6b9123d951564abe" /><Relationship Type="http://schemas.openxmlformats.org/officeDocument/2006/relationships/slideLayout" Target="/ppt/slideLayouts/slideLayout5.xml" Id="R8b6bd64f1961424e" /><Relationship Type="http://schemas.openxmlformats.org/officeDocument/2006/relationships/slideLayout" Target="/ppt/slideLayouts/slideLayout6.xml" Id="Rdc3e5270a618444c"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b2752693f78a4246"/>
    <p:sldLayoutId xmlns:r="http://schemas.openxmlformats.org/officeDocument/2006/relationships" id="2147483650" r:id="R428c0f1eb1c44719"/>
    <p:sldLayoutId xmlns:r="http://schemas.openxmlformats.org/officeDocument/2006/relationships" id="2147483651" r:id="Rc152ff8fee474291"/>
    <p:sldLayoutId xmlns:r="http://schemas.openxmlformats.org/officeDocument/2006/relationships" id="2147483652" r:id="R6b9123d951564abe"/>
    <p:sldLayoutId xmlns:r="http://schemas.openxmlformats.org/officeDocument/2006/relationships" id="2147483653" r:id="R8b6bd64f1961424e"/>
    <p:sldLayoutId xmlns:r="http://schemas.openxmlformats.org/officeDocument/2006/relationships" id="2147483654" r:id="Rdc3e5270a618444c"/>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ChatGPT">
  <a:themeElements>
    <a:clrScheme name="CODYSSEY Navy Yellow">
      <a:dk1>
        <a:srgbClr val="202020"/>
      </a:dk1>
      <a:lt1>
        <a:srgbClr val="FFFFFF"/>
      </a:lt1>
      <a:dk2>
        <a:srgbClr val="062F5B"/>
      </a:dk2>
      <a:lt2>
        <a:srgbClr val="F7F6F2"/>
      </a:lt2>
      <a:accent1>
        <a:srgbClr val="062F5B"/>
      </a:accent1>
      <a:accent2>
        <a:srgbClr val="FFB515"/>
      </a:accent2>
      <a:accent3>
        <a:srgbClr val="65707C"/>
      </a:accent3>
      <a:accent4>
        <a:srgbClr val="EAEDEB"/>
      </a:accent4>
      <a:accent5>
        <a:srgbClr val="202020"/>
      </a:accent5>
      <a:accent6>
        <a:srgbClr val="CCD6E1"/>
      </a:accent6>
      <a:hlink>
        <a:srgbClr val="062F5B"/>
      </a:hlink>
      <a:folHlink>
        <a:srgbClr val="062F5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DYSSEY Navy Yellow">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5f6d27a351448b5" /><Relationship Type="http://schemas.openxmlformats.org/officeDocument/2006/relationships/notesSlide" Target="/ppt/notesSlides/notesSlide1.xml" Id="Re8ad06653c644de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fa9c89f4ae54665" /><Relationship Type="http://schemas.openxmlformats.org/officeDocument/2006/relationships/image" Target="/ppt/media/image.png" Id="R5f78d42cc50744fd" /><Relationship Type="http://schemas.openxmlformats.org/officeDocument/2006/relationships/image" Target="/ppt/media/image2.png" Id="Rcb82fb8692614af4" /><Relationship Type="http://schemas.openxmlformats.org/officeDocument/2006/relationships/image" Target="/ppt/media/image3.png" Id="R0b483e7472344bb2" /><Relationship Type="http://schemas.openxmlformats.org/officeDocument/2006/relationships/image" Target="/ppt/media/image4.png" Id="R22601780db6146ca" /><Relationship Type="http://schemas.openxmlformats.org/officeDocument/2006/relationships/image" Target="/ppt/media/image5.png" Id="R7daf7259500a4d87" /><Relationship Type="http://schemas.openxmlformats.org/officeDocument/2006/relationships/notesSlide" Target="/ppt/notesSlides/notesSlide2.xml" Id="R71f742d6f9d8488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4220c7976374467" /><Relationship Type="http://schemas.openxmlformats.org/officeDocument/2006/relationships/image" Target="/ppt/media/image6.png" Id="R8144a2a94df14b49" /><Relationship Type="http://schemas.openxmlformats.org/officeDocument/2006/relationships/image" Target="/ppt/media/image7.png" Id="Reab18b53d2fa47e1" /><Relationship Type="http://schemas.openxmlformats.org/officeDocument/2006/relationships/notesSlide" Target="/ppt/notesSlides/notesSlide3.xml" Id="Ra73836669db9472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c1d7a0f245a4f6a" /><Relationship Type="http://schemas.openxmlformats.org/officeDocument/2006/relationships/image" Target="/ppt/media/image8.png" Id="R1438a2a7def54e0f" /><Relationship Type="http://schemas.openxmlformats.org/officeDocument/2006/relationships/image" Target="/ppt/media/image9.png" Id="Ra532b10aa38e4c33" /><Relationship Type="http://schemas.openxmlformats.org/officeDocument/2006/relationships/image" Target="/ppt/media/image10.png" Id="Rbf24ed261d4a4400" /><Relationship Type="http://schemas.openxmlformats.org/officeDocument/2006/relationships/notesSlide" Target="/ppt/notesSlides/notesSlide4.xml" Id="R215ada7727fd4d2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1afa4d0104d4b1a" /><Relationship Type="http://schemas.openxmlformats.org/officeDocument/2006/relationships/notesSlide" Target="/ppt/notesSlides/notesSlide5.xml" Id="R9084807d82214d6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6e98208862a40ed" /><Relationship Type="http://schemas.openxmlformats.org/officeDocument/2006/relationships/notesSlide" Target="/ppt/notesSlides/notesSlide6.xml" Id="Rd8a6bc1279a348e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c6741b862e24a98" /><Relationship Type="http://schemas.openxmlformats.org/officeDocument/2006/relationships/notesSlide" Target="/ppt/notesSlides/notesSlide7.xml" Id="R252543ef46454db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8520eb9489944f1" /><Relationship Type="http://schemas.openxmlformats.org/officeDocument/2006/relationships/notesSlide" Target="/ppt/notesSlides/notesSlide8.xml" Id="R149caefc192a48e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7c9c155af424ebf" /><Relationship Type="http://schemas.openxmlformats.org/officeDocument/2006/relationships/notesSlide" Target="/ppt/notesSlides/notesSlide9.xml" Id="R11d673050e1c4f5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5311661b3b349ef" /><Relationship Type="http://schemas.openxmlformats.org/officeDocument/2006/relationships/notesSlide" Target="/ppt/notesSlides/notesSlide10.xml" Id="Rf361121597c2498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8d5784916a64c41" /><Relationship Type="http://schemas.openxmlformats.org/officeDocument/2006/relationships/notesSlide" Target="/ppt/notesSlides/notesSlide11.xml" Id="R81195ca38ba74d4a" /></Relationships>
</file>

<file path=ppt/slides/slide1.xml><?xml version="1.0" encoding="utf-8"?>
<p:sld xmlns:p="http://schemas.openxmlformats.org/presentationml/2006/main">
  <p:cSld>
    <p:bg>
      <p:bgPr>
        <a:solidFill xmlns:a="http://schemas.openxmlformats.org/drawingml/2006/main">
          <a:srgbClr val="062F5B"/>
        </a:solidFill>
      </p:bgPr>
    </p:bg>
    <p:spTree>
      <p:nvGrpSpPr>
        <p:cNvPr id="1" name=""/>
        <p:cNvGrpSpPr/>
        <p:nvPr/>
      </p:nvGrpSpPr>
      <p:grpSpPr>
        <a:xfrm xmlns:a="http://schemas.openxmlformats.org/drawingml/2006/main"/>
      </p:grpSpPr>
      <p:sp>
        <p:nvSpPr>
          <p:cNvPr id="31" name="Google Shape;31;p1">
            <a:extLst xmlns:a="http://schemas.openxmlformats.org/drawingml/2006/main">
              <a:ext uri="{FF2B5EF4-FFF2-40B4-BE49-F238E27FC236}">
                <a16:creationId xmlns:a16="http://schemas.microsoft.com/office/drawing/2014/main" id="{51FACB38-8FC5-46F2-B9FF-0E4C849E6517}"/>
              </a:ext>
            </a:extLst>
          </p:cNvPr>
          <p:cNvSpPr>
            <a:spLocks xmlns:a="http://schemas.openxmlformats.org/drawingml/2006/main" noGrp="1"/>
          </p:cNvSpPr>
          <p:nvPr/>
        </p:nvSpPr>
        <p:spPr>
          <a:xfrm xmlns:a="http://schemas.openxmlformats.org/drawingml/2006/main">
            <a:off x="609600" y="400050"/>
            <a:ext cx="9048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F7F6F2"/>
              </a:buClr>
              <a:buSzPts val="1400"/>
              <a:buFont typeface="Arial"/>
              <a:buNone/>
              <a:defRPr>
                <a:latin typeface="Apple SD Gothic Neo"/>
                <a:ea typeface="Apple SD Gothic Neo"/>
                <a:cs typeface="Apple SD Gothic Neo"/>
              </a:defRPr>
            </a:pPr>
            <a:r>
              <a:rPr sz="1400" b="1" i="0" u="none" strike="noStrike" cap="none" spc="0">
                <a:solidFill>
                  <a:srgbClr val="F7F6F2"/>
                </a:solidFill>
                <a:latin typeface="Apple SD Gothic Neo"/>
                <a:ea typeface="Apple SD Gothic Neo"/>
                <a:cs typeface="Apple SD Gothic Neo"/>
              </a:rPr>
              <a:t>CODYSSEY AI HACKATHON 2026</a:t>
            </a:r>
            <a:endParaRPr sz="1400" b="0" i="0" u="none" strike="noStrike" cap="none" spc="0">
              <a:solidFill>
                <a:srgbClr val="000000"/>
              </a:solidFill>
              <a:latin typeface="Arial"/>
              <a:ea typeface="Arial"/>
              <a:cs typeface="Arial"/>
            </a:endParaRPr>
          </a:p>
        </p:txBody>
      </p:sp>
      <p:sp>
        <p:nvSpPr>
          <p:cNvPr id="32" name="Google Shape;32;p1">
            <a:extLst xmlns:a="http://schemas.openxmlformats.org/drawingml/2006/main">
              <a:ext uri="{FF2B5EF4-FFF2-40B4-BE49-F238E27FC236}">
                <a16:creationId xmlns:a16="http://schemas.microsoft.com/office/drawing/2014/main" id="{D1E31EAA-412A-4088-8E2F-1BB935AAE194}"/>
              </a:ext>
            </a:extLst>
          </p:cNvPr>
          <p:cNvSpPr>
            <a:spLocks xmlns:a="http://schemas.openxmlformats.org/drawingml/2006/main" noGrp="1"/>
          </p:cNvSpPr>
          <p:nvPr/>
        </p:nvSpPr>
        <p:spPr>
          <a:xfrm xmlns:a="http://schemas.openxmlformats.org/drawingml/2006/main">
            <a:off x="10001250" y="381000"/>
            <a:ext cx="15811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r">
              <a:lnSpc>
                <a:spcPct val="110000"/>
              </a:lnSpc>
              <a:spcBef>
                <a:spcPts val="0"/>
              </a:spcBef>
              <a:spcAft>
                <a:spcPts val="0"/>
              </a:spcAft>
              <a:buClr>
                <a:srgbClr val="FFB515"/>
              </a:buClr>
              <a:buSzPts val="1800"/>
              <a:buFont typeface="Arial"/>
              <a:buNone/>
              <a:defRPr>
                <a:latin typeface="Apple SD Gothic Neo"/>
                <a:ea typeface="Apple SD Gothic Neo"/>
                <a:cs typeface="Apple SD Gothic Neo"/>
              </a:defRPr>
            </a:pPr>
            <a:r>
              <a:rPr sz="1800" b="1" i="0" u="none" strike="noStrike" cap="none" spc="0">
                <a:solidFill>
                  <a:srgbClr val="FFB515"/>
                </a:solidFill>
                <a:latin typeface="Apple SD Gothic Neo"/>
                <a:ea typeface="Apple SD Gothic Neo"/>
                <a:cs typeface="Apple SD Gothic Neo"/>
              </a:rPr>
              <a:t>2026</a:t>
            </a:r>
            <a:endParaRPr sz="1400" b="0" i="0" u="none" strike="noStrike" cap="none" spc="0">
              <a:solidFill>
                <a:srgbClr val="000000"/>
              </a:solidFill>
              <a:latin typeface="Arial"/>
              <a:ea typeface="Arial"/>
              <a:cs typeface="Arial"/>
            </a:endParaRPr>
          </a:p>
        </p:txBody>
      </p:sp>
      <p:sp>
        <p:nvSpPr>
          <p:cNvPr id="33" name="Google Shape;33;p1">
            <a:extLst xmlns:a="http://schemas.openxmlformats.org/drawingml/2006/main">
              <a:ext uri="{FF2B5EF4-FFF2-40B4-BE49-F238E27FC236}">
                <a16:creationId xmlns:a16="http://schemas.microsoft.com/office/drawing/2014/main" id="{DAA6061B-C7E0-4008-A0C2-D06993D6A7F3}"/>
              </a:ext>
            </a:extLst>
          </p:cNvPr>
          <p:cNvSpPr>
            <a:spLocks xmlns:a="http://schemas.openxmlformats.org/drawingml/2006/main" noGrp="1"/>
          </p:cNvSpPr>
          <p:nvPr/>
        </p:nvSpPr>
        <p:spPr>
          <a:xfrm xmlns:a="http://schemas.openxmlformats.org/drawingml/2006/main">
            <a:off x="609600" y="1809750"/>
            <a:ext cx="95250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CCD6E1"/>
              </a:buClr>
              <a:buSzPts val="1200"/>
              <a:buFont typeface="Arial"/>
              <a:buNone/>
              <a:defRPr>
                <a:latin typeface="Apple SD Gothic Neo"/>
                <a:ea typeface="Apple SD Gothic Neo"/>
                <a:cs typeface="Apple SD Gothic Neo"/>
              </a:defRPr>
            </a:pPr>
            <a:r>
              <a:rPr sz="1575" b="1" i="0" u="none" strike="noStrike" cap="none" spc="0">
                <a:solidFill>
                  <a:srgbClr val="E8A928"/>
                </a:solidFill>
                <a:latin typeface="Apple SD Gothic Neo"/>
                <a:ea typeface="Apple SD Gothic Neo"/>
                <a:cs typeface="Apple SD Gothic Neo"/>
              </a:rPr>
              <a:t>산불 개인 대응 안내</a:t>
            </a:r>
            <a:endParaRPr sz="1575" b="1" i="0" u="none" strike="noStrike" cap="none" spc="0">
              <a:solidFill>
                <a:srgbClr val="E8A928"/>
              </a:solidFill>
              <a:latin typeface="Arial"/>
              <a:ea typeface="Arial"/>
              <a:cs typeface="Arial"/>
            </a:endParaRPr>
          </a:p>
        </p:txBody>
      </p:sp>
      <p:sp>
        <p:nvSpPr>
          <p:cNvPr id="34" name="Google Shape;34;p1">
            <a:extLst xmlns:a="http://schemas.openxmlformats.org/drawingml/2006/main">
              <a:ext uri="{FF2B5EF4-FFF2-40B4-BE49-F238E27FC236}">
                <a16:creationId xmlns:a16="http://schemas.microsoft.com/office/drawing/2014/main" id="{AADCE6DC-6DFC-4718-9CDB-775576A1C278}"/>
              </a:ext>
            </a:extLst>
          </p:cNvPr>
          <p:cNvSpPr>
            <a:spLocks xmlns:a="http://schemas.openxmlformats.org/drawingml/2006/main" noGrp="1"/>
          </p:cNvSpPr>
          <p:nvPr/>
        </p:nvSpPr>
        <p:spPr>
          <a:xfrm xmlns:a="http://schemas.openxmlformats.org/drawingml/2006/main">
            <a:off x="609600" y="2314575"/>
            <a:ext cx="10972800" cy="1238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FFB515"/>
              </a:buClr>
              <a:buSzPts val="6800"/>
              <a:buFont typeface="Arial"/>
              <a:buNone/>
              <a:defRPr>
                <a:latin typeface="Apple SD Gothic Neo"/>
                <a:ea typeface="Apple SD Gothic Neo"/>
                <a:cs typeface="Apple SD Gothic Neo"/>
              </a:defRPr>
            </a:pPr>
            <a:r>
              <a:rPr sz="5250" b="1" i="0" u="none" strike="noStrike" cap="none" spc="0">
                <a:solidFill>
                  <a:srgbClr val="FFFFFF"/>
                </a:solidFill>
                <a:latin typeface="Apple SD Gothic Neo"/>
                <a:ea typeface="Apple SD Gothic Neo"/>
                <a:cs typeface="Apple SD Gothic Neo"/>
              </a:rPr>
              <a:t>봉화지기</a:t>
            </a:r>
            <a:endParaRPr sz="5250" b="1" i="0" u="none" strike="noStrike" cap="none" spc="0">
              <a:solidFill>
                <a:srgbClr val="FFFFFF"/>
              </a:solidFill>
              <a:latin typeface="Arial"/>
              <a:ea typeface="Arial"/>
              <a:cs typeface="Arial"/>
            </a:endParaRPr>
          </a:p>
        </p:txBody>
      </p:sp>
      <p:sp>
        <p:nvSpPr>
          <p:cNvPr id="35" name="Google Shape;35;p1">
            <a:extLst xmlns:a="http://schemas.openxmlformats.org/drawingml/2006/main">
              <a:ext uri="{FF2B5EF4-FFF2-40B4-BE49-F238E27FC236}">
                <a16:creationId xmlns:a16="http://schemas.microsoft.com/office/drawing/2014/main" id="{BE42A412-5DE3-41BB-AA57-16098BA0024A}"/>
              </a:ext>
            </a:extLst>
          </p:cNvPr>
          <p:cNvSpPr>
            <a:spLocks xmlns:a="http://schemas.openxmlformats.org/drawingml/2006/main" noGrp="1"/>
          </p:cNvSpPr>
          <p:nvPr/>
        </p:nvSpPr>
        <p:spPr>
          <a:xfrm xmlns:a="http://schemas.openxmlformats.org/drawingml/2006/main">
            <a:off x="609600" y="3695700"/>
            <a:ext cx="914400" cy="47625"/>
          </a:xfrm>
          <a:prstGeom xmlns:a="http://schemas.openxmlformats.org/drawingml/2006/main" prst="rect">
            <a:avLst/>
          </a:prstGeom>
          <a:solidFill xmlns:a="http://schemas.openxmlformats.org/drawingml/2006/main">
            <a:srgbClr val="FFB515"/>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spc="0">
              <a:solidFill>
                <a:srgbClr val="000000"/>
              </a:solidFill>
              <a:latin typeface="Arial"/>
              <a:ea typeface="Arial"/>
              <a:cs typeface="Arial"/>
            </a:endParaRPr>
          </a:p>
        </p:txBody>
      </p:sp>
      <p:sp>
        <p:nvSpPr>
          <p:cNvPr id="36" name="Google Shape;36;p1">
            <a:extLst xmlns:a="http://schemas.openxmlformats.org/drawingml/2006/main">
              <a:ext uri="{FF2B5EF4-FFF2-40B4-BE49-F238E27FC236}">
                <a16:creationId xmlns:a16="http://schemas.microsoft.com/office/drawing/2014/main" id="{D9586B47-DA3E-4799-B8AF-E085518A261D}"/>
              </a:ext>
            </a:extLst>
          </p:cNvPr>
          <p:cNvSpPr>
            <a:spLocks xmlns:a="http://schemas.openxmlformats.org/drawingml/2006/main" noGrp="1"/>
          </p:cNvSpPr>
          <p:nvPr/>
        </p:nvSpPr>
        <p:spPr>
          <a:xfrm xmlns:a="http://schemas.openxmlformats.org/drawingml/2006/main">
            <a:off x="609600" y="4010025"/>
            <a:ext cx="10191750" cy="819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F7F6F2"/>
              </a:buClr>
              <a:buSzPts val="2400"/>
              <a:buFont typeface="Arial"/>
              <a:buNone/>
              <a:defRPr>
                <a:latin typeface="Apple SD Gothic Neo"/>
                <a:ea typeface="Apple SD Gothic Neo"/>
                <a:cs typeface="Apple SD Gothic Neo"/>
              </a:defRPr>
            </a:pPr>
            <a:r>
              <a:rPr sz="2100" b="0" i="0" u="none" strike="noStrike" cap="none" spc="0">
                <a:solidFill>
                  <a:srgbClr val="FFFFFF"/>
                </a:solidFill>
                <a:latin typeface="Apple SD Gothic Neo"/>
                <a:ea typeface="Apple SD Gothic Neo"/>
                <a:cs typeface="Apple SD Gothic Neo"/>
              </a:rPr>
              <a:t>같은 산불에도 사람마다 다른 준비와 행동 안내</a:t>
            </a:r>
            <a:endParaRPr sz="2100" b="0" i="0" u="none" strike="noStrike" cap="none" spc="0">
              <a:solidFill>
                <a:srgbClr val="FFFFFF"/>
              </a:solidFill>
              <a:latin typeface="Arial"/>
              <a:ea typeface="Arial"/>
              <a:cs typeface="Arial"/>
            </a:endParaRPr>
          </a:p>
        </p:txBody>
      </p:sp>
      <p:sp>
        <p:nvSpPr>
          <p:cNvPr id="37" name="Google Shape;37;p1">
            <a:extLst xmlns:a="http://schemas.openxmlformats.org/drawingml/2006/main">
              <a:ext uri="{FF2B5EF4-FFF2-40B4-BE49-F238E27FC236}">
                <a16:creationId xmlns:a16="http://schemas.microsoft.com/office/drawing/2014/main" id="{08763DC0-4867-42DE-B8E0-B3B7F035097D}"/>
              </a:ext>
            </a:extLst>
          </p:cNvPr>
          <p:cNvSpPr>
            <a:spLocks xmlns:a="http://schemas.openxmlformats.org/drawingml/2006/main" noGrp="1"/>
          </p:cNvSpPr>
          <p:nvPr/>
        </p:nvSpPr>
        <p:spPr>
          <a:xfrm xmlns:a="http://schemas.openxmlformats.org/drawingml/2006/main">
            <a:off x="609600" y="5543550"/>
            <a:ext cx="10972800" cy="9525"/>
          </a:xfrm>
          <a:prstGeom xmlns:a="http://schemas.openxmlformats.org/drawingml/2006/main" prst="rect">
            <a:avLst/>
          </a:prstGeom>
          <a:solidFill xmlns:a="http://schemas.openxmlformats.org/drawingml/2006/main">
            <a:srgbClr val="47678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spc="0">
              <a:solidFill>
                <a:srgbClr val="000000"/>
              </a:solidFill>
              <a:latin typeface="Arial"/>
              <a:ea typeface="Arial"/>
              <a:cs typeface="Arial"/>
            </a:endParaRPr>
          </a:p>
        </p:txBody>
      </p:sp>
      <p:sp>
        <p:nvSpPr>
          <p:cNvPr id="38" name="Google Shape;38;p1">
            <a:extLst xmlns:a="http://schemas.openxmlformats.org/drawingml/2006/main">
              <a:ext uri="{FF2B5EF4-FFF2-40B4-BE49-F238E27FC236}">
                <a16:creationId xmlns:a16="http://schemas.microsoft.com/office/drawing/2014/main" id="{F5E8BF46-FB73-484D-9837-E6561EAFC9F7}"/>
              </a:ext>
            </a:extLst>
          </p:cNvPr>
          <p:cNvSpPr>
            <a:spLocks xmlns:a="http://schemas.openxmlformats.org/drawingml/2006/main" noGrp="1"/>
          </p:cNvSpPr>
          <p:nvPr/>
        </p:nvSpPr>
        <p:spPr>
          <a:xfrm xmlns:a="http://schemas.openxmlformats.org/drawingml/2006/main">
            <a:off x="595801" y="5661442"/>
            <a:ext cx="83820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latin typeface="Courier New"/>
                <a:ea typeface="Courier New"/>
                <a:cs typeface="Courier New"/>
              </a:defRPr>
            </a:defPPr>
            <a:lvl1pPr>
              <a:defRPr>
                <a:latin typeface="Courier New"/>
                <a:ea typeface="Courier New"/>
                <a:cs typeface="Courier New"/>
              </a:defRPr>
            </a:lvl1pPr>
            <a:lvl2pPr>
              <a:defRPr>
                <a:latin typeface="Courier New"/>
                <a:ea typeface="Courier New"/>
                <a:cs typeface="Courier New"/>
              </a:defRPr>
            </a:lvl2pPr>
            <a:lvl3pPr>
              <a:defRPr>
                <a:latin typeface="Courier New"/>
                <a:ea typeface="Courier New"/>
                <a:cs typeface="Courier New"/>
              </a:defRPr>
            </a:lvl3pPr>
            <a:lvl4pPr>
              <a:defRPr>
                <a:latin typeface="Courier New"/>
                <a:ea typeface="Courier New"/>
                <a:cs typeface="Courier New"/>
              </a:defRPr>
            </a:lvl4pPr>
            <a:lvl5pPr>
              <a:defRPr>
                <a:latin typeface="Courier New"/>
                <a:ea typeface="Courier New"/>
                <a:cs typeface="Courier New"/>
              </a:defRPr>
            </a:lvl5pPr>
            <a:lvl6pPr>
              <a:defRPr>
                <a:latin typeface="Courier New"/>
                <a:ea typeface="Courier New"/>
                <a:cs typeface="Courier New"/>
              </a:defRPr>
            </a:lvl6pPr>
            <a:lvl7pPr>
              <a:defRPr>
                <a:latin typeface="Courier New"/>
                <a:ea typeface="Courier New"/>
                <a:cs typeface="Courier New"/>
              </a:defRPr>
            </a:lvl7pPr>
            <a:lvl8pPr>
              <a:defRPr>
                <a:latin typeface="Courier New"/>
                <a:ea typeface="Courier New"/>
                <a:cs typeface="Courier New"/>
              </a:defRPr>
            </a:lvl8pPr>
            <a:lvl9pPr>
              <a:defRPr>
                <a:latin typeface="Courier New"/>
                <a:ea typeface="Courier New"/>
                <a:cs typeface="Courier New"/>
              </a:defRPr>
            </a:lvl9pPr>
          </a:lstStyle>
          <a:p xmlns:a="http://schemas.openxmlformats.org/drawingml/2006/main">
            <a:pPr marL="0" marR="0" lvl="0" indent="0" algn="l">
              <a:lnSpc>
                <a:spcPct val="110000"/>
              </a:lnSpc>
              <a:spcBef>
                <a:spcPts val="0"/>
              </a:spcBef>
              <a:spcAft>
                <a:spcPts val="0"/>
              </a:spcAft>
              <a:buClr>
                <a:schemeClr val="lt2"/>
              </a:buClr>
              <a:buSzPts val="1900"/>
              <a:buFont typeface="Arial"/>
              <a:buNone/>
              <a:defRPr>
                <a:latin typeface="Courier New"/>
                <a:ea typeface="Courier New"/>
                <a:cs typeface="Courier New"/>
              </a:defRPr>
            </a:pPr>
            <a:r>
              <a:rPr sz="2000" b="1" i="0" u="none" strike="noStrike" cap="none" spc="0">
                <a:solidFill>
                  <a:srgbClr val="FFB515"/>
                </a:solidFill>
                <a:latin typeface="Courier New"/>
                <a:ea typeface="Courier New"/>
                <a:cs typeface="Courier New"/>
              </a:rPr>
              <a:t>team = ["허연진", "김현래", "강소연", </a:t>
            </a:r>
            <a:r>
              <a:rPr sz="2000" b="1">
                <a:solidFill>
                  <a:schemeClr val="accent2"/>
                </a:solidFill>
                <a:latin typeface="Courier New"/>
                <a:ea typeface="Courier New"/>
                <a:cs typeface="Courier New"/>
              </a:rPr>
              <a:t>"</a:t>
            </a:r>
            <a:r>
              <a:rPr sz="2000" b="1" i="0" u="none" strike="noStrike" cap="none" spc="0">
                <a:solidFill>
                  <a:srgbClr val="FFB515"/>
                </a:solidFill>
                <a:latin typeface="Courier New"/>
                <a:ea typeface="Courier New"/>
                <a:cs typeface="Courier New"/>
              </a:rPr>
              <a:t>홍용재</a:t>
            </a:r>
            <a:r>
              <a:rPr sz="2000" b="1">
                <a:solidFill>
                  <a:schemeClr val="accent2"/>
                </a:solidFill>
                <a:latin typeface="Courier New"/>
                <a:ea typeface="Courier New"/>
                <a:cs typeface="Courier New"/>
              </a:rPr>
              <a:t>"</a:t>
            </a:r>
            <a:r>
              <a:rPr sz="2000" b="1" i="0" u="none" strike="noStrike" cap="none" spc="0">
                <a:solidFill>
                  <a:srgbClr val="FFB515"/>
                </a:solidFill>
                <a:latin typeface="Courier New"/>
                <a:ea typeface="Courier New"/>
                <a:cs typeface="Courier New"/>
              </a:rPr>
              <a:t>]</a:t>
            </a:r>
            <a:endParaRPr sz="1300" b="0" i="0" u="none" strike="noStrike" cap="none" spc="0">
              <a:solidFill>
                <a:srgbClr val="FFB515"/>
              </a:solidFill>
              <a:latin typeface="Arial"/>
              <a:ea typeface="Arial"/>
              <a:cs typeface="Arial"/>
            </a:endParaRPr>
          </a:p>
        </p:txBody>
      </p:sp>
      <p:sp>
        <p:nvSpPr>
          <p:cNvPr id="39" name="Google Shape;39;p1">
            <a:extLst xmlns:a="http://schemas.openxmlformats.org/drawingml/2006/main">
              <a:ext uri="{FF2B5EF4-FFF2-40B4-BE49-F238E27FC236}">
                <a16:creationId xmlns:a16="http://schemas.microsoft.com/office/drawing/2014/main" id="{D09F6444-0B82-4ACF-99F3-0B3E8E69D714}"/>
              </a:ext>
            </a:extLst>
          </p:cNvPr>
          <p:cNvSpPr>
            <a:spLocks xmlns:a="http://schemas.openxmlformats.org/drawingml/2006/main" noGrp="1"/>
          </p:cNvSpPr>
          <p:nvPr/>
        </p:nvSpPr>
        <p:spPr>
          <a:xfrm xmlns:a="http://schemas.openxmlformats.org/drawingml/2006/main">
            <a:off x="8665650" y="6083179"/>
            <a:ext cx="2916600" cy="362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r">
              <a:lnSpc>
                <a:spcPct val="110000"/>
              </a:lnSpc>
              <a:spcBef>
                <a:spcPts val="0"/>
              </a:spcBef>
              <a:spcAft>
                <a:spcPts val="0"/>
              </a:spcAft>
              <a:buClr>
                <a:srgbClr val="FFB515"/>
              </a:buClr>
              <a:buSzPts val="2200"/>
              <a:buFont typeface="Arial"/>
              <a:buNone/>
              <a:defRPr>
                <a:latin typeface="Apple SD Gothic Neo"/>
                <a:ea typeface="Apple SD Gothic Neo"/>
                <a:cs typeface="Apple SD Gothic Neo"/>
              </a:defRPr>
            </a:pPr>
            <a:r>
              <a:rPr sz="2200" b="1" i="0" u="none" strike="noStrike" cap="none" spc="0">
                <a:solidFill>
                  <a:srgbClr val="FFB515"/>
                </a:solidFill>
                <a:latin typeface="Apple SD Gothic Neo"/>
                <a:ea typeface="Apple SD Gothic Neo"/>
                <a:cs typeface="Apple SD Gothic Neo"/>
              </a:rPr>
              <a:t>2026.10.30</a:t>
            </a:r>
            <a:r>
              <a:rPr sz="1400" b="0" i="0" u="none" strike="noStrike" cap="none" spc="0">
                <a:solidFill>
                  <a:srgbClr val="000000"/>
                </a:solidFill>
                <a:latin typeface="Apple SD Gothic Neo"/>
                <a:ea typeface="Apple SD Gothic Neo"/>
                <a:cs typeface="Apple SD Gothic Neo"/>
              </a:rPr>
              <a:t> </a:t>
            </a:r>
            <a:r>
              <a:rPr sz="2200" b="1" i="0" u="none" strike="noStrike" cap="none" spc="0">
                <a:solidFill>
                  <a:srgbClr val="FFB515"/>
                </a:solidFill>
                <a:latin typeface="Apple SD Gothic Neo"/>
                <a:ea typeface="Apple SD Gothic Neo"/>
                <a:cs typeface="Apple SD Gothic Neo"/>
              </a:rPr>
              <a:t>– 11.02</a:t>
            </a:r>
            <a:endParaRPr sz="1400" b="0" i="0" u="none" strike="noStrike" cap="none" spc="0">
              <a:solidFill>
                <a:srgbClr val="000000"/>
              </a:solidFill>
              <a:latin typeface="Arial"/>
              <a:ea typeface="Arial"/>
              <a:cs typeface="Arial"/>
            </a:endParaRPr>
          </a:p>
        </p:txBody>
      </p:sp>
      <p:sp>
        <p:nvSpPr>
          <p:cNvPr id="40" name="Google Shape;40;p1">
            <a:extLst xmlns:a="http://schemas.openxmlformats.org/drawingml/2006/main">
              <a:ext uri="{FF2B5EF4-FFF2-40B4-BE49-F238E27FC236}">
                <a16:creationId xmlns:a16="http://schemas.microsoft.com/office/drawing/2014/main" id="{02B74512-D4F0-43DB-963C-E13C034D9F84}"/>
              </a:ext>
            </a:extLst>
          </p:cNvPr>
          <p:cNvSpPr>
            <a:spLocks xmlns:a="http://schemas.openxmlformats.org/drawingml/2006/main" noGrp="1"/>
          </p:cNvSpPr>
          <p:nvPr/>
        </p:nvSpPr>
        <p:spPr>
          <a:xfrm xmlns:a="http://schemas.openxmlformats.org/drawingml/2006/main">
            <a:off x="595801" y="6012677"/>
            <a:ext cx="4854600" cy="362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latin typeface="Courier New"/>
                <a:ea typeface="Courier New"/>
                <a:cs typeface="Courier New"/>
              </a:defRPr>
            </a:defPPr>
            <a:lvl1pPr>
              <a:defRPr>
                <a:latin typeface="Courier New"/>
                <a:ea typeface="Courier New"/>
                <a:cs typeface="Courier New"/>
              </a:defRPr>
            </a:lvl1pPr>
            <a:lvl2pPr>
              <a:defRPr>
                <a:latin typeface="Courier New"/>
                <a:ea typeface="Courier New"/>
                <a:cs typeface="Courier New"/>
              </a:defRPr>
            </a:lvl2pPr>
            <a:lvl3pPr>
              <a:defRPr>
                <a:latin typeface="Courier New"/>
                <a:ea typeface="Courier New"/>
                <a:cs typeface="Courier New"/>
              </a:defRPr>
            </a:lvl3pPr>
            <a:lvl4pPr>
              <a:defRPr>
                <a:latin typeface="Courier New"/>
                <a:ea typeface="Courier New"/>
                <a:cs typeface="Courier New"/>
              </a:defRPr>
            </a:lvl4pPr>
            <a:lvl5pPr>
              <a:defRPr>
                <a:latin typeface="Courier New"/>
                <a:ea typeface="Courier New"/>
                <a:cs typeface="Courier New"/>
              </a:defRPr>
            </a:lvl5pPr>
            <a:lvl6pPr>
              <a:defRPr>
                <a:latin typeface="Courier New"/>
                <a:ea typeface="Courier New"/>
                <a:cs typeface="Courier New"/>
              </a:defRPr>
            </a:lvl6pPr>
            <a:lvl7pPr>
              <a:defRPr>
                <a:latin typeface="Courier New"/>
                <a:ea typeface="Courier New"/>
                <a:cs typeface="Courier New"/>
              </a:defRPr>
            </a:lvl7pPr>
            <a:lvl8pPr>
              <a:defRPr>
                <a:latin typeface="Courier New"/>
                <a:ea typeface="Courier New"/>
                <a:cs typeface="Courier New"/>
              </a:defRPr>
            </a:lvl8pPr>
            <a:lvl9pPr>
              <a:defRPr>
                <a:latin typeface="Courier New"/>
                <a:ea typeface="Courier New"/>
                <a:cs typeface="Courier New"/>
              </a:defRPr>
            </a:lvl9pPr>
          </a:lstStyle>
          <a:p xmlns:a="http://schemas.openxmlformats.org/drawingml/2006/main">
            <a:pPr marL="0" marR="0" lvl="0" indent="0" algn="l">
              <a:lnSpc>
                <a:spcPct val="110000"/>
              </a:lnSpc>
              <a:spcBef>
                <a:spcPts val="0"/>
              </a:spcBef>
              <a:spcAft>
                <a:spcPts val="0"/>
              </a:spcAft>
              <a:buClr>
                <a:srgbClr val="F7F6F2"/>
              </a:buClr>
              <a:buSzPts val="1900"/>
              <a:buFont typeface="Arial"/>
              <a:buNone/>
              <a:defRPr>
                <a:latin typeface="Courier New"/>
                <a:ea typeface="Courier New"/>
                <a:cs typeface="Courier New"/>
              </a:defRPr>
            </a:pPr>
            <a:r>
              <a:rPr sz="2400" b="1" i="0" u="none" strike="noStrike" cap="none" spc="0">
                <a:solidFill>
                  <a:srgbClr val="FFB515"/>
                </a:solidFill>
                <a:latin typeface="Courier New"/>
                <a:ea typeface="Courier New"/>
                <a:cs typeface="Courier New"/>
              </a:rPr>
              <a:t>print("Hello, world!")</a:t>
            </a:r>
            <a:endParaRPr sz="2100" b="0" i="0" u="none" strike="noStrike" cap="none" spc="0">
              <a:solidFill>
                <a:srgbClr val="FFB515"/>
              </a:solidFill>
              <a:latin typeface="Arial"/>
              <a:ea typeface="Arial"/>
              <a:cs typeface="Arial"/>
            </a:endParaRPr>
          </a:p>
        </p:txBody>
      </p:sp>
    </p:spTree>
    <p:extLst>
      <p:ext uri="{BB962C8B-B14F-4D97-AF65-F5344CB8AC3E}">
        <p14:creationId xmlns:p14="http://schemas.microsoft.com/office/powerpoint/2010/main" val="1557202125"/>
      </p:ext>
    </p:extLst>
  </p:cSld>
</p:sld>
</file>

<file path=ppt/slides/slide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46" name="Google Shape;46;p2">
            <a:extLst xmlns:a="http://schemas.openxmlformats.org/drawingml/2006/main">
              <a:ext uri="{FF2B5EF4-FFF2-40B4-BE49-F238E27FC236}">
                <a16:creationId xmlns:a16="http://schemas.microsoft.com/office/drawing/2014/main" id="{13B3609A-06AF-4CD4-8A31-4C1BAE09003F}"/>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CCD3D8"/>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spc="0">
              <a:solidFill>
                <a:srgbClr val="000000"/>
              </a:solidFill>
              <a:latin typeface="Arial"/>
              <a:ea typeface="Arial"/>
              <a:cs typeface="Arial"/>
            </a:endParaRPr>
          </a:p>
        </p:txBody>
      </p:sp>
      <p:sp>
        <p:nvSpPr>
          <p:cNvPr id="47" name="Google Shape;47;p2">
            <a:extLst xmlns:a="http://schemas.openxmlformats.org/drawingml/2006/main">
              <a:ext uri="{FF2B5EF4-FFF2-40B4-BE49-F238E27FC236}">
                <a16:creationId xmlns:a16="http://schemas.microsoft.com/office/drawing/2014/main" id="{95F2CCBE-054A-4B53-86F6-B76F39CAE4DD}"/>
              </a:ext>
            </a:extLst>
          </p:cNvPr>
          <p:cNvSpPr>
            <a:spLocks xmlns:a="http://schemas.openxmlformats.org/drawingml/2006/main" noGrp="1"/>
          </p:cNvSpPr>
          <p:nvPr/>
        </p:nvSpPr>
        <p:spPr>
          <a:xfrm xmlns:a="http://schemas.openxmlformats.org/drawingml/2006/main">
            <a:off x="609600" y="6486525"/>
            <a:ext cx="66675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825">
                <a:solidFill>
                  <a:srgbClr val="65707C"/>
                </a:solidFill>
                <a:latin typeface="Apple SD Gothic Neo"/>
                <a:ea typeface="Apple SD Gothic Neo"/>
                <a:cs typeface="Apple SD Gothic Neo"/>
              </a:defRPr>
            </a:defPPr>
            <a:lvl1pPr>
              <a:defRPr sz="825">
                <a:solidFill>
                  <a:srgbClr val="65707C"/>
                </a:solidFill>
                <a:latin typeface="Apple SD Gothic Neo"/>
                <a:ea typeface="Apple SD Gothic Neo"/>
                <a:cs typeface="Apple SD Gothic Neo"/>
              </a:defRPr>
            </a:lvl1pPr>
            <a:lvl2pPr>
              <a:defRPr sz="825">
                <a:solidFill>
                  <a:srgbClr val="65707C"/>
                </a:solidFill>
                <a:latin typeface="Apple SD Gothic Neo"/>
                <a:ea typeface="Apple SD Gothic Neo"/>
                <a:cs typeface="Apple SD Gothic Neo"/>
              </a:defRPr>
            </a:lvl2pPr>
            <a:lvl3pPr>
              <a:defRPr sz="825">
                <a:solidFill>
                  <a:srgbClr val="65707C"/>
                </a:solidFill>
                <a:latin typeface="Apple SD Gothic Neo"/>
                <a:ea typeface="Apple SD Gothic Neo"/>
                <a:cs typeface="Apple SD Gothic Neo"/>
              </a:defRPr>
            </a:lvl3pPr>
            <a:lvl4pPr>
              <a:defRPr sz="825">
                <a:solidFill>
                  <a:srgbClr val="65707C"/>
                </a:solidFill>
                <a:latin typeface="Apple SD Gothic Neo"/>
                <a:ea typeface="Apple SD Gothic Neo"/>
                <a:cs typeface="Apple SD Gothic Neo"/>
              </a:defRPr>
            </a:lvl4pPr>
            <a:lvl5pPr>
              <a:defRPr sz="825">
                <a:solidFill>
                  <a:srgbClr val="65707C"/>
                </a:solidFill>
                <a:latin typeface="Apple SD Gothic Neo"/>
                <a:ea typeface="Apple SD Gothic Neo"/>
                <a:cs typeface="Apple SD Gothic Neo"/>
              </a:defRPr>
            </a:lvl5pPr>
            <a:lvl6pPr>
              <a:defRPr sz="825">
                <a:solidFill>
                  <a:srgbClr val="65707C"/>
                </a:solidFill>
                <a:latin typeface="Apple SD Gothic Neo"/>
                <a:ea typeface="Apple SD Gothic Neo"/>
                <a:cs typeface="Apple SD Gothic Neo"/>
              </a:defRPr>
            </a:lvl6pPr>
            <a:lvl7pPr>
              <a:defRPr sz="825">
                <a:solidFill>
                  <a:srgbClr val="65707C"/>
                </a:solidFill>
                <a:latin typeface="Apple SD Gothic Neo"/>
                <a:ea typeface="Apple SD Gothic Neo"/>
                <a:cs typeface="Apple SD Gothic Neo"/>
              </a:defRPr>
            </a:lvl7pPr>
            <a:lvl8pPr>
              <a:defRPr sz="825">
                <a:solidFill>
                  <a:srgbClr val="65707C"/>
                </a:solidFill>
                <a:latin typeface="Apple SD Gothic Neo"/>
                <a:ea typeface="Apple SD Gothic Neo"/>
                <a:cs typeface="Apple SD Gothic Neo"/>
              </a:defRPr>
            </a:lvl8pPr>
            <a:lvl9pPr>
              <a:defRPr sz="825">
                <a:solidFill>
                  <a:srgbClr val="65707C"/>
                </a:solidFill>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65707C"/>
              </a:buClr>
              <a:buSzPts val="1100"/>
              <a:buFont typeface="Arial"/>
              <a:buNone/>
              <a:defRPr sz="825">
                <a:solidFill>
                  <a:srgbClr val="65707C"/>
                </a:solidFill>
                <a:latin typeface="Apple SD Gothic Neo"/>
                <a:ea typeface="Apple SD Gothic Neo"/>
                <a:cs typeface="Apple SD Gothic Neo"/>
              </a:defRPr>
            </a:pPr>
            <a:r>
              <a:rPr sz="825" b="0" i="0" u="none" strike="noStrike" cap="none" spc="0">
                <a:solidFill>
                  <a:srgbClr val="65707C"/>
                </a:solidFill>
                <a:latin typeface="Apple SD Gothic Neo"/>
                <a:ea typeface="Apple SD Gothic Neo"/>
                <a:cs typeface="Apple SD Gothic Neo"/>
              </a:rPr>
              <a:t>CODYSSEY AI HACKATHON 2026</a:t>
            </a:r>
            <a:endParaRPr sz="1400" b="0" i="0" u="none" strike="noStrike" cap="none" spc="0">
              <a:solidFill>
                <a:srgbClr val="000000"/>
              </a:solidFill>
              <a:latin typeface="Arial"/>
              <a:ea typeface="Arial"/>
              <a:cs typeface="Arial"/>
            </a:endParaRPr>
          </a:p>
        </p:txBody>
      </p:sp>
      <p:sp>
        <p:nvSpPr>
          <p:cNvPr id="48" name="Google Shape;48;p2">
            <a:extLst xmlns:a="http://schemas.openxmlformats.org/drawingml/2006/main">
              <a:ext uri="{FF2B5EF4-FFF2-40B4-BE49-F238E27FC236}">
                <a16:creationId xmlns:a16="http://schemas.microsoft.com/office/drawing/2014/main" id="{8E050390-44B6-4654-97D6-B472ED7FA359}"/>
              </a:ext>
            </a:extLst>
          </p:cNvPr>
          <p:cNvSpPr>
            <a:spLocks xmlns:a="http://schemas.openxmlformats.org/drawingml/2006/main" noGrp="1"/>
          </p:cNvSpPr>
          <p:nvPr/>
        </p:nvSpPr>
        <p:spPr>
          <a:xfrm xmlns:a="http://schemas.openxmlformats.org/drawingml/2006/main">
            <a:off x="10934700" y="6477000"/>
            <a:ext cx="6477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200" b="1">
                <a:solidFill>
                  <a:srgbClr val="062F5B"/>
                </a:solidFill>
                <a:latin typeface="Apple SD Gothic Neo"/>
                <a:ea typeface="Apple SD Gothic Neo"/>
                <a:cs typeface="Apple SD Gothic Neo"/>
              </a:defRPr>
            </a:defPPr>
            <a:lvl1pPr algn="r">
              <a:defRPr sz="1200" b="1">
                <a:solidFill>
                  <a:srgbClr val="062F5B"/>
                </a:solidFill>
                <a:latin typeface="Apple SD Gothic Neo"/>
                <a:ea typeface="Apple SD Gothic Neo"/>
                <a:cs typeface="Apple SD Gothic Neo"/>
              </a:defRPr>
            </a:lvl1pPr>
            <a:lvl2pPr algn="r">
              <a:defRPr sz="1200" b="1">
                <a:solidFill>
                  <a:srgbClr val="062F5B"/>
                </a:solidFill>
                <a:latin typeface="Apple SD Gothic Neo"/>
                <a:ea typeface="Apple SD Gothic Neo"/>
                <a:cs typeface="Apple SD Gothic Neo"/>
              </a:defRPr>
            </a:lvl2pPr>
            <a:lvl3pPr algn="r">
              <a:defRPr sz="1200" b="1">
                <a:solidFill>
                  <a:srgbClr val="062F5B"/>
                </a:solidFill>
                <a:latin typeface="Apple SD Gothic Neo"/>
                <a:ea typeface="Apple SD Gothic Neo"/>
                <a:cs typeface="Apple SD Gothic Neo"/>
              </a:defRPr>
            </a:lvl3pPr>
            <a:lvl4pPr algn="r">
              <a:defRPr sz="1200" b="1">
                <a:solidFill>
                  <a:srgbClr val="062F5B"/>
                </a:solidFill>
                <a:latin typeface="Apple SD Gothic Neo"/>
                <a:ea typeface="Apple SD Gothic Neo"/>
                <a:cs typeface="Apple SD Gothic Neo"/>
              </a:defRPr>
            </a:lvl4pPr>
            <a:lvl5pPr algn="r">
              <a:defRPr sz="1200" b="1">
                <a:solidFill>
                  <a:srgbClr val="062F5B"/>
                </a:solidFill>
                <a:latin typeface="Apple SD Gothic Neo"/>
                <a:ea typeface="Apple SD Gothic Neo"/>
                <a:cs typeface="Apple SD Gothic Neo"/>
              </a:defRPr>
            </a:lvl5pPr>
            <a:lvl6pPr algn="r">
              <a:defRPr sz="1200" b="1">
                <a:solidFill>
                  <a:srgbClr val="062F5B"/>
                </a:solidFill>
                <a:latin typeface="Apple SD Gothic Neo"/>
                <a:ea typeface="Apple SD Gothic Neo"/>
                <a:cs typeface="Apple SD Gothic Neo"/>
              </a:defRPr>
            </a:lvl6pPr>
            <a:lvl7pPr algn="r">
              <a:defRPr sz="1200" b="1">
                <a:solidFill>
                  <a:srgbClr val="062F5B"/>
                </a:solidFill>
                <a:latin typeface="Apple SD Gothic Neo"/>
                <a:ea typeface="Apple SD Gothic Neo"/>
                <a:cs typeface="Apple SD Gothic Neo"/>
              </a:defRPr>
            </a:lvl7pPr>
            <a:lvl8pPr algn="r">
              <a:defRPr sz="1200" b="1">
                <a:solidFill>
                  <a:srgbClr val="062F5B"/>
                </a:solidFill>
                <a:latin typeface="Apple SD Gothic Neo"/>
                <a:ea typeface="Apple SD Gothic Neo"/>
                <a:cs typeface="Apple SD Gothic Neo"/>
              </a:defRPr>
            </a:lvl8pPr>
            <a:lvl9pPr algn="r">
              <a:defRPr sz="1200" b="1">
                <a:solidFill>
                  <a:srgbClr val="062F5B"/>
                </a:solidFill>
                <a:latin typeface="Apple SD Gothic Neo"/>
                <a:ea typeface="Apple SD Gothic Neo"/>
                <a:cs typeface="Apple SD Gothic Neo"/>
              </a:defRPr>
            </a:lvl9pPr>
          </a:lstStyle>
          <a:p xmlns:a="http://schemas.openxmlformats.org/drawingml/2006/main">
            <a:pPr marL="0" marR="0" lvl="0" indent="0" algn="r">
              <a:lnSpc>
                <a:spcPct val="110000"/>
              </a:lnSpc>
              <a:spcBef>
                <a:spcPts val="0"/>
              </a:spcBef>
              <a:spcAft>
                <a:spcPts val="0"/>
              </a:spcAft>
              <a:buClr>
                <a:srgbClr val="062F5B"/>
              </a:buClr>
              <a:buSzPts val="1200"/>
              <a:buFont typeface="Arial"/>
              <a:buNone/>
              <a:defRPr sz="1200" b="1">
                <a:solidFill>
                  <a:srgbClr val="062F5B"/>
                </a:solidFill>
                <a:latin typeface="Apple SD Gothic Neo"/>
                <a:ea typeface="Apple SD Gothic Neo"/>
                <a:cs typeface="Apple SD Gothic Neo"/>
              </a:defRPr>
            </a:pPr>
            <a:r>
              <a:rPr sz="1200" b="1" i="0" u="none" strike="noStrike" cap="none" spc="0">
                <a:solidFill>
                  <a:srgbClr val="062F5B"/>
                </a:solidFill>
                <a:latin typeface="Apple SD Gothic Neo"/>
                <a:ea typeface="Apple SD Gothic Neo"/>
                <a:cs typeface="Apple SD Gothic Neo"/>
              </a:rPr>
              <a:t>01</a:t>
            </a:r>
            <a:endParaRPr sz="1400" b="0" i="0" u="none" strike="noStrike" cap="none" spc="0">
              <a:solidFill>
                <a:srgbClr val="000000"/>
              </a:solidFill>
              <a:latin typeface="Arial"/>
              <a:ea typeface="Arial"/>
              <a:cs typeface="Arial"/>
            </a:endParaRPr>
          </a:p>
        </p:txBody>
      </p:sp>
      <p:sp>
        <p:nvSpPr>
          <p:cNvPr id="49" name="Google Shape;49;p2">
            <a:extLst xmlns:a="http://schemas.openxmlformats.org/drawingml/2006/main">
              <a:ext uri="{FF2B5EF4-FFF2-40B4-BE49-F238E27FC236}">
                <a16:creationId xmlns:a16="http://schemas.microsoft.com/office/drawing/2014/main" id="{C31CB9EB-6812-4B02-82E6-614F312AF744}"/>
              </a:ext>
            </a:extLst>
          </p:cNvPr>
          <p:cNvSpPr>
            <a:spLocks xmlns:a="http://schemas.openxmlformats.org/drawingml/2006/main" noGrp="1"/>
          </p:cNvSpPr>
          <p:nvPr/>
        </p:nvSpPr>
        <p:spPr>
          <a:xfrm xmlns:a="http://schemas.openxmlformats.org/drawingml/2006/main">
            <a:off x="609600" y="457200"/>
            <a:ext cx="10972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defPPr>
              <a:defRPr sz="2700" b="1">
                <a:solidFill>
                  <a:srgbClr val="062F5B"/>
                </a:solidFill>
                <a:latin typeface="Apple SD Gothic Neo"/>
                <a:ea typeface="Apple SD Gothic Neo"/>
                <a:cs typeface="Apple SD Gothic Neo"/>
              </a:defRPr>
            </a:defPPr>
            <a:lvl1pPr>
              <a:defRPr sz="2700" b="1">
                <a:solidFill>
                  <a:srgbClr val="062F5B"/>
                </a:solidFill>
                <a:latin typeface="Apple SD Gothic Neo"/>
                <a:ea typeface="Apple SD Gothic Neo"/>
                <a:cs typeface="Apple SD Gothic Neo"/>
              </a:defRPr>
            </a:lvl1pPr>
            <a:lvl2pPr>
              <a:defRPr sz="2700" b="1">
                <a:solidFill>
                  <a:srgbClr val="062F5B"/>
                </a:solidFill>
                <a:latin typeface="Apple SD Gothic Neo"/>
                <a:ea typeface="Apple SD Gothic Neo"/>
                <a:cs typeface="Apple SD Gothic Neo"/>
              </a:defRPr>
            </a:lvl2pPr>
            <a:lvl3pPr>
              <a:defRPr sz="2700" b="1">
                <a:solidFill>
                  <a:srgbClr val="062F5B"/>
                </a:solidFill>
                <a:latin typeface="Apple SD Gothic Neo"/>
                <a:ea typeface="Apple SD Gothic Neo"/>
                <a:cs typeface="Apple SD Gothic Neo"/>
              </a:defRPr>
            </a:lvl3pPr>
            <a:lvl4pPr>
              <a:defRPr sz="2700" b="1">
                <a:solidFill>
                  <a:srgbClr val="062F5B"/>
                </a:solidFill>
                <a:latin typeface="Apple SD Gothic Neo"/>
                <a:ea typeface="Apple SD Gothic Neo"/>
                <a:cs typeface="Apple SD Gothic Neo"/>
              </a:defRPr>
            </a:lvl4pPr>
            <a:lvl5pPr>
              <a:defRPr sz="2700" b="1">
                <a:solidFill>
                  <a:srgbClr val="062F5B"/>
                </a:solidFill>
                <a:latin typeface="Apple SD Gothic Neo"/>
                <a:ea typeface="Apple SD Gothic Neo"/>
                <a:cs typeface="Apple SD Gothic Neo"/>
              </a:defRPr>
            </a:lvl5pPr>
            <a:lvl6pPr>
              <a:defRPr sz="2700" b="1">
                <a:solidFill>
                  <a:srgbClr val="062F5B"/>
                </a:solidFill>
                <a:latin typeface="Apple SD Gothic Neo"/>
                <a:ea typeface="Apple SD Gothic Neo"/>
                <a:cs typeface="Apple SD Gothic Neo"/>
              </a:defRPr>
            </a:lvl6pPr>
            <a:lvl7pPr>
              <a:defRPr sz="2700" b="1">
                <a:solidFill>
                  <a:srgbClr val="062F5B"/>
                </a:solidFill>
                <a:latin typeface="Apple SD Gothic Neo"/>
                <a:ea typeface="Apple SD Gothic Neo"/>
                <a:cs typeface="Apple SD Gothic Neo"/>
              </a:defRPr>
            </a:lvl7pPr>
            <a:lvl8pPr>
              <a:defRPr sz="2700" b="1">
                <a:solidFill>
                  <a:srgbClr val="062F5B"/>
                </a:solidFill>
                <a:latin typeface="Apple SD Gothic Neo"/>
                <a:ea typeface="Apple SD Gothic Neo"/>
                <a:cs typeface="Apple SD Gothic Neo"/>
              </a:defRPr>
            </a:lvl8pPr>
            <a:lvl9pPr>
              <a:defRPr sz="2700" b="1">
                <a:solidFill>
                  <a:srgbClr val="062F5B"/>
                </a:solidFill>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062F5B"/>
              </a:buClr>
              <a:buSzPts val="3600"/>
              <a:buFont typeface="Arial"/>
              <a:buNone/>
              <a:defRPr sz="2700" b="1">
                <a:solidFill>
                  <a:srgbClr val="062F5B"/>
                </a:solidFill>
                <a:latin typeface="Apple SD Gothic Neo"/>
                <a:ea typeface="Apple SD Gothic Neo"/>
                <a:cs typeface="Apple SD Gothic Neo"/>
              </a:defRPr>
            </a:pPr>
            <a:r>
              <a:rPr sz="2700" b="1" i="0" u="none" strike="noStrike" cap="none" spc="0">
                <a:solidFill>
                  <a:srgbClr val="062F5B"/>
                </a:solidFill>
                <a:latin typeface="Apple SD Gothic Neo"/>
                <a:ea typeface="Apple SD Gothic Neo"/>
                <a:cs typeface="Apple SD Gothic Neo"/>
              </a:rPr>
              <a:t>10월27일 구룡 마을 화재, 남일이 아닙니다.</a:t>
            </a:r>
            <a:endParaRPr sz="2850" b="1" i="0" u="none" strike="noStrike" cap="none" spc="0">
              <a:solidFill>
                <a:srgbClr val="132A44"/>
              </a:solidFill>
              <a:latin typeface="Arial"/>
              <a:ea typeface="Arial"/>
              <a:cs typeface="Arial"/>
            </a:endParaRPr>
          </a:p>
        </p:txBody>
      </p:sp>
      <p:sp>
        <p:nvSpPr>
          <p:cNvPr id="50" name="Google Shape;50;p2">
            <a:extLst xmlns:a="http://schemas.openxmlformats.org/drawingml/2006/main">
              <a:ext uri="{FF2B5EF4-FFF2-40B4-BE49-F238E27FC236}">
                <a16:creationId xmlns:a16="http://schemas.microsoft.com/office/drawing/2014/main" id="{72CB3556-83C7-489C-B59F-3B46C4FECD5B}"/>
              </a:ext>
            </a:extLst>
          </p:cNvPr>
          <p:cNvSpPr>
            <a:spLocks xmlns:a="http://schemas.openxmlformats.org/drawingml/2006/main" noGrp="1"/>
          </p:cNvSpPr>
          <p:nvPr/>
        </p:nvSpPr>
        <p:spPr>
          <a:xfrm xmlns:a="http://schemas.openxmlformats.org/drawingml/2006/main">
            <a:off x="9920654" y="2351428"/>
            <a:ext cx="9600" cy="1856100"/>
          </a:xfrm>
          <a:prstGeom xmlns:a="http://schemas.openxmlformats.org/drawingml/2006/main" prst="rect">
            <a:avLst/>
          </a:prstGeom>
          <a:solidFill xmlns:a="http://schemas.openxmlformats.org/drawingml/2006/main">
            <a:srgbClr val="CCD3D8"/>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spc="0">
              <a:solidFill>
                <a:srgbClr val="000000"/>
              </a:solidFill>
              <a:latin typeface="Arial"/>
              <a:ea typeface="Arial"/>
              <a:cs typeface="Arial"/>
            </a:endParaRPr>
          </a:p>
        </p:txBody>
      </p:sp>
      <p:sp>
        <p:nvSpPr>
          <p:cNvPr id="51" name="Google Shape;51;p2">
            <a:extLst xmlns:a="http://schemas.openxmlformats.org/drawingml/2006/main">
              <a:ext uri="{FF2B5EF4-FFF2-40B4-BE49-F238E27FC236}">
                <a16:creationId xmlns:a16="http://schemas.microsoft.com/office/drawing/2014/main" id="{9FED7816-5DAF-4304-B14B-D22101DF0A19}"/>
              </a:ext>
            </a:extLst>
          </p:cNvPr>
          <p:cNvSpPr>
            <a:spLocks xmlns:a="http://schemas.openxmlformats.org/drawingml/2006/main" noGrp="1"/>
          </p:cNvSpPr>
          <p:nvPr/>
        </p:nvSpPr>
        <p:spPr>
          <a:xfrm xmlns:a="http://schemas.openxmlformats.org/drawingml/2006/main">
            <a:off x="609600" y="1066800"/>
            <a:ext cx="109728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1425">
                <a:solidFill>
                  <a:srgbClr val="65707C"/>
                </a:solidFill>
                <a:latin typeface="Apple SD Gothic Neo"/>
                <a:ea typeface="Apple SD Gothic Neo"/>
                <a:cs typeface="Apple SD Gothic Neo"/>
              </a:defRPr>
            </a:defPPr>
            <a:lvl1pPr>
              <a:defRPr sz="1425">
                <a:solidFill>
                  <a:srgbClr val="65707C"/>
                </a:solidFill>
                <a:latin typeface="Apple SD Gothic Neo"/>
                <a:ea typeface="Apple SD Gothic Neo"/>
                <a:cs typeface="Apple SD Gothic Neo"/>
              </a:defRPr>
            </a:lvl1pPr>
            <a:lvl2pPr>
              <a:defRPr sz="1425">
                <a:solidFill>
                  <a:srgbClr val="65707C"/>
                </a:solidFill>
                <a:latin typeface="Apple SD Gothic Neo"/>
                <a:ea typeface="Apple SD Gothic Neo"/>
                <a:cs typeface="Apple SD Gothic Neo"/>
              </a:defRPr>
            </a:lvl2pPr>
            <a:lvl3pPr>
              <a:defRPr sz="1425">
                <a:solidFill>
                  <a:srgbClr val="65707C"/>
                </a:solidFill>
                <a:latin typeface="Apple SD Gothic Neo"/>
                <a:ea typeface="Apple SD Gothic Neo"/>
                <a:cs typeface="Apple SD Gothic Neo"/>
              </a:defRPr>
            </a:lvl3pPr>
            <a:lvl4pPr>
              <a:defRPr sz="1425">
                <a:solidFill>
                  <a:srgbClr val="65707C"/>
                </a:solidFill>
                <a:latin typeface="Apple SD Gothic Neo"/>
                <a:ea typeface="Apple SD Gothic Neo"/>
                <a:cs typeface="Apple SD Gothic Neo"/>
              </a:defRPr>
            </a:lvl4pPr>
            <a:lvl5pPr>
              <a:defRPr sz="1425">
                <a:solidFill>
                  <a:srgbClr val="65707C"/>
                </a:solidFill>
                <a:latin typeface="Apple SD Gothic Neo"/>
                <a:ea typeface="Apple SD Gothic Neo"/>
                <a:cs typeface="Apple SD Gothic Neo"/>
              </a:defRPr>
            </a:lvl5pPr>
            <a:lvl6pPr>
              <a:defRPr sz="1425">
                <a:solidFill>
                  <a:srgbClr val="65707C"/>
                </a:solidFill>
                <a:latin typeface="Apple SD Gothic Neo"/>
                <a:ea typeface="Apple SD Gothic Neo"/>
                <a:cs typeface="Apple SD Gothic Neo"/>
              </a:defRPr>
            </a:lvl6pPr>
            <a:lvl7pPr>
              <a:defRPr sz="1425">
                <a:solidFill>
                  <a:srgbClr val="65707C"/>
                </a:solidFill>
                <a:latin typeface="Apple SD Gothic Neo"/>
                <a:ea typeface="Apple SD Gothic Neo"/>
                <a:cs typeface="Apple SD Gothic Neo"/>
              </a:defRPr>
            </a:lvl7pPr>
            <a:lvl8pPr>
              <a:defRPr sz="1425">
                <a:solidFill>
                  <a:srgbClr val="65707C"/>
                </a:solidFill>
                <a:latin typeface="Apple SD Gothic Neo"/>
                <a:ea typeface="Apple SD Gothic Neo"/>
                <a:cs typeface="Apple SD Gothic Neo"/>
              </a:defRPr>
            </a:lvl8pPr>
            <a:lvl9pPr>
              <a:defRPr sz="1425">
                <a:solidFill>
                  <a:srgbClr val="65707C"/>
                </a:solidFill>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062F5B"/>
              </a:buClr>
              <a:buSzPts val="2800"/>
              <a:buFont typeface="Arial"/>
              <a:buNone/>
              <a:defRPr sz="1425">
                <a:solidFill>
                  <a:srgbClr val="65707C"/>
                </a:solidFill>
                <a:latin typeface="Apple SD Gothic Neo"/>
                <a:ea typeface="Apple SD Gothic Neo"/>
                <a:cs typeface="Apple SD Gothic Neo"/>
              </a:defRPr>
            </a:pPr>
            <a:r>
              <a:rPr sz="1425" b="1" i="0" u="none" strike="noStrike" cap="none" spc="0">
                <a:solidFill>
                  <a:srgbClr val="65707C"/>
                </a:solidFill>
                <a:latin typeface="Apple SD Gothic Neo"/>
                <a:ea typeface="Apple SD Gothic Neo"/>
                <a:cs typeface="Apple SD Gothic Neo"/>
              </a:rPr>
              <a:t>과연 화재가 코디세이였다면? 우리는 무엇을 할 수 있었을까요?</a:t>
            </a:r>
            <a:endParaRPr sz="2500" b="1" i="0" u="none" strike="noStrike" cap="none" spc="0">
              <a:solidFill>
                <a:srgbClr val="20324C"/>
              </a:solidFill>
              <a:latin typeface="Arial"/>
              <a:ea typeface="Arial"/>
              <a:cs typeface="Arial"/>
            </a:endParaRPr>
          </a:p>
        </p:txBody>
      </p:sp>
      <p:sp>
        <p:nvSpPr>
          <p:cNvPr id="52" name="Google Shape;52;p2">
            <a:extLst xmlns:a="http://schemas.openxmlformats.org/drawingml/2006/main">
              <a:ext uri="{FF2B5EF4-FFF2-40B4-BE49-F238E27FC236}">
                <a16:creationId xmlns:a16="http://schemas.microsoft.com/office/drawing/2014/main" id="{692AFF69-8E9D-481E-B060-196B09EC9249}"/>
              </a:ext>
            </a:extLst>
          </p:cNvPr>
          <p:cNvSpPr>
            <a:spLocks xmlns:a="http://schemas.openxmlformats.org/drawingml/2006/main" noGrp="1"/>
          </p:cNvSpPr>
          <p:nvPr/>
        </p:nvSpPr>
        <p:spPr>
          <a:xfrm xmlns:a="http://schemas.openxmlformats.org/drawingml/2006/main">
            <a:off x="6838951" y="2178438"/>
            <a:ext cx="1407752" cy="53331"/>
          </a:xfrm>
          <a:prstGeom xmlns:a="http://schemas.openxmlformats.org/drawingml/2006/main" prst="rect">
            <a:avLst/>
          </a:prstGeom>
          <a:solidFill xmlns:a="http://schemas.openxmlformats.org/drawingml/2006/main">
            <a:srgbClr val="FFB515"/>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spc="0">
              <a:solidFill>
                <a:srgbClr val="000000"/>
              </a:solidFill>
              <a:latin typeface="Arial"/>
              <a:ea typeface="Arial"/>
              <a:cs typeface="Arial"/>
            </a:endParaRPr>
          </a:p>
        </p:txBody>
      </p:sp>
      <p:sp>
        <p:nvSpPr>
          <p:cNvPr id="53" name="Google Shape;53;p2">
            <a:extLst xmlns:a="http://schemas.openxmlformats.org/drawingml/2006/main">
              <a:ext uri="{FF2B5EF4-FFF2-40B4-BE49-F238E27FC236}">
                <a16:creationId xmlns:a16="http://schemas.microsoft.com/office/drawing/2014/main" id="{EF7BF8CB-4E4A-4507-ADD2-67E18E1D6229}"/>
              </a:ext>
            </a:extLst>
          </p:cNvPr>
          <p:cNvSpPr>
            <a:spLocks xmlns:a="http://schemas.openxmlformats.org/drawingml/2006/main" noGrp="1"/>
          </p:cNvSpPr>
          <p:nvPr/>
        </p:nvSpPr>
        <p:spPr>
          <a:xfrm xmlns:a="http://schemas.openxmlformats.org/drawingml/2006/main">
            <a:off x="6789128" y="1838416"/>
            <a:ext cx="1551242" cy="321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062F5B"/>
              </a:buClr>
              <a:buSzPts val="2200"/>
              <a:buFont typeface="Arial"/>
              <a:buNone/>
              <a:defRPr>
                <a:latin typeface="Apple SD Gothic Neo"/>
                <a:ea typeface="Apple SD Gothic Neo"/>
                <a:cs typeface="Apple SD Gothic Neo"/>
              </a:defRPr>
            </a:pPr>
            <a:r>
              <a:rPr sz="2200" b="1" i="0" u="none" strike="noStrike" cap="none" spc="0">
                <a:solidFill>
                  <a:srgbClr val="062F5B"/>
                </a:solidFill>
                <a:latin typeface="Apple SD Gothic Neo"/>
                <a:ea typeface="Apple SD Gothic Neo"/>
                <a:cs typeface="Apple SD Gothic Neo"/>
              </a:rPr>
              <a:t>목표 사용자</a:t>
            </a:r>
            <a:endParaRPr sz="1400" b="0" i="0" u="none" strike="noStrike" cap="none" spc="0">
              <a:solidFill>
                <a:srgbClr val="000000"/>
              </a:solidFill>
              <a:latin typeface="Arial"/>
              <a:ea typeface="Arial"/>
              <a:cs typeface="Arial"/>
            </a:endParaRPr>
          </a:p>
        </p:txBody>
      </p:sp>
      <p:sp>
        <p:nvSpPr>
          <p:cNvPr id="54" name="Google Shape;54;p2">
            <a:extLst xmlns:a="http://schemas.openxmlformats.org/drawingml/2006/main">
              <a:ext uri="{FF2B5EF4-FFF2-40B4-BE49-F238E27FC236}">
                <a16:creationId xmlns:a16="http://schemas.microsoft.com/office/drawing/2014/main" id="{4ABCEC5B-18AD-478F-A642-17D21FF6897E}"/>
              </a:ext>
            </a:extLst>
          </p:cNvPr>
          <p:cNvSpPr>
            <a:spLocks xmlns:a="http://schemas.openxmlformats.org/drawingml/2006/main" noGrp="1"/>
          </p:cNvSpPr>
          <p:nvPr/>
        </p:nvSpPr>
        <p:spPr>
          <a:xfrm xmlns:a="http://schemas.openxmlformats.org/drawingml/2006/main">
            <a:off x="399048" y="4060489"/>
            <a:ext cx="5844928" cy="1885178"/>
          </a:xfrm>
          <a:prstGeom xmlns:a="http://schemas.openxmlformats.org/drawingml/2006/main" prst="rect">
            <a:avLst/>
          </a:prstGeom>
          <a:solidFill xmlns:a="http://schemas.openxmlformats.org/drawingml/2006/main">
            <a:srgbClr val="E9EFF5"/>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spc="0">
              <a:solidFill>
                <a:srgbClr val="000000"/>
              </a:solidFill>
              <a:latin typeface="Arial"/>
              <a:ea typeface="Arial"/>
              <a:cs typeface="Arial"/>
            </a:endParaRPr>
          </a:p>
        </p:txBody>
      </p:sp>
      <p:pic>
        <p:nvPicPr>
          <p:cNvPr id="55" name="Google Shape;55;p2">
            <a:extLst xmlns:a="http://schemas.openxmlformats.org/drawingml/2006/main">
              <a:ext uri="{FF2B5EF4-FFF2-40B4-BE49-F238E27FC236}">
                <a16:creationId xmlns:a16="http://schemas.microsoft.com/office/drawing/2014/main" id="{0C4E694B-5BE0-4CD3-BCCB-4A1C87C07B5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f78d42cc50744fd">
            <a:alphaModFix/>
          </a:blip>
          <a:srcRect xmlns:a="http://schemas.openxmlformats.org/drawingml/2006/main" l="0" t="0" r="0" b="0"/>
          <a:stretch xmlns:a="http://schemas.openxmlformats.org/drawingml/2006/main"/>
        </p:blipFill>
        <p:spPr>
          <a:xfrm xmlns:a="http://schemas.openxmlformats.org/drawingml/2006/main">
            <a:off x="399048" y="2054754"/>
            <a:ext cx="5844930" cy="1374246"/>
          </a:xfrm>
          <a:prstGeom xmlns:a="http://schemas.openxmlformats.org/drawingml/2006/main" prst="rect">
            <a:avLst/>
          </a:prstGeom>
          <a:ln xmlns:a="http://schemas.openxmlformats.org/drawingml/2006/main">
            <a:noFill/>
          </a:ln>
        </p:spPr>
      </p:pic>
      <p:pic>
        <p:nvPicPr>
          <p:cNvPr id="56" name="Google Shape;56;p2">
            <a:extLst xmlns:a="http://schemas.openxmlformats.org/drawingml/2006/main">
              <a:ext uri="{FF2B5EF4-FFF2-40B4-BE49-F238E27FC236}">
                <a16:creationId xmlns:a16="http://schemas.microsoft.com/office/drawing/2014/main" id="{33377D5A-D5ED-45ED-8FBF-6BE8DA9C8CD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b82fb8692614af4">
            <a:alphaModFix/>
          </a:blip>
          <a:srcRect xmlns:a="http://schemas.openxmlformats.org/drawingml/2006/main" l="0" t="0" r="0" b="0"/>
          <a:stretch xmlns:a="http://schemas.openxmlformats.org/drawingml/2006/main"/>
        </p:blipFill>
        <p:spPr>
          <a:xfrm xmlns:a="http://schemas.openxmlformats.org/drawingml/2006/main">
            <a:off x="399047" y="3446167"/>
            <a:ext cx="5844929" cy="546100"/>
          </a:xfrm>
          <a:prstGeom xmlns:a="http://schemas.openxmlformats.org/drawingml/2006/main" prst="rect">
            <a:avLst/>
          </a:prstGeom>
          <a:ln xmlns:a="http://schemas.openxmlformats.org/drawingml/2006/main">
            <a:noFill/>
          </a:ln>
        </p:spPr>
      </p:pic>
      <p:sp>
        <p:nvSpPr>
          <p:cNvPr id="57" name="Google Shape;57;p2">
            <a:extLst xmlns:a="http://schemas.openxmlformats.org/drawingml/2006/main">
              <a:ext uri="{FF2B5EF4-FFF2-40B4-BE49-F238E27FC236}">
                <a16:creationId xmlns:a16="http://schemas.microsoft.com/office/drawing/2014/main" id="{3C90F233-C8B6-4206-8B11-59D9C052D186}"/>
              </a:ext>
            </a:extLst>
          </p:cNvPr>
          <p:cNvSpPr>
            <a:spLocks xmlns:a="http://schemas.openxmlformats.org/drawingml/2006/main" noGrp="1"/>
          </p:cNvSpPr>
          <p:nvPr/>
        </p:nvSpPr>
        <p:spPr>
          <a:xfrm xmlns:a="http://schemas.openxmlformats.org/drawingml/2006/main">
            <a:off x="732363" y="4160472"/>
            <a:ext cx="5363637" cy="16852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65707C"/>
              </a:buClr>
              <a:buSzPts val="1800"/>
              <a:buFont typeface="Arial"/>
              <a:buNone/>
              <a:defRPr>
                <a:latin typeface="Apple SD Gothic Neo"/>
                <a:ea typeface="Apple SD Gothic Neo"/>
                <a:cs typeface="Apple SD Gothic Neo"/>
              </a:defRPr>
            </a:pPr>
            <a:r>
              <a:rPr sz="1800" b="0" i="0" u="none" strike="noStrike" cap="none" spc="0">
                <a:solidFill>
                  <a:srgbClr val="20324C"/>
                </a:solidFill>
                <a:latin typeface="Apple SD Gothic Neo"/>
                <a:ea typeface="Apple SD Gothic Neo"/>
                <a:cs typeface="Apple SD Gothic Neo"/>
              </a:rPr>
              <a:t>2017년 제천 스포츠센터 화재</a:t>
            </a:r>
            <a:endParaRPr sz="1800" b="0" i="0" u="none" strike="noStrike" cap="none" spc="0">
              <a:solidFill>
                <a:srgbClr val="20324C"/>
              </a:solidFill>
              <a:latin typeface="Arial"/>
              <a:ea typeface="Arial"/>
              <a:cs typeface="Arial"/>
            </a:endParaRPr>
          </a:p>
          <a:p xmlns:a="http://schemas.openxmlformats.org/drawingml/2006/main">
            <a:pPr marL="0" marR="0" lvl="0" indent="0" algn="l">
              <a:lnSpc>
                <a:spcPct val="110000"/>
              </a:lnSpc>
              <a:spcBef>
                <a:spcPts val="0"/>
              </a:spcBef>
              <a:spcAft>
                <a:spcPts val="0"/>
              </a:spcAft>
              <a:buClr>
                <a:srgbClr val="65707C"/>
              </a:buClr>
              <a:buSzPts val="1800"/>
              <a:buFont typeface="Arial"/>
              <a:buNone/>
            </a:pPr>
            <a:r>
              <a:t/>
            </a:r>
            <a:endParaRPr sz="900" b="0" i="0" u="none" strike="noStrike" cap="none" spc="0">
              <a:solidFill>
                <a:srgbClr val="20324C"/>
              </a:solidFill>
              <a:latin typeface="Arial"/>
              <a:ea typeface="Arial"/>
              <a:cs typeface="Arial"/>
            </a:endParaRPr>
          </a:p>
          <a:p xmlns:a="http://schemas.openxmlformats.org/drawingml/2006/main">
            <a:pPr marL="0" marR="0" lvl="0" indent="0" algn="l">
              <a:lnSpc>
                <a:spcPct val="110000"/>
              </a:lnSpc>
              <a:spcBef>
                <a:spcPts val="0"/>
              </a:spcBef>
              <a:spcAft>
                <a:spcPts val="0"/>
              </a:spcAft>
              <a:buClr>
                <a:srgbClr val="65707C"/>
              </a:buClr>
              <a:buSzPts val="1800"/>
              <a:buFont typeface="Arial"/>
              <a:buNone/>
              <a:defRPr>
                <a:latin typeface="Apple SD Gothic Neo"/>
                <a:ea typeface="Apple SD Gothic Neo"/>
                <a:cs typeface="Apple SD Gothic Neo"/>
              </a:defRPr>
            </a:pPr>
            <a:r>
              <a:rPr sz="1500" b="0" i="0" u="none" strike="noStrike" cap="none" spc="0">
                <a:solidFill>
                  <a:srgbClr val="20324C"/>
                </a:solidFill>
                <a:latin typeface="Apple SD Gothic Neo"/>
                <a:ea typeface="Apple SD Gothic Neo"/>
                <a:cs typeface="Apple SD Gothic Neo"/>
              </a:rPr>
              <a:t>같은 건물, 같은 화재. </a:t>
            </a:r>
            <a:endParaRPr sz="1500" b="0" i="0" u="none" strike="noStrike" cap="none" spc="0">
              <a:solidFill>
                <a:srgbClr val="20324C"/>
              </a:solidFill>
              <a:latin typeface="Arial"/>
              <a:ea typeface="Arial"/>
              <a:cs typeface="Arial"/>
            </a:endParaRPr>
          </a:p>
          <a:p xmlns:a="http://schemas.openxmlformats.org/drawingml/2006/main">
            <a:pPr marL="0" marR="0" lvl="0" indent="0" algn="l">
              <a:lnSpc>
                <a:spcPct val="110000"/>
              </a:lnSpc>
              <a:spcBef>
                <a:spcPts val="0"/>
              </a:spcBef>
              <a:spcAft>
                <a:spcPts val="0"/>
              </a:spcAft>
              <a:buClr>
                <a:srgbClr val="65707C"/>
              </a:buClr>
              <a:buSzPts val="1800"/>
              <a:buFont typeface="Arial"/>
              <a:buNone/>
              <a:defRPr>
                <a:latin typeface="Apple SD Gothic Neo"/>
                <a:ea typeface="Apple SD Gothic Neo"/>
                <a:cs typeface="Apple SD Gothic Neo"/>
              </a:defRPr>
            </a:pPr>
            <a:r>
              <a:rPr sz="1500" b="0" i="0" u="none" strike="noStrike" cap="none" spc="0">
                <a:solidFill>
                  <a:srgbClr val="20324C"/>
                </a:solidFill>
                <a:latin typeface="Apple SD Gothic Neo"/>
                <a:ea typeface="Apple SD Gothic Neo"/>
                <a:cs typeface="Apple SD Gothic Neo"/>
              </a:rPr>
              <a:t>대피할 수 있는 길은 달랐습니다.</a:t>
            </a:r>
            <a:endParaRPr/>
          </a:p>
          <a:p xmlns:a="http://schemas.openxmlformats.org/drawingml/2006/main">
            <a:pPr marL="0" marR="0" lvl="0" indent="0" algn="l">
              <a:lnSpc>
                <a:spcPct val="110000"/>
              </a:lnSpc>
              <a:spcBef>
                <a:spcPts val="0"/>
              </a:spcBef>
              <a:spcAft>
                <a:spcPts val="0"/>
              </a:spcAft>
              <a:buClr>
                <a:srgbClr val="65707C"/>
              </a:buClr>
              <a:buSzPts val="1800"/>
              <a:buFont typeface="Arial"/>
              <a:buNone/>
            </a:pPr>
            <a:r>
              <a:t/>
            </a:r>
            <a:endParaRPr sz="900" b="0" i="0" u="none" strike="noStrike" cap="none" spc="0">
              <a:solidFill>
                <a:srgbClr val="20324C"/>
              </a:solidFill>
              <a:latin typeface="Arial"/>
              <a:ea typeface="Arial"/>
              <a:cs typeface="Arial"/>
            </a:endParaRPr>
          </a:p>
          <a:p xmlns:a="http://schemas.openxmlformats.org/drawingml/2006/main">
            <a:pPr marL="0" marR="0" lvl="0" indent="0" algn="l">
              <a:lnSpc>
                <a:spcPct val="110000"/>
              </a:lnSpc>
              <a:spcBef>
                <a:spcPts val="0"/>
              </a:spcBef>
              <a:spcAft>
                <a:spcPts val="0"/>
              </a:spcAft>
              <a:buClr>
                <a:srgbClr val="65707C"/>
              </a:buClr>
              <a:buSzPts val="1800"/>
              <a:buFont typeface="Arial"/>
              <a:buNone/>
              <a:defRPr>
                <a:latin typeface="Apple SD Gothic Neo"/>
                <a:ea typeface="Apple SD Gothic Neo"/>
                <a:cs typeface="Apple SD Gothic Neo"/>
              </a:defRPr>
            </a:pPr>
            <a:r>
              <a:rPr sz="1500" b="0" i="0" u="none" strike="noStrike" cap="none" spc="0">
                <a:solidFill>
                  <a:srgbClr val="20324C"/>
                </a:solidFill>
                <a:latin typeface="Apple SD Gothic Neo"/>
                <a:ea typeface="Apple SD Gothic Neo"/>
                <a:cs typeface="Apple SD Gothic Neo"/>
              </a:rPr>
              <a:t>한 건물 안에서 동일한 재난 상황임에도</a:t>
            </a:r>
            <a:endParaRPr sz="1500" b="0" i="0" u="none" strike="noStrike" cap="none" spc="0">
              <a:solidFill>
                <a:srgbClr val="20324C"/>
              </a:solidFill>
              <a:latin typeface="Arial"/>
              <a:ea typeface="Arial"/>
              <a:cs typeface="Arial"/>
            </a:endParaRPr>
          </a:p>
          <a:p xmlns:a="http://schemas.openxmlformats.org/drawingml/2006/main">
            <a:pPr marL="0" marR="0" lvl="0" indent="0" algn="l">
              <a:lnSpc>
                <a:spcPct val="110000"/>
              </a:lnSpc>
              <a:spcBef>
                <a:spcPts val="0"/>
              </a:spcBef>
              <a:spcAft>
                <a:spcPts val="0"/>
              </a:spcAft>
              <a:buClr>
                <a:srgbClr val="65707C"/>
              </a:buClr>
              <a:buSzPts val="1800"/>
              <a:buFont typeface="Arial"/>
              <a:buNone/>
              <a:defRPr>
                <a:latin typeface="Apple SD Gothic Neo"/>
                <a:ea typeface="Apple SD Gothic Neo"/>
                <a:cs typeface="Apple SD Gothic Neo"/>
              </a:defRPr>
            </a:pPr>
            <a:r>
              <a:rPr sz="1500" b="0" i="0" u="none" strike="noStrike" cap="none" spc="0">
                <a:solidFill>
                  <a:srgbClr val="20324C"/>
                </a:solidFill>
                <a:latin typeface="Apple SD Gothic Neo"/>
                <a:ea typeface="Apple SD Gothic Neo"/>
                <a:cs typeface="Apple SD Gothic Neo"/>
              </a:rPr>
              <a:t>내위치가 1층인가 R층인가에 따라 대응 방법은 달라집니다.</a:t>
            </a:r>
            <a:endParaRPr sz="1500" b="0" i="0" u="none" strike="noStrike" cap="none" spc="0">
              <a:solidFill>
                <a:srgbClr val="20324C"/>
              </a:solidFill>
              <a:latin typeface="Arial"/>
              <a:ea typeface="Arial"/>
              <a:cs typeface="Arial"/>
            </a:endParaRPr>
          </a:p>
        </p:txBody>
      </p:sp>
      <p:sp>
        <p:nvSpPr>
          <p:cNvPr id="58" name="Google Shape;58;p2">
            <a:extLst xmlns:a="http://schemas.openxmlformats.org/drawingml/2006/main">
              <a:ext uri="{FF2B5EF4-FFF2-40B4-BE49-F238E27FC236}">
                <a16:creationId xmlns:a16="http://schemas.microsoft.com/office/drawing/2014/main" id="{8102EB42-221E-48D1-A8B4-9FDE9F134E7A}"/>
              </a:ext>
            </a:extLst>
          </p:cNvPr>
          <p:cNvSpPr>
            <a:spLocks xmlns:a="http://schemas.openxmlformats.org/drawingml/2006/main" noGrp="1"/>
          </p:cNvSpPr>
          <p:nvPr/>
        </p:nvSpPr>
        <p:spPr>
          <a:xfrm xmlns:a="http://schemas.openxmlformats.org/drawingml/2006/main">
            <a:off x="6838951" y="5260720"/>
            <a:ext cx="4593487" cy="570646"/>
          </a:xfrm>
          <a:prstGeom xmlns:a="http://schemas.openxmlformats.org/drawingml/2006/main" prst="rect">
            <a:avLst/>
          </a:prstGeom>
          <a:solidFill xmlns:a="http://schemas.openxmlformats.org/drawingml/2006/main">
            <a:srgbClr val="E9EFF5"/>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spc="0">
              <a:solidFill>
                <a:srgbClr val="000000"/>
              </a:solidFill>
              <a:latin typeface="Arial"/>
              <a:ea typeface="Arial"/>
              <a:cs typeface="Arial"/>
            </a:endParaRPr>
          </a:p>
        </p:txBody>
      </p:sp>
      <p:pic>
        <p:nvPicPr>
          <p:cNvPr id="59" name="Google Shape;59;p2">
            <a:extLst xmlns:a="http://schemas.openxmlformats.org/drawingml/2006/main">
              <a:ext uri="{FF2B5EF4-FFF2-40B4-BE49-F238E27FC236}">
                <a16:creationId xmlns:a16="http://schemas.microsoft.com/office/drawing/2014/main" id="{77C24285-32CF-486A-BA8E-30B44C7AFA9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b483e7472344bb2">
            <a:alphaModFix/>
          </a:blip>
          <a:srcRect xmlns:a="http://schemas.openxmlformats.org/drawingml/2006/main" l="0" t="0" r="0" b="0"/>
          <a:stretch xmlns:a="http://schemas.openxmlformats.org/drawingml/2006/main"/>
        </p:blipFill>
        <p:spPr>
          <a:xfrm xmlns:a="http://schemas.openxmlformats.org/drawingml/2006/main" rot="287822">
            <a:off x="6707937" y="4232770"/>
            <a:ext cx="4820334" cy="713346"/>
          </a:xfrm>
          <a:prstGeom xmlns:a="http://schemas.openxmlformats.org/drawingml/2006/main" prst="rect">
            <a:avLst/>
          </a:prstGeom>
          <a:ln xmlns:a="http://schemas.openxmlformats.org/drawingml/2006/main">
            <a:noFill/>
          </a:ln>
        </p:spPr>
      </p:pic>
      <p:pic>
        <p:nvPicPr>
          <p:cNvPr id="60" name="Google Shape;60;p2">
            <a:extLst xmlns:a="http://schemas.openxmlformats.org/drawingml/2006/main">
              <a:ext uri="{FF2B5EF4-FFF2-40B4-BE49-F238E27FC236}">
                <a16:creationId xmlns:a16="http://schemas.microsoft.com/office/drawing/2014/main" id="{1DF79412-C600-4754-9135-AA27773F2B5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2601780db6146ca">
            <a:alphaModFix/>
          </a:blip>
          <a:srcRect xmlns:a="http://schemas.openxmlformats.org/drawingml/2006/main" l="0" t="0" r="0" b="0"/>
          <a:stretch xmlns:a="http://schemas.openxmlformats.org/drawingml/2006/main"/>
        </p:blipFill>
        <p:spPr>
          <a:xfrm xmlns:a="http://schemas.openxmlformats.org/drawingml/2006/main" rot="-512478">
            <a:off x="6570815" y="2284194"/>
            <a:ext cx="5043469" cy="1191023"/>
          </a:xfrm>
          <a:prstGeom xmlns:a="http://schemas.openxmlformats.org/drawingml/2006/main" prst="rect">
            <a:avLst/>
          </a:prstGeom>
          <a:ln xmlns:a="http://schemas.openxmlformats.org/drawingml/2006/main">
            <a:noFill/>
          </a:ln>
        </p:spPr>
      </p:pic>
      <p:pic>
        <p:nvPicPr>
          <p:cNvPr id="61" name="Google Shape;61;p2">
            <a:extLst xmlns:a="http://schemas.openxmlformats.org/drawingml/2006/main">
              <a:ext uri="{FF2B5EF4-FFF2-40B4-BE49-F238E27FC236}">
                <a16:creationId xmlns:a16="http://schemas.microsoft.com/office/drawing/2014/main" id="{559608E1-8F74-44CA-8501-6920A8FE036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daf7259500a4d87">
            <a:alphaModFix/>
          </a:blip>
          <a:srcRect xmlns:a="http://schemas.openxmlformats.org/drawingml/2006/main" l="0" t="0" r="0" b="0"/>
          <a:stretch xmlns:a="http://schemas.openxmlformats.org/drawingml/2006/main"/>
        </p:blipFill>
        <p:spPr>
          <a:xfrm xmlns:a="http://schemas.openxmlformats.org/drawingml/2006/main" rot="272604">
            <a:off x="7021264" y="3017337"/>
            <a:ext cx="4827232" cy="1312257"/>
          </a:xfrm>
          <a:prstGeom xmlns:a="http://schemas.openxmlformats.org/drawingml/2006/main" prst="rect">
            <a:avLst/>
          </a:prstGeom>
          <a:ln xmlns:a="http://schemas.openxmlformats.org/drawingml/2006/main">
            <a:noFill/>
          </a:ln>
        </p:spPr>
      </p:pic>
      <p:sp>
        <p:nvSpPr>
          <p:cNvPr id="62" name="Google Shape;62;p2">
            <a:extLst xmlns:a="http://schemas.openxmlformats.org/drawingml/2006/main">
              <a:ext uri="{FF2B5EF4-FFF2-40B4-BE49-F238E27FC236}">
                <a16:creationId xmlns:a16="http://schemas.microsoft.com/office/drawing/2014/main" id="{0AF027D4-AA7C-4E88-8A01-E74547ACAF27}"/>
              </a:ext>
            </a:extLst>
          </p:cNvPr>
          <p:cNvSpPr>
            <a:spLocks xmlns:a="http://schemas.openxmlformats.org/drawingml/2006/main" noGrp="1"/>
          </p:cNvSpPr>
          <p:nvPr/>
        </p:nvSpPr>
        <p:spPr>
          <a:xfrm xmlns:a="http://schemas.openxmlformats.org/drawingml/2006/main">
            <a:off x="7043126" y="5283125"/>
            <a:ext cx="4185136" cy="51429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65707C"/>
              </a:buClr>
              <a:buSzPts val="1700"/>
              <a:buFont typeface="Arial"/>
              <a:buNone/>
              <a:defRPr>
                <a:latin typeface="Apple SD Gothic Neo"/>
                <a:ea typeface="Apple SD Gothic Neo"/>
                <a:cs typeface="Apple SD Gothic Neo"/>
              </a:defRPr>
            </a:pPr>
            <a:r>
              <a:rPr sz="1425" b="0" i="0" u="none" strike="noStrike" cap="none" spc="0">
                <a:solidFill>
                  <a:srgbClr val="20324C"/>
                </a:solidFill>
                <a:latin typeface="Apple SD Gothic Neo"/>
                <a:ea typeface="Apple SD Gothic Neo"/>
                <a:cs typeface="Apple SD Gothic Neo"/>
              </a:rPr>
              <a:t>우리 </a:t>
            </a:r>
            <a:r>
              <a:rPr sz="1800" b="1" i="0" u="none" strike="noStrike" cap="none" spc="0">
                <a:solidFill>
                  <a:srgbClr val="20324C"/>
                </a:solidFill>
                <a:latin typeface="Apple SD Gothic Neo"/>
                <a:ea typeface="Apple SD Gothic Neo"/>
                <a:cs typeface="Apple SD Gothic Neo"/>
              </a:rPr>
              <a:t>누구나</a:t>
            </a:r>
            <a:r>
              <a:rPr sz="1425" b="0" i="0" u="none" strike="noStrike" cap="none" spc="0">
                <a:solidFill>
                  <a:srgbClr val="20324C"/>
                </a:solidFill>
                <a:latin typeface="Apple SD Gothic Neo"/>
                <a:ea typeface="Apple SD Gothic Neo"/>
                <a:cs typeface="Apple SD Gothic Neo"/>
              </a:rPr>
              <a:t> 재난의 상황에 맞닥뜨릴 수 있습니다.</a:t>
            </a:r>
            <a:endParaRPr sz="1425" b="0" i="0" u="none" strike="noStrike" cap="none" spc="0">
              <a:solidFill>
                <a:srgbClr val="20324C"/>
              </a:solidFill>
              <a:latin typeface="Arial"/>
              <a:ea typeface="Arial"/>
              <a:cs typeface="Arial"/>
            </a:endParaRPr>
          </a:p>
        </p:txBody>
      </p:sp>
    </p:spTree>
    <p:extLst>
      <p:ext uri="{BB962C8B-B14F-4D97-AF65-F5344CB8AC3E}">
        <p14:creationId xmlns:p14="http://schemas.microsoft.com/office/powerpoint/2010/main" val="320244477"/>
      </p:ext>
    </p:extLst>
  </p:cSld>
</p:sld>
</file>

<file path=ppt/slides/slide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8" name="Google Shape;68;p3">
            <a:extLst xmlns:a="http://schemas.openxmlformats.org/drawingml/2006/main">
              <a:ext uri="{FF2B5EF4-FFF2-40B4-BE49-F238E27FC236}">
                <a16:creationId xmlns:a16="http://schemas.microsoft.com/office/drawing/2014/main" id="{6F4B3153-FD3A-4F39-A90C-305C3E0F555E}"/>
              </a:ext>
            </a:extLst>
          </p:cNvPr>
          <p:cNvSpPr>
            <a:spLocks xmlns:a="http://schemas.openxmlformats.org/drawingml/2006/main" noGrp="1"/>
          </p:cNvSpPr>
          <p:nvPr/>
        </p:nvSpPr>
        <p:spPr>
          <a:xfrm xmlns:a="http://schemas.openxmlformats.org/drawingml/2006/main">
            <a:off x="609600" y="6486525"/>
            <a:ext cx="66675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825">
                <a:solidFill>
                  <a:srgbClr val="65707C"/>
                </a:solidFill>
                <a:latin typeface="Apple SD Gothic Neo"/>
                <a:ea typeface="Apple SD Gothic Neo"/>
                <a:cs typeface="Apple SD Gothic Neo"/>
              </a:defRPr>
            </a:defPPr>
            <a:lvl1pPr>
              <a:defRPr sz="825">
                <a:solidFill>
                  <a:srgbClr val="65707C"/>
                </a:solidFill>
                <a:latin typeface="Apple SD Gothic Neo"/>
                <a:ea typeface="Apple SD Gothic Neo"/>
                <a:cs typeface="Apple SD Gothic Neo"/>
              </a:defRPr>
            </a:lvl1pPr>
            <a:lvl2pPr>
              <a:defRPr sz="825">
                <a:solidFill>
                  <a:srgbClr val="65707C"/>
                </a:solidFill>
                <a:latin typeface="Apple SD Gothic Neo"/>
                <a:ea typeface="Apple SD Gothic Neo"/>
                <a:cs typeface="Apple SD Gothic Neo"/>
              </a:defRPr>
            </a:lvl2pPr>
            <a:lvl3pPr>
              <a:defRPr sz="825">
                <a:solidFill>
                  <a:srgbClr val="65707C"/>
                </a:solidFill>
                <a:latin typeface="Apple SD Gothic Neo"/>
                <a:ea typeface="Apple SD Gothic Neo"/>
                <a:cs typeface="Apple SD Gothic Neo"/>
              </a:defRPr>
            </a:lvl3pPr>
            <a:lvl4pPr>
              <a:defRPr sz="825">
                <a:solidFill>
                  <a:srgbClr val="65707C"/>
                </a:solidFill>
                <a:latin typeface="Apple SD Gothic Neo"/>
                <a:ea typeface="Apple SD Gothic Neo"/>
                <a:cs typeface="Apple SD Gothic Neo"/>
              </a:defRPr>
            </a:lvl4pPr>
            <a:lvl5pPr>
              <a:defRPr sz="825">
                <a:solidFill>
                  <a:srgbClr val="65707C"/>
                </a:solidFill>
                <a:latin typeface="Apple SD Gothic Neo"/>
                <a:ea typeface="Apple SD Gothic Neo"/>
                <a:cs typeface="Apple SD Gothic Neo"/>
              </a:defRPr>
            </a:lvl5pPr>
            <a:lvl6pPr>
              <a:defRPr sz="825">
                <a:solidFill>
                  <a:srgbClr val="65707C"/>
                </a:solidFill>
                <a:latin typeface="Apple SD Gothic Neo"/>
                <a:ea typeface="Apple SD Gothic Neo"/>
                <a:cs typeface="Apple SD Gothic Neo"/>
              </a:defRPr>
            </a:lvl6pPr>
            <a:lvl7pPr>
              <a:defRPr sz="825">
                <a:solidFill>
                  <a:srgbClr val="65707C"/>
                </a:solidFill>
                <a:latin typeface="Apple SD Gothic Neo"/>
                <a:ea typeface="Apple SD Gothic Neo"/>
                <a:cs typeface="Apple SD Gothic Neo"/>
              </a:defRPr>
            </a:lvl7pPr>
            <a:lvl8pPr>
              <a:defRPr sz="825">
                <a:solidFill>
                  <a:srgbClr val="65707C"/>
                </a:solidFill>
                <a:latin typeface="Apple SD Gothic Neo"/>
                <a:ea typeface="Apple SD Gothic Neo"/>
                <a:cs typeface="Apple SD Gothic Neo"/>
              </a:defRPr>
            </a:lvl8pPr>
            <a:lvl9pPr>
              <a:defRPr sz="825">
                <a:solidFill>
                  <a:srgbClr val="65707C"/>
                </a:solidFill>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65707C"/>
              </a:buClr>
              <a:buSzPts val="1100"/>
              <a:buFont typeface="Arial"/>
              <a:buNone/>
              <a:defRPr sz="825">
                <a:solidFill>
                  <a:srgbClr val="65707C"/>
                </a:solidFill>
                <a:latin typeface="Apple SD Gothic Neo"/>
                <a:ea typeface="Apple SD Gothic Neo"/>
                <a:cs typeface="Apple SD Gothic Neo"/>
              </a:defRPr>
            </a:pPr>
            <a:r>
              <a:rPr sz="825" b="0" i="0" u="none" strike="noStrike" cap="none" spc="0">
                <a:solidFill>
                  <a:srgbClr val="65707C"/>
                </a:solidFill>
                <a:latin typeface="Apple SD Gothic Neo"/>
                <a:ea typeface="Apple SD Gothic Neo"/>
                <a:cs typeface="Apple SD Gothic Neo"/>
              </a:rPr>
              <a:t>CODYSSEY AI HACKATHON 2026</a:t>
            </a:r>
            <a:endParaRPr sz="1400" b="0" i="0" u="none" strike="noStrike" cap="none" spc="0">
              <a:solidFill>
                <a:srgbClr val="000000"/>
              </a:solidFill>
              <a:latin typeface="Arial"/>
              <a:ea typeface="Arial"/>
              <a:cs typeface="Arial"/>
            </a:endParaRPr>
          </a:p>
        </p:txBody>
      </p:sp>
      <p:sp>
        <p:nvSpPr>
          <p:cNvPr id="69" name="Google Shape;69;p3">
            <a:extLst xmlns:a="http://schemas.openxmlformats.org/drawingml/2006/main">
              <a:ext uri="{FF2B5EF4-FFF2-40B4-BE49-F238E27FC236}">
                <a16:creationId xmlns:a16="http://schemas.microsoft.com/office/drawing/2014/main" id="{9793AE36-3A40-4E6D-B96D-A55416DB8826}"/>
              </a:ext>
            </a:extLst>
          </p:cNvPr>
          <p:cNvSpPr>
            <a:spLocks xmlns:a="http://schemas.openxmlformats.org/drawingml/2006/main" noGrp="1"/>
          </p:cNvSpPr>
          <p:nvPr/>
        </p:nvSpPr>
        <p:spPr>
          <a:xfrm xmlns:a="http://schemas.openxmlformats.org/drawingml/2006/main">
            <a:off x="10934700" y="6477000"/>
            <a:ext cx="6477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200" b="1">
                <a:solidFill>
                  <a:srgbClr val="062F5B"/>
                </a:solidFill>
                <a:latin typeface="Apple SD Gothic Neo"/>
                <a:ea typeface="Apple SD Gothic Neo"/>
                <a:cs typeface="Apple SD Gothic Neo"/>
              </a:defRPr>
            </a:defPPr>
            <a:lvl1pPr algn="r">
              <a:defRPr sz="1200" b="1">
                <a:solidFill>
                  <a:srgbClr val="062F5B"/>
                </a:solidFill>
                <a:latin typeface="Apple SD Gothic Neo"/>
                <a:ea typeface="Apple SD Gothic Neo"/>
                <a:cs typeface="Apple SD Gothic Neo"/>
              </a:defRPr>
            </a:lvl1pPr>
            <a:lvl2pPr algn="r">
              <a:defRPr sz="1200" b="1">
                <a:solidFill>
                  <a:srgbClr val="062F5B"/>
                </a:solidFill>
                <a:latin typeface="Apple SD Gothic Neo"/>
                <a:ea typeface="Apple SD Gothic Neo"/>
                <a:cs typeface="Apple SD Gothic Neo"/>
              </a:defRPr>
            </a:lvl2pPr>
            <a:lvl3pPr algn="r">
              <a:defRPr sz="1200" b="1">
                <a:solidFill>
                  <a:srgbClr val="062F5B"/>
                </a:solidFill>
                <a:latin typeface="Apple SD Gothic Neo"/>
                <a:ea typeface="Apple SD Gothic Neo"/>
                <a:cs typeface="Apple SD Gothic Neo"/>
              </a:defRPr>
            </a:lvl3pPr>
            <a:lvl4pPr algn="r">
              <a:defRPr sz="1200" b="1">
                <a:solidFill>
                  <a:srgbClr val="062F5B"/>
                </a:solidFill>
                <a:latin typeface="Apple SD Gothic Neo"/>
                <a:ea typeface="Apple SD Gothic Neo"/>
                <a:cs typeface="Apple SD Gothic Neo"/>
              </a:defRPr>
            </a:lvl4pPr>
            <a:lvl5pPr algn="r">
              <a:defRPr sz="1200" b="1">
                <a:solidFill>
                  <a:srgbClr val="062F5B"/>
                </a:solidFill>
                <a:latin typeface="Apple SD Gothic Neo"/>
                <a:ea typeface="Apple SD Gothic Neo"/>
                <a:cs typeface="Apple SD Gothic Neo"/>
              </a:defRPr>
            </a:lvl5pPr>
            <a:lvl6pPr algn="r">
              <a:defRPr sz="1200" b="1">
                <a:solidFill>
                  <a:srgbClr val="062F5B"/>
                </a:solidFill>
                <a:latin typeface="Apple SD Gothic Neo"/>
                <a:ea typeface="Apple SD Gothic Neo"/>
                <a:cs typeface="Apple SD Gothic Neo"/>
              </a:defRPr>
            </a:lvl6pPr>
            <a:lvl7pPr algn="r">
              <a:defRPr sz="1200" b="1">
                <a:solidFill>
                  <a:srgbClr val="062F5B"/>
                </a:solidFill>
                <a:latin typeface="Apple SD Gothic Neo"/>
                <a:ea typeface="Apple SD Gothic Neo"/>
                <a:cs typeface="Apple SD Gothic Neo"/>
              </a:defRPr>
            </a:lvl7pPr>
            <a:lvl8pPr algn="r">
              <a:defRPr sz="1200" b="1">
                <a:solidFill>
                  <a:srgbClr val="062F5B"/>
                </a:solidFill>
                <a:latin typeface="Apple SD Gothic Neo"/>
                <a:ea typeface="Apple SD Gothic Neo"/>
                <a:cs typeface="Apple SD Gothic Neo"/>
              </a:defRPr>
            </a:lvl8pPr>
            <a:lvl9pPr algn="r">
              <a:defRPr sz="1200" b="1">
                <a:solidFill>
                  <a:srgbClr val="062F5B"/>
                </a:solidFill>
                <a:latin typeface="Apple SD Gothic Neo"/>
                <a:ea typeface="Apple SD Gothic Neo"/>
                <a:cs typeface="Apple SD Gothic Neo"/>
              </a:defRPr>
            </a:lvl9pPr>
          </a:lstStyle>
          <a:p xmlns:a="http://schemas.openxmlformats.org/drawingml/2006/main">
            <a:pPr marL="0" marR="0" lvl="0" indent="0" algn="r">
              <a:lnSpc>
                <a:spcPct val="110000"/>
              </a:lnSpc>
              <a:spcBef>
                <a:spcPts val="0"/>
              </a:spcBef>
              <a:spcAft>
                <a:spcPts val="0"/>
              </a:spcAft>
              <a:buClr>
                <a:srgbClr val="062F5B"/>
              </a:buClr>
              <a:buSzPts val="1200"/>
              <a:buFont typeface="Arial"/>
              <a:buNone/>
              <a:defRPr sz="1200" b="1">
                <a:solidFill>
                  <a:srgbClr val="062F5B"/>
                </a:solidFill>
                <a:latin typeface="Apple SD Gothic Neo"/>
                <a:ea typeface="Apple SD Gothic Neo"/>
                <a:cs typeface="Apple SD Gothic Neo"/>
              </a:defRPr>
            </a:pPr>
            <a:r>
              <a:rPr sz="1200" b="1" i="0" u="none" strike="noStrike" cap="none" spc="0">
                <a:solidFill>
                  <a:srgbClr val="062F5B"/>
                </a:solidFill>
                <a:latin typeface="Apple SD Gothic Neo"/>
                <a:ea typeface="Apple SD Gothic Neo"/>
                <a:cs typeface="Apple SD Gothic Neo"/>
              </a:rPr>
              <a:t>02</a:t>
            </a:r>
            <a:endParaRPr sz="1400" b="0" i="0" u="none" strike="noStrike" cap="none" spc="0">
              <a:solidFill>
                <a:srgbClr val="000000"/>
              </a:solidFill>
              <a:latin typeface="Arial"/>
              <a:ea typeface="Arial"/>
              <a:cs typeface="Arial"/>
            </a:endParaRPr>
          </a:p>
        </p:txBody>
      </p:sp>
      <p:sp>
        <p:nvSpPr>
          <p:cNvPr id="70" name="Google Shape;70;p3">
            <a:extLst xmlns:a="http://schemas.openxmlformats.org/drawingml/2006/main">
              <a:ext uri="{FF2B5EF4-FFF2-40B4-BE49-F238E27FC236}">
                <a16:creationId xmlns:a16="http://schemas.microsoft.com/office/drawing/2014/main" id="{BDE4586D-EB11-4C94-BF34-D2F97FC8B6BF}"/>
              </a:ext>
            </a:extLst>
          </p:cNvPr>
          <p:cNvSpPr>
            <a:spLocks xmlns:a="http://schemas.openxmlformats.org/drawingml/2006/main" noGrp="1"/>
          </p:cNvSpPr>
          <p:nvPr/>
        </p:nvSpPr>
        <p:spPr>
          <a:xfrm xmlns:a="http://schemas.openxmlformats.org/drawingml/2006/main">
            <a:off x="609600" y="457200"/>
            <a:ext cx="10972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defPPr>
              <a:defRPr sz="2700" b="1">
                <a:solidFill>
                  <a:srgbClr val="062F5B"/>
                </a:solidFill>
                <a:latin typeface="Apple SD Gothic Neo"/>
                <a:ea typeface="Apple SD Gothic Neo"/>
                <a:cs typeface="Apple SD Gothic Neo"/>
              </a:defRPr>
            </a:defPPr>
            <a:lvl1pPr>
              <a:defRPr sz="2700" b="1">
                <a:solidFill>
                  <a:srgbClr val="062F5B"/>
                </a:solidFill>
                <a:latin typeface="Apple SD Gothic Neo"/>
                <a:ea typeface="Apple SD Gothic Neo"/>
                <a:cs typeface="Apple SD Gothic Neo"/>
              </a:defRPr>
            </a:lvl1pPr>
            <a:lvl2pPr>
              <a:defRPr sz="2700" b="1">
                <a:solidFill>
                  <a:srgbClr val="062F5B"/>
                </a:solidFill>
                <a:latin typeface="Apple SD Gothic Neo"/>
                <a:ea typeface="Apple SD Gothic Neo"/>
                <a:cs typeface="Apple SD Gothic Neo"/>
              </a:defRPr>
            </a:lvl2pPr>
            <a:lvl3pPr>
              <a:defRPr sz="2700" b="1">
                <a:solidFill>
                  <a:srgbClr val="062F5B"/>
                </a:solidFill>
                <a:latin typeface="Apple SD Gothic Neo"/>
                <a:ea typeface="Apple SD Gothic Neo"/>
                <a:cs typeface="Apple SD Gothic Neo"/>
              </a:defRPr>
            </a:lvl3pPr>
            <a:lvl4pPr>
              <a:defRPr sz="2700" b="1">
                <a:solidFill>
                  <a:srgbClr val="062F5B"/>
                </a:solidFill>
                <a:latin typeface="Apple SD Gothic Neo"/>
                <a:ea typeface="Apple SD Gothic Neo"/>
                <a:cs typeface="Apple SD Gothic Neo"/>
              </a:defRPr>
            </a:lvl4pPr>
            <a:lvl5pPr>
              <a:defRPr sz="2700" b="1">
                <a:solidFill>
                  <a:srgbClr val="062F5B"/>
                </a:solidFill>
                <a:latin typeface="Apple SD Gothic Neo"/>
                <a:ea typeface="Apple SD Gothic Neo"/>
                <a:cs typeface="Apple SD Gothic Neo"/>
              </a:defRPr>
            </a:lvl5pPr>
            <a:lvl6pPr>
              <a:defRPr sz="2700" b="1">
                <a:solidFill>
                  <a:srgbClr val="062F5B"/>
                </a:solidFill>
                <a:latin typeface="Apple SD Gothic Neo"/>
                <a:ea typeface="Apple SD Gothic Neo"/>
                <a:cs typeface="Apple SD Gothic Neo"/>
              </a:defRPr>
            </a:lvl6pPr>
            <a:lvl7pPr>
              <a:defRPr sz="2700" b="1">
                <a:solidFill>
                  <a:srgbClr val="062F5B"/>
                </a:solidFill>
                <a:latin typeface="Apple SD Gothic Neo"/>
                <a:ea typeface="Apple SD Gothic Neo"/>
                <a:cs typeface="Apple SD Gothic Neo"/>
              </a:defRPr>
            </a:lvl7pPr>
            <a:lvl8pPr>
              <a:defRPr sz="2700" b="1">
                <a:solidFill>
                  <a:srgbClr val="062F5B"/>
                </a:solidFill>
                <a:latin typeface="Apple SD Gothic Neo"/>
                <a:ea typeface="Apple SD Gothic Neo"/>
                <a:cs typeface="Apple SD Gothic Neo"/>
              </a:defRPr>
            </a:lvl8pPr>
            <a:lvl9pPr>
              <a:defRPr sz="2700" b="1">
                <a:solidFill>
                  <a:srgbClr val="062F5B"/>
                </a:solidFill>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062F5B"/>
              </a:buClr>
              <a:buSzPts val="3400"/>
              <a:buFont typeface="Arial"/>
              <a:buNone/>
              <a:defRPr sz="2700" b="1">
                <a:solidFill>
                  <a:srgbClr val="062F5B"/>
                </a:solidFill>
                <a:latin typeface="Apple SD Gothic Neo"/>
                <a:ea typeface="Apple SD Gothic Neo"/>
                <a:cs typeface="Apple SD Gothic Neo"/>
              </a:defRPr>
            </a:pPr>
            <a:r>
              <a:rPr sz="2700" b="1" i="0" u="none" strike="noStrike" cap="none" spc="0">
                <a:solidFill>
                  <a:srgbClr val="062F5B"/>
                </a:solidFill>
                <a:latin typeface="Apple SD Gothic Neo"/>
                <a:ea typeface="Apple SD Gothic Neo"/>
                <a:cs typeface="Apple SD Gothic Neo"/>
              </a:rPr>
              <a:t>개인 상황에 맞춘 재난대응 추천 서비스</a:t>
            </a:r>
            <a:endParaRPr sz="2850" b="1" i="0" u="none" strike="noStrike" cap="none" spc="0">
              <a:solidFill>
                <a:srgbClr val="132A44"/>
              </a:solidFill>
              <a:latin typeface="Arial"/>
              <a:ea typeface="Arial"/>
              <a:cs typeface="Arial"/>
            </a:endParaRPr>
          </a:p>
        </p:txBody>
      </p:sp>
      <p:sp>
        <p:nvSpPr>
          <p:cNvPr id="71" name="Google Shape;71;p3">
            <a:extLst xmlns:a="http://schemas.openxmlformats.org/drawingml/2006/main">
              <a:ext uri="{FF2B5EF4-FFF2-40B4-BE49-F238E27FC236}">
                <a16:creationId xmlns:a16="http://schemas.microsoft.com/office/drawing/2014/main" id="{05B62B9E-B0DB-424B-A017-BD9C2ADCC084}"/>
              </a:ext>
            </a:extLst>
          </p:cNvPr>
          <p:cNvSpPr>
            <a:spLocks xmlns:a="http://schemas.openxmlformats.org/drawingml/2006/main" noGrp="1"/>
          </p:cNvSpPr>
          <p:nvPr/>
        </p:nvSpPr>
        <p:spPr>
          <a:xfrm xmlns:a="http://schemas.openxmlformats.org/drawingml/2006/main">
            <a:off x="3823152" y="5901105"/>
            <a:ext cx="5894873" cy="3714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062F5B"/>
              </a:buClr>
              <a:buSzPts val="1900"/>
              <a:buFont typeface="Arial"/>
              <a:buNone/>
              <a:defRPr>
                <a:latin typeface="Apple SD Gothic Neo"/>
                <a:ea typeface="Apple SD Gothic Neo"/>
                <a:cs typeface="Apple SD Gothic Neo"/>
              </a:defRPr>
            </a:pPr>
            <a:r>
              <a:rPr sz="1425" b="1" i="0" u="none" strike="noStrike" cap="none" spc="0">
                <a:solidFill>
                  <a:srgbClr val="20324C"/>
                </a:solidFill>
                <a:latin typeface="Apple SD Gothic Neo"/>
                <a:ea typeface="Apple SD Gothic Neo"/>
                <a:cs typeface="Apple SD Gothic Neo"/>
              </a:rPr>
              <a:t>내 상태와 상황을 반영해, 재난 시 </a:t>
            </a:r>
            <a:r>
              <a:rPr sz="1800" b="1" i="0" u="none" strike="noStrike" cap="none" spc="0">
                <a:solidFill>
                  <a:srgbClr val="FFB516"/>
                </a:solidFill>
                <a:latin typeface="Apple SD Gothic Neo"/>
                <a:ea typeface="Apple SD Gothic Neo"/>
                <a:cs typeface="Apple SD Gothic Neo"/>
              </a:rPr>
              <a:t>지금</a:t>
            </a:r>
            <a:r>
              <a:rPr sz="1425" b="1" i="0" u="none" strike="noStrike" cap="none" spc="0">
                <a:solidFill>
                  <a:srgbClr val="20324C"/>
                </a:solidFill>
                <a:latin typeface="Apple SD Gothic Neo"/>
                <a:ea typeface="Apple SD Gothic Neo"/>
                <a:cs typeface="Apple SD Gothic Neo"/>
              </a:rPr>
              <a:t> 해야 할 행동을 안내하는 서비스</a:t>
            </a:r>
            <a:endParaRPr sz="1425" b="1" i="0" u="none" strike="noStrike" cap="none" spc="0">
              <a:solidFill>
                <a:srgbClr val="20324C"/>
              </a:solidFill>
              <a:latin typeface="Arial"/>
              <a:ea typeface="Arial"/>
              <a:cs typeface="Arial"/>
            </a:endParaRPr>
          </a:p>
        </p:txBody>
      </p:sp>
      <p:sp>
        <p:nvSpPr>
          <p:cNvPr id="73" name="Google Shape;73;p3">
            <a:extLst xmlns:a="http://schemas.openxmlformats.org/drawingml/2006/main">
              <a:ext uri="{FF2B5EF4-FFF2-40B4-BE49-F238E27FC236}">
                <a16:creationId xmlns:a16="http://schemas.microsoft.com/office/drawing/2014/main" id="{6D15C730-E6B3-42DD-8CC5-B76518527990}"/>
              </a:ext>
            </a:extLst>
          </p:cNvPr>
          <p:cNvSpPr>
            <a:spLocks xmlns:a="http://schemas.openxmlformats.org/drawingml/2006/main" noGrp="1"/>
          </p:cNvSpPr>
          <p:nvPr/>
        </p:nvSpPr>
        <p:spPr>
          <a:xfrm xmlns:a="http://schemas.openxmlformats.org/drawingml/2006/main" rot="0" flipH="0" flipV="0">
            <a:off x="775914" y="2613474"/>
            <a:ext cx="260985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062F5B"/>
              </a:buClr>
              <a:buSzPts val="2100"/>
              <a:buFont typeface="Arial"/>
              <a:buNone/>
              <a:defRPr>
                <a:latin typeface="Apple SD Gothic Neo"/>
                <a:ea typeface="Apple SD Gothic Neo"/>
                <a:cs typeface="Apple SD Gothic Neo"/>
              </a:defRPr>
            </a:pPr>
            <a:r>
              <a:rPr sz="2100" b="1" i="0" u="none" strike="noStrike" cap="none" spc="0">
                <a:solidFill>
                  <a:srgbClr val="062F5B"/>
                </a:solidFill>
                <a:latin typeface="Apple SD Gothic Neo"/>
                <a:ea typeface="Apple SD Gothic Neo"/>
                <a:cs typeface="Apple SD Gothic Neo"/>
              </a:rPr>
              <a:t>같은 수칙, 다른 상황</a:t>
            </a:r>
            <a:endParaRPr sz="1400" b="0" i="0" u="none" strike="noStrike" cap="none" spc="0">
              <a:solidFill>
                <a:srgbClr val="000000"/>
              </a:solidFill>
              <a:latin typeface="Arial"/>
              <a:ea typeface="Arial"/>
              <a:cs typeface="Arial"/>
            </a:endParaRPr>
          </a:p>
        </p:txBody>
      </p:sp>
      <p:sp>
        <p:nvSpPr>
          <p:cNvPr id="74" name="Google Shape;74;p3">
            <a:extLst xmlns:a="http://schemas.openxmlformats.org/drawingml/2006/main">
              <a:ext uri="{FF2B5EF4-FFF2-40B4-BE49-F238E27FC236}">
                <a16:creationId xmlns:a16="http://schemas.microsoft.com/office/drawing/2014/main" id="{A0572D4E-CE82-4CE3-9F55-60B182E6D75F}"/>
              </a:ext>
            </a:extLst>
          </p:cNvPr>
          <p:cNvSpPr>
            <a:spLocks xmlns:a="http://schemas.openxmlformats.org/drawingml/2006/main" noGrp="1"/>
          </p:cNvSpPr>
          <p:nvPr/>
        </p:nvSpPr>
        <p:spPr>
          <a:xfrm xmlns:a="http://schemas.openxmlformats.org/drawingml/2006/main" rot="0" flipH="0" flipV="0">
            <a:off x="775914" y="3180995"/>
            <a:ext cx="2609850" cy="1047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65707C"/>
              </a:buClr>
              <a:buSzPts val="1700"/>
              <a:buFont typeface="Arial"/>
              <a:buNone/>
              <a:defRPr>
                <a:solidFill>
                  <a:srgbClr val="20324C"/>
                </a:solidFill>
                <a:latin typeface="Apple SD Gothic Neo"/>
                <a:ea typeface="Apple SD Gothic Neo"/>
                <a:cs typeface="Apple SD Gothic Neo"/>
              </a:defRPr>
            </a:pPr>
            <a:r>
              <a:rPr sz="1400" b="0" i="0" u="none" strike="noStrike" cap="none" spc="0">
                <a:solidFill>
                  <a:srgbClr val="20324C"/>
                </a:solidFill>
                <a:latin typeface="Apple SD Gothic Neo"/>
                <a:ea typeface="Apple SD Gothic Neo"/>
                <a:cs typeface="Apple SD Gothic Neo"/>
              </a:rPr>
              <a:t>같은 행동수칙도 위치나 </a:t>
            </a:r>
            <a:endParaRPr sz="1400" b="0" i="0" u="none" strike="noStrike" cap="none" spc="0">
              <a:solidFill>
                <a:srgbClr val="000000"/>
              </a:solidFill>
              <a:latin typeface="Arial"/>
              <a:ea typeface="Arial"/>
              <a:cs typeface="Arial"/>
            </a:endParaRPr>
          </a:p>
          <a:p xmlns:a="http://schemas.openxmlformats.org/drawingml/2006/main">
            <a:pPr marL="0" marR="0" lvl="0" indent="0" algn="l">
              <a:lnSpc>
                <a:spcPct val="110000"/>
              </a:lnSpc>
              <a:spcBef>
                <a:spcPts val="0"/>
              </a:spcBef>
              <a:spcAft>
                <a:spcPts val="0"/>
              </a:spcAft>
              <a:buClr>
                <a:srgbClr val="65707C"/>
              </a:buClr>
              <a:buSzPts val="1700"/>
              <a:buFont typeface="Arial"/>
              <a:buNone/>
              <a:defRPr>
                <a:solidFill>
                  <a:srgbClr val="20324C"/>
                </a:solidFill>
                <a:latin typeface="Apple SD Gothic Neo"/>
                <a:ea typeface="Apple SD Gothic Neo"/>
                <a:cs typeface="Apple SD Gothic Neo"/>
              </a:defRPr>
            </a:pPr>
            <a:r>
              <a:rPr sz="1400" b="0" i="0" u="none" strike="noStrike" cap="none" spc="0">
                <a:solidFill>
                  <a:srgbClr val="20324C"/>
                </a:solidFill>
                <a:latin typeface="Apple SD Gothic Neo"/>
                <a:ea typeface="Apple SD Gothic Neo"/>
                <a:cs typeface="Apple SD Gothic Neo"/>
              </a:rPr>
              <a:t>이동 능력, 동행자 여부에 따라 실천하기 어려울 수 있습니다.</a:t>
            </a:r>
            <a:endParaRPr sz="1400" b="0" i="0" u="none" strike="noStrike" cap="none" spc="0">
              <a:solidFill>
                <a:srgbClr val="000000"/>
              </a:solidFill>
              <a:latin typeface="Arial"/>
              <a:ea typeface="Arial"/>
              <a:cs typeface="Arial"/>
            </a:endParaRPr>
          </a:p>
        </p:txBody>
      </p:sp>
      <p:sp>
        <p:nvSpPr>
          <p:cNvPr id="76" name="Google Shape;76;p3">
            <a:extLst xmlns:a="http://schemas.openxmlformats.org/drawingml/2006/main">
              <a:ext uri="{FF2B5EF4-FFF2-40B4-BE49-F238E27FC236}">
                <a16:creationId xmlns:a16="http://schemas.microsoft.com/office/drawing/2014/main" id="{25048F2C-7342-47A6-BE25-058098C0FCA9}"/>
              </a:ext>
            </a:extLst>
          </p:cNvPr>
          <p:cNvSpPr>
            <a:spLocks xmlns:a="http://schemas.openxmlformats.org/drawingml/2006/main" noGrp="1"/>
          </p:cNvSpPr>
          <p:nvPr/>
        </p:nvSpPr>
        <p:spPr>
          <a:xfrm xmlns:a="http://schemas.openxmlformats.org/drawingml/2006/main" rot="0" flipH="0" flipV="0">
            <a:off x="3600080" y="1899532"/>
            <a:ext cx="4619078" cy="2777976"/>
          </a:xfrm>
          <a:prstGeom xmlns:a="http://schemas.openxmlformats.org/drawingml/2006/main" prst="rect">
            <a:avLst/>
          </a:prstGeom>
          <a:solidFill xmlns:a="http://schemas.openxmlformats.org/drawingml/2006/main">
            <a:srgbClr val="FFF1C9"/>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spc="0">
              <a:solidFill>
                <a:srgbClr val="000000"/>
              </a:solidFill>
              <a:latin typeface="Arial"/>
              <a:ea typeface="Arial"/>
              <a:cs typeface="Arial"/>
            </a:endParaRPr>
          </a:p>
        </p:txBody>
      </p:sp>
      <p:sp>
        <p:nvSpPr>
          <p:cNvPr id="77" name="Google Shape;77;p3">
            <a:extLst xmlns:a="http://schemas.openxmlformats.org/drawingml/2006/main">
              <a:ext uri="{FF2B5EF4-FFF2-40B4-BE49-F238E27FC236}">
                <a16:creationId xmlns:a16="http://schemas.microsoft.com/office/drawing/2014/main" id="{54C4D3FB-EF34-43DE-8E09-4783F51A6AE4}"/>
              </a:ext>
            </a:extLst>
          </p:cNvPr>
          <p:cNvSpPr>
            <a:spLocks xmlns:a="http://schemas.openxmlformats.org/drawingml/2006/main" noGrp="1"/>
          </p:cNvSpPr>
          <p:nvPr/>
        </p:nvSpPr>
        <p:spPr>
          <a:xfrm xmlns:a="http://schemas.openxmlformats.org/drawingml/2006/main" rot="0" flipH="0" flipV="0">
            <a:off x="3909369" y="2199550"/>
            <a:ext cx="40005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062F5B"/>
              </a:buClr>
              <a:buSzPts val="2300"/>
              <a:buFont typeface="Arial"/>
              <a:buNone/>
              <a:defRPr>
                <a:latin typeface="Apple SD Gothic Neo"/>
                <a:ea typeface="Apple SD Gothic Neo"/>
                <a:cs typeface="Apple SD Gothic Neo"/>
              </a:defRPr>
            </a:pPr>
            <a:r>
              <a:rPr sz="2300" b="1" i="0" u="none" strike="noStrike" cap="none" spc="0">
                <a:solidFill>
                  <a:srgbClr val="062F5B"/>
                </a:solidFill>
                <a:latin typeface="Apple SD Gothic Neo"/>
                <a:ea typeface="Apple SD Gothic Neo"/>
                <a:cs typeface="Apple SD Gothic Neo"/>
              </a:rPr>
              <a:t>내 상태에 따른 맞춤 대응 추천</a:t>
            </a:r>
            <a:endParaRPr sz="1400" b="0" i="0" u="none" strike="noStrike" cap="none" spc="0">
              <a:solidFill>
                <a:srgbClr val="000000"/>
              </a:solidFill>
              <a:latin typeface="Arial"/>
              <a:ea typeface="Arial"/>
              <a:cs typeface="Arial"/>
            </a:endParaRPr>
          </a:p>
        </p:txBody>
      </p:sp>
      <p:sp>
        <p:nvSpPr>
          <p:cNvPr id="78" name="Google Shape;78;p3">
            <a:extLst xmlns:a="http://schemas.openxmlformats.org/drawingml/2006/main">
              <a:ext uri="{FF2B5EF4-FFF2-40B4-BE49-F238E27FC236}">
                <a16:creationId xmlns:a16="http://schemas.microsoft.com/office/drawing/2014/main" id="{70B0E211-C4B0-4A77-8E14-AC9BB3E7C00E}"/>
              </a:ext>
            </a:extLst>
          </p:cNvPr>
          <p:cNvSpPr>
            <a:spLocks xmlns:a="http://schemas.openxmlformats.org/drawingml/2006/main" noGrp="1"/>
          </p:cNvSpPr>
          <p:nvPr/>
        </p:nvSpPr>
        <p:spPr>
          <a:xfrm xmlns:a="http://schemas.openxmlformats.org/drawingml/2006/main" rot="0" flipH="0" flipV="0">
            <a:off x="3909369" y="2812684"/>
            <a:ext cx="4000500" cy="1193324"/>
          </a:xfrm>
          <a:prstGeom xmlns:a="http://schemas.openxmlformats.org/drawingml/2006/main" prst="rect">
            <a:avLst/>
          </a:prstGeom>
          <a:blipFill xmlns:a="http://schemas.openxmlformats.org/drawingml/2006/main" rotWithShape="1">
            <a:blip xmlns:r="http://schemas.openxmlformats.org/officeDocument/2006/relationships" r:embed="R8144a2a94df14b49">
              <a:alphaModFix/>
            </a:blip>
            <a:stretch>
              <a:fillRect l="-946" t="-5263" r="0"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400"/>
              <a:buFont typeface="Arial"/>
              <a:buNone/>
              <a:defRPr>
                <a:solidFill>
                  <a:srgbClr val="20324C"/>
                </a:solidFill>
                <a:latin typeface="Apple SD Gothic Neo"/>
                <a:ea typeface="Apple SD Gothic Neo"/>
                <a:cs typeface="Apple SD Gothic Neo"/>
              </a:defRPr>
            </a:pPr>
            <a:r>
              <a:rPr sz="1400" b="0" i="0" u="none" strike="noStrike" cap="none" spc="0">
                <a:solidFill>
                  <a:srgbClr val="20324C"/>
                </a:solidFill>
                <a:latin typeface="Apple SD Gothic Neo"/>
                <a:ea typeface="Apple SD Gothic Neo"/>
                <a:cs typeface="Apple SD Gothic Neo"/>
              </a:rPr>
              <a:t> </a:t>
            </a:r>
            <a:endParaRPr/>
          </a:p>
        </p:txBody>
      </p:sp>
      <p:sp>
        <p:nvSpPr>
          <p:cNvPr id="79" name="Google Shape;79;p3">
            <a:extLst xmlns:a="http://schemas.openxmlformats.org/drawingml/2006/main">
              <a:ext uri="{FF2B5EF4-FFF2-40B4-BE49-F238E27FC236}">
                <a16:creationId xmlns:a16="http://schemas.microsoft.com/office/drawing/2014/main" id="{71D57EF6-9A88-45EC-8203-78269C334DF0}"/>
              </a:ext>
            </a:extLst>
          </p:cNvPr>
          <p:cNvSpPr>
            <a:spLocks xmlns:a="http://schemas.openxmlformats.org/drawingml/2006/main" noGrp="1"/>
          </p:cNvSpPr>
          <p:nvPr/>
        </p:nvSpPr>
        <p:spPr>
          <a:xfrm xmlns:a="http://schemas.openxmlformats.org/drawingml/2006/main" rot="0" flipH="0" flipV="0">
            <a:off x="3724090" y="4081164"/>
            <a:ext cx="4371058" cy="3915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ctr">
              <a:lnSpc>
                <a:spcPct val="110000"/>
              </a:lnSpc>
              <a:spcBef>
                <a:spcPts val="0"/>
              </a:spcBef>
              <a:spcAft>
                <a:spcPts val="0"/>
              </a:spcAft>
              <a:buClr>
                <a:srgbClr val="062F5B"/>
              </a:buClr>
              <a:buSzPts val="1800"/>
              <a:buFont typeface="Arial"/>
              <a:buNone/>
              <a:defRPr>
                <a:solidFill>
                  <a:srgbClr val="20324C"/>
                </a:solidFill>
                <a:latin typeface="Apple SD Gothic Neo"/>
                <a:ea typeface="Apple SD Gothic Neo"/>
                <a:cs typeface="Apple SD Gothic Neo"/>
              </a:defRPr>
            </a:pPr>
            <a:r>
              <a:rPr sz="1800" b="0" i="0" u="none" strike="noStrike" cap="none" spc="0">
                <a:solidFill>
                  <a:srgbClr val="20324C"/>
                </a:solidFill>
                <a:latin typeface="Apple SD Gothic Neo"/>
                <a:ea typeface="Apple SD Gothic Neo"/>
                <a:cs typeface="Apple SD Gothic Neo"/>
              </a:rPr>
              <a:t>다양한 상태에 따른 유연한 대처방법 안내</a:t>
            </a:r>
            <a:endParaRPr sz="1800" b="0" i="0" u="none" strike="noStrike" cap="none" spc="0">
              <a:solidFill>
                <a:srgbClr val="000000"/>
              </a:solidFill>
              <a:latin typeface="Arial"/>
              <a:ea typeface="Arial"/>
              <a:cs typeface="Arial"/>
            </a:endParaRPr>
          </a:p>
        </p:txBody>
      </p:sp>
      <p:sp>
        <p:nvSpPr>
          <p:cNvPr id="81" name="Google Shape;81;p3">
            <a:extLst xmlns:a="http://schemas.openxmlformats.org/drawingml/2006/main">
              <a:ext uri="{FF2B5EF4-FFF2-40B4-BE49-F238E27FC236}">
                <a16:creationId xmlns:a16="http://schemas.microsoft.com/office/drawing/2014/main" id="{4EABF6AC-5A97-4B9F-B066-4A1DDD008F71}"/>
              </a:ext>
            </a:extLst>
          </p:cNvPr>
          <p:cNvSpPr>
            <a:spLocks xmlns:a="http://schemas.openxmlformats.org/drawingml/2006/main" noGrp="1"/>
          </p:cNvSpPr>
          <p:nvPr/>
        </p:nvSpPr>
        <p:spPr>
          <a:xfrm xmlns:a="http://schemas.openxmlformats.org/drawingml/2006/main" rot="0" flipH="0" flipV="0">
            <a:off x="8528447" y="2528184"/>
            <a:ext cx="3114675" cy="7103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062F5B"/>
              </a:buClr>
              <a:buSzPts val="2100"/>
              <a:buFont typeface="Arial"/>
              <a:buNone/>
              <a:defRPr>
                <a:latin typeface="Apple SD Gothic Neo"/>
                <a:ea typeface="Apple SD Gothic Neo"/>
                <a:cs typeface="Apple SD Gothic Neo"/>
              </a:defRPr>
            </a:pPr>
            <a:r>
              <a:rPr sz="2100" b="1" i="0" u="none" strike="noStrike" cap="none" spc="0">
                <a:solidFill>
                  <a:srgbClr val="062F5B"/>
                </a:solidFill>
                <a:latin typeface="Apple SD Gothic Neo"/>
                <a:ea typeface="Apple SD Gothic Neo"/>
                <a:cs typeface="Apple SD Gothic Neo"/>
              </a:rPr>
              <a:t>긴급한 상황</a:t>
            </a:r>
            <a:endParaRPr sz="2100" b="1" i="0" u="none" strike="noStrike" cap="none" spc="0">
              <a:solidFill>
                <a:srgbClr val="062F5B"/>
              </a:solidFill>
              <a:latin typeface="Arial"/>
              <a:ea typeface="Arial"/>
              <a:cs typeface="Arial"/>
            </a:endParaRPr>
          </a:p>
          <a:p xmlns:a="http://schemas.openxmlformats.org/drawingml/2006/main">
            <a:pPr marL="0" marR="0" lvl="0" indent="0" algn="l">
              <a:lnSpc>
                <a:spcPct val="110000"/>
              </a:lnSpc>
              <a:spcBef>
                <a:spcPts val="0"/>
              </a:spcBef>
              <a:spcAft>
                <a:spcPts val="0"/>
              </a:spcAft>
              <a:buClr>
                <a:srgbClr val="062F5B"/>
              </a:buClr>
              <a:buSzPts val="2100"/>
              <a:buFont typeface="Arial"/>
              <a:buNone/>
              <a:defRPr>
                <a:latin typeface="Apple SD Gothic Neo"/>
                <a:ea typeface="Apple SD Gothic Neo"/>
                <a:cs typeface="Apple SD Gothic Neo"/>
              </a:defRPr>
            </a:pPr>
            <a:r>
              <a:rPr sz="2100" b="1" i="0" u="none" strike="noStrike" cap="none" spc="0">
                <a:solidFill>
                  <a:srgbClr val="062F5B"/>
                </a:solidFill>
                <a:latin typeface="Apple SD Gothic Neo"/>
                <a:ea typeface="Apple SD Gothic Neo"/>
                <a:cs typeface="Apple SD Gothic Neo"/>
              </a:rPr>
              <a:t>판단의 오류를 줄여줍니다.</a:t>
            </a:r>
            <a:endParaRPr sz="1400" b="0" i="0" u="none" strike="noStrike" cap="none" spc="0">
              <a:solidFill>
                <a:srgbClr val="000000"/>
              </a:solidFill>
              <a:latin typeface="Arial"/>
              <a:ea typeface="Arial"/>
              <a:cs typeface="Arial"/>
            </a:endParaRPr>
          </a:p>
        </p:txBody>
      </p:sp>
      <p:sp>
        <p:nvSpPr>
          <p:cNvPr id="82" name="Google Shape;82;p3">
            <a:extLst xmlns:a="http://schemas.openxmlformats.org/drawingml/2006/main">
              <a:ext uri="{FF2B5EF4-FFF2-40B4-BE49-F238E27FC236}">
                <a16:creationId xmlns:a16="http://schemas.microsoft.com/office/drawing/2014/main" id="{2631D7B6-E3C1-4F97-B48E-DA53FE133D6D}"/>
              </a:ext>
            </a:extLst>
          </p:cNvPr>
          <p:cNvSpPr>
            <a:spLocks xmlns:a="http://schemas.openxmlformats.org/drawingml/2006/main" noGrp="1"/>
          </p:cNvSpPr>
          <p:nvPr/>
        </p:nvSpPr>
        <p:spPr>
          <a:xfrm xmlns:a="http://schemas.openxmlformats.org/drawingml/2006/main" rot="0" flipH="0" flipV="0">
            <a:off x="8528447" y="3409971"/>
            <a:ext cx="3114675" cy="5960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65707C"/>
              </a:buClr>
              <a:buSzPts val="1700"/>
              <a:buFont typeface="Arial"/>
              <a:buNone/>
              <a:defRPr>
                <a:solidFill>
                  <a:srgbClr val="20324C"/>
                </a:solidFill>
                <a:latin typeface="Apple SD Gothic Neo"/>
                <a:ea typeface="Apple SD Gothic Neo"/>
                <a:cs typeface="Apple SD Gothic Neo"/>
              </a:defRPr>
            </a:pPr>
            <a:r>
              <a:rPr sz="1400" b="0" i="0" u="none" strike="noStrike" cap="none" spc="0">
                <a:solidFill>
                  <a:srgbClr val="20324C"/>
                </a:solidFill>
                <a:latin typeface="Apple SD Gothic Neo"/>
                <a:ea typeface="Apple SD Gothic Neo"/>
                <a:cs typeface="Apple SD Gothic Neo"/>
              </a:rPr>
              <a:t>이동 능력과 주변 상황을 고려한 </a:t>
            </a:r>
            <a:endParaRPr sz="1400" b="0" i="0" u="none" strike="noStrike" cap="none" spc="0">
              <a:solidFill>
                <a:srgbClr val="000000"/>
              </a:solidFill>
              <a:latin typeface="Arial"/>
              <a:ea typeface="Arial"/>
              <a:cs typeface="Arial"/>
            </a:endParaRPr>
          </a:p>
          <a:p xmlns:a="http://schemas.openxmlformats.org/drawingml/2006/main">
            <a:pPr marL="0" marR="0" lvl="0" indent="0" algn="l">
              <a:lnSpc>
                <a:spcPct val="110000"/>
              </a:lnSpc>
              <a:spcBef>
                <a:spcPts val="0"/>
              </a:spcBef>
              <a:spcAft>
                <a:spcPts val="0"/>
              </a:spcAft>
              <a:buClr>
                <a:srgbClr val="65707C"/>
              </a:buClr>
              <a:buSzPts val="1700"/>
              <a:buFont typeface="Arial"/>
              <a:buNone/>
              <a:defRPr>
                <a:solidFill>
                  <a:srgbClr val="20324C"/>
                </a:solidFill>
                <a:latin typeface="Apple SD Gothic Neo"/>
                <a:ea typeface="Apple SD Gothic Neo"/>
                <a:cs typeface="Apple SD Gothic Neo"/>
              </a:defRPr>
            </a:pPr>
            <a:r>
              <a:rPr sz="1400" b="0" i="0" u="none" strike="noStrike" cap="none" spc="0">
                <a:solidFill>
                  <a:srgbClr val="20324C"/>
                </a:solidFill>
                <a:latin typeface="Apple SD Gothic Neo"/>
                <a:ea typeface="Apple SD Gothic Neo"/>
                <a:cs typeface="Apple SD Gothic Neo"/>
              </a:rPr>
              <a:t>대피 행동을 제시합니다.</a:t>
            </a:r>
            <a:endParaRPr sz="1400" b="0" i="0" u="none" strike="noStrike" cap="none" spc="0">
              <a:solidFill>
                <a:srgbClr val="000000"/>
              </a:solidFill>
              <a:latin typeface="Arial"/>
              <a:ea typeface="Arial"/>
              <a:cs typeface="Arial"/>
            </a:endParaRPr>
          </a:p>
        </p:txBody>
      </p:sp>
      <p:sp>
        <p:nvSpPr>
          <p:cNvPr id="83" name="Google Shape;83;p3">
            <a:extLst xmlns:a="http://schemas.openxmlformats.org/drawingml/2006/main">
              <a:ext uri="{FF2B5EF4-FFF2-40B4-BE49-F238E27FC236}">
                <a16:creationId xmlns:a16="http://schemas.microsoft.com/office/drawing/2014/main" id="{08819239-A971-4580-8D8C-73E854E4CE94}"/>
              </a:ext>
            </a:extLst>
          </p:cNvPr>
          <p:cNvSpPr>
            <a:spLocks xmlns:a="http://schemas.openxmlformats.org/drawingml/2006/main" noGrp="1"/>
          </p:cNvSpPr>
          <p:nvPr/>
        </p:nvSpPr>
        <p:spPr>
          <a:xfrm xmlns:a="http://schemas.openxmlformats.org/drawingml/2006/main">
            <a:off x="609600" y="1066800"/>
            <a:ext cx="109728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1425">
                <a:solidFill>
                  <a:srgbClr val="65707C"/>
                </a:solidFill>
                <a:latin typeface="Apple SD Gothic Neo"/>
                <a:ea typeface="Apple SD Gothic Neo"/>
                <a:cs typeface="Apple SD Gothic Neo"/>
              </a:defRPr>
            </a:defPPr>
            <a:lvl1pPr>
              <a:defRPr sz="1425">
                <a:solidFill>
                  <a:srgbClr val="65707C"/>
                </a:solidFill>
                <a:latin typeface="Apple SD Gothic Neo"/>
                <a:ea typeface="Apple SD Gothic Neo"/>
                <a:cs typeface="Apple SD Gothic Neo"/>
              </a:defRPr>
            </a:lvl1pPr>
            <a:lvl2pPr>
              <a:defRPr sz="1425">
                <a:solidFill>
                  <a:srgbClr val="65707C"/>
                </a:solidFill>
                <a:latin typeface="Apple SD Gothic Neo"/>
                <a:ea typeface="Apple SD Gothic Neo"/>
                <a:cs typeface="Apple SD Gothic Neo"/>
              </a:defRPr>
            </a:lvl2pPr>
            <a:lvl3pPr>
              <a:defRPr sz="1425">
                <a:solidFill>
                  <a:srgbClr val="65707C"/>
                </a:solidFill>
                <a:latin typeface="Apple SD Gothic Neo"/>
                <a:ea typeface="Apple SD Gothic Neo"/>
                <a:cs typeface="Apple SD Gothic Neo"/>
              </a:defRPr>
            </a:lvl3pPr>
            <a:lvl4pPr>
              <a:defRPr sz="1425">
                <a:solidFill>
                  <a:srgbClr val="65707C"/>
                </a:solidFill>
                <a:latin typeface="Apple SD Gothic Neo"/>
                <a:ea typeface="Apple SD Gothic Neo"/>
                <a:cs typeface="Apple SD Gothic Neo"/>
              </a:defRPr>
            </a:lvl4pPr>
            <a:lvl5pPr>
              <a:defRPr sz="1425">
                <a:solidFill>
                  <a:srgbClr val="65707C"/>
                </a:solidFill>
                <a:latin typeface="Apple SD Gothic Neo"/>
                <a:ea typeface="Apple SD Gothic Neo"/>
                <a:cs typeface="Apple SD Gothic Neo"/>
              </a:defRPr>
            </a:lvl5pPr>
            <a:lvl6pPr>
              <a:defRPr sz="1425">
                <a:solidFill>
                  <a:srgbClr val="65707C"/>
                </a:solidFill>
                <a:latin typeface="Apple SD Gothic Neo"/>
                <a:ea typeface="Apple SD Gothic Neo"/>
                <a:cs typeface="Apple SD Gothic Neo"/>
              </a:defRPr>
            </a:lvl6pPr>
            <a:lvl7pPr>
              <a:defRPr sz="1425">
                <a:solidFill>
                  <a:srgbClr val="65707C"/>
                </a:solidFill>
                <a:latin typeface="Apple SD Gothic Neo"/>
                <a:ea typeface="Apple SD Gothic Neo"/>
                <a:cs typeface="Apple SD Gothic Neo"/>
              </a:defRPr>
            </a:lvl7pPr>
            <a:lvl8pPr>
              <a:defRPr sz="1425">
                <a:solidFill>
                  <a:srgbClr val="65707C"/>
                </a:solidFill>
                <a:latin typeface="Apple SD Gothic Neo"/>
                <a:ea typeface="Apple SD Gothic Neo"/>
                <a:cs typeface="Apple SD Gothic Neo"/>
              </a:defRPr>
            </a:lvl8pPr>
            <a:lvl9pPr>
              <a:defRPr sz="1425">
                <a:solidFill>
                  <a:srgbClr val="65707C"/>
                </a:solidFill>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062F5B"/>
              </a:buClr>
              <a:buSzPts val="2800"/>
              <a:buFont typeface="Arial"/>
              <a:buNone/>
              <a:defRPr sz="1425">
                <a:solidFill>
                  <a:srgbClr val="65707C"/>
                </a:solidFill>
                <a:latin typeface="Apple SD Gothic Neo"/>
                <a:ea typeface="Apple SD Gothic Neo"/>
                <a:cs typeface="Apple SD Gothic Neo"/>
              </a:defRPr>
            </a:pPr>
            <a:r>
              <a:rPr sz="1425" b="1" i="0" u="none" strike="noStrike" cap="none" spc="0">
                <a:solidFill>
                  <a:srgbClr val="65707C"/>
                </a:solidFill>
                <a:latin typeface="Apple SD Gothic Neo"/>
                <a:ea typeface="Apple SD Gothic Neo"/>
                <a:cs typeface="Apple SD Gothic Neo"/>
              </a:rPr>
              <a:t>재난 정보를 내 상황에 맞는 행동 안내로 바꿉니다.</a:t>
            </a:r>
            <a:endParaRPr sz="2400" b="1" i="0" u="none" strike="noStrike" cap="none" spc="0">
              <a:solidFill>
                <a:srgbClr val="20324C"/>
              </a:solidFill>
              <a:latin typeface="Arial"/>
              <a:ea typeface="Arial"/>
              <a:cs typeface="Arial"/>
            </a:endParaRPr>
          </a:p>
        </p:txBody>
      </p:sp>
      <p:pic>
        <p:nvPicPr>
          <p:cNvPr id="84" name="Google Shape;84;p3">
            <a:extLst xmlns:a="http://schemas.openxmlformats.org/drawingml/2006/main">
              <a:ext uri="{FF2B5EF4-FFF2-40B4-BE49-F238E27FC236}">
                <a16:creationId xmlns:a16="http://schemas.microsoft.com/office/drawing/2014/main" id="{3EC4A54D-4E3B-437E-A283-3A52E7A468B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ab18b53d2fa47e1">
            <a:alphaModFix/>
          </a:blip>
          <a:srcRect xmlns:a="http://schemas.openxmlformats.org/drawingml/2006/main" l="0" t="0" r="0" b="0"/>
          <a:stretch xmlns:a="http://schemas.openxmlformats.org/drawingml/2006/main"/>
        </p:blipFill>
        <p:spPr>
          <a:xfrm xmlns:a="http://schemas.openxmlformats.org/drawingml/2006/main">
            <a:off x="2584261" y="5269544"/>
            <a:ext cx="2279658" cy="629185"/>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627524700"/>
      </p:ext>
    </p:extLst>
  </p:cSld>
</p:sld>
</file>

<file path=ppt/slides/slide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90" name="Google Shape;90;p4">
            <a:extLst xmlns:a="http://schemas.openxmlformats.org/drawingml/2006/main">
              <a:ext uri="{FF2B5EF4-FFF2-40B4-BE49-F238E27FC236}">
                <a16:creationId xmlns:a16="http://schemas.microsoft.com/office/drawing/2014/main" id="{CA712363-A208-4971-8703-172A6A064F7E}"/>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CCD3D8"/>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spc="0">
              <a:solidFill>
                <a:srgbClr val="000000"/>
              </a:solidFill>
              <a:latin typeface="Arial"/>
              <a:ea typeface="Arial"/>
              <a:cs typeface="Arial"/>
            </a:endParaRPr>
          </a:p>
        </p:txBody>
      </p:sp>
      <p:sp>
        <p:nvSpPr>
          <p:cNvPr id="91" name="Google Shape;91;p4">
            <a:extLst xmlns:a="http://schemas.openxmlformats.org/drawingml/2006/main">
              <a:ext uri="{FF2B5EF4-FFF2-40B4-BE49-F238E27FC236}">
                <a16:creationId xmlns:a16="http://schemas.microsoft.com/office/drawing/2014/main" id="{8A9E13C1-F40B-4A44-BA77-F12AA0060F33}"/>
              </a:ext>
            </a:extLst>
          </p:cNvPr>
          <p:cNvSpPr>
            <a:spLocks xmlns:a="http://schemas.openxmlformats.org/drawingml/2006/main" noGrp="1"/>
          </p:cNvSpPr>
          <p:nvPr/>
        </p:nvSpPr>
        <p:spPr>
          <a:xfrm xmlns:a="http://schemas.openxmlformats.org/drawingml/2006/main">
            <a:off x="609600" y="6486525"/>
            <a:ext cx="66675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825">
                <a:solidFill>
                  <a:srgbClr val="65707C"/>
                </a:solidFill>
                <a:latin typeface="Apple SD Gothic Neo"/>
                <a:ea typeface="Apple SD Gothic Neo"/>
                <a:cs typeface="Apple SD Gothic Neo"/>
              </a:defRPr>
            </a:defPPr>
            <a:lvl1pPr>
              <a:defRPr sz="825">
                <a:solidFill>
                  <a:srgbClr val="65707C"/>
                </a:solidFill>
                <a:latin typeface="Apple SD Gothic Neo"/>
                <a:ea typeface="Apple SD Gothic Neo"/>
                <a:cs typeface="Apple SD Gothic Neo"/>
              </a:defRPr>
            </a:lvl1pPr>
            <a:lvl2pPr>
              <a:defRPr sz="825">
                <a:solidFill>
                  <a:srgbClr val="65707C"/>
                </a:solidFill>
                <a:latin typeface="Apple SD Gothic Neo"/>
                <a:ea typeface="Apple SD Gothic Neo"/>
                <a:cs typeface="Apple SD Gothic Neo"/>
              </a:defRPr>
            </a:lvl2pPr>
            <a:lvl3pPr>
              <a:defRPr sz="825">
                <a:solidFill>
                  <a:srgbClr val="65707C"/>
                </a:solidFill>
                <a:latin typeface="Apple SD Gothic Neo"/>
                <a:ea typeface="Apple SD Gothic Neo"/>
                <a:cs typeface="Apple SD Gothic Neo"/>
              </a:defRPr>
            </a:lvl3pPr>
            <a:lvl4pPr>
              <a:defRPr sz="825">
                <a:solidFill>
                  <a:srgbClr val="65707C"/>
                </a:solidFill>
                <a:latin typeface="Apple SD Gothic Neo"/>
                <a:ea typeface="Apple SD Gothic Neo"/>
                <a:cs typeface="Apple SD Gothic Neo"/>
              </a:defRPr>
            </a:lvl4pPr>
            <a:lvl5pPr>
              <a:defRPr sz="825">
                <a:solidFill>
                  <a:srgbClr val="65707C"/>
                </a:solidFill>
                <a:latin typeface="Apple SD Gothic Neo"/>
                <a:ea typeface="Apple SD Gothic Neo"/>
                <a:cs typeface="Apple SD Gothic Neo"/>
              </a:defRPr>
            </a:lvl5pPr>
            <a:lvl6pPr>
              <a:defRPr sz="825">
                <a:solidFill>
                  <a:srgbClr val="65707C"/>
                </a:solidFill>
                <a:latin typeface="Apple SD Gothic Neo"/>
                <a:ea typeface="Apple SD Gothic Neo"/>
                <a:cs typeface="Apple SD Gothic Neo"/>
              </a:defRPr>
            </a:lvl6pPr>
            <a:lvl7pPr>
              <a:defRPr sz="825">
                <a:solidFill>
                  <a:srgbClr val="65707C"/>
                </a:solidFill>
                <a:latin typeface="Apple SD Gothic Neo"/>
                <a:ea typeface="Apple SD Gothic Neo"/>
                <a:cs typeface="Apple SD Gothic Neo"/>
              </a:defRPr>
            </a:lvl7pPr>
            <a:lvl8pPr>
              <a:defRPr sz="825">
                <a:solidFill>
                  <a:srgbClr val="65707C"/>
                </a:solidFill>
                <a:latin typeface="Apple SD Gothic Neo"/>
                <a:ea typeface="Apple SD Gothic Neo"/>
                <a:cs typeface="Apple SD Gothic Neo"/>
              </a:defRPr>
            </a:lvl8pPr>
            <a:lvl9pPr>
              <a:defRPr sz="825">
                <a:solidFill>
                  <a:srgbClr val="65707C"/>
                </a:solidFill>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65707C"/>
              </a:buClr>
              <a:buSzPts val="1100"/>
              <a:buFont typeface="Arial"/>
              <a:buNone/>
              <a:defRPr sz="825">
                <a:solidFill>
                  <a:srgbClr val="65707C"/>
                </a:solidFill>
                <a:latin typeface="Apple SD Gothic Neo"/>
                <a:ea typeface="Apple SD Gothic Neo"/>
                <a:cs typeface="Apple SD Gothic Neo"/>
              </a:defRPr>
            </a:pPr>
            <a:r>
              <a:rPr sz="825" b="0" i="0" u="none" strike="noStrike" cap="none" spc="0">
                <a:solidFill>
                  <a:srgbClr val="65707C"/>
                </a:solidFill>
                <a:latin typeface="Apple SD Gothic Neo"/>
                <a:ea typeface="Apple SD Gothic Neo"/>
                <a:cs typeface="Apple SD Gothic Neo"/>
              </a:rPr>
              <a:t>CODYSSEY AI HACKATHON 2026</a:t>
            </a:r>
            <a:endParaRPr sz="1400" b="0" i="0" u="none" strike="noStrike" cap="none" spc="0">
              <a:solidFill>
                <a:srgbClr val="000000"/>
              </a:solidFill>
              <a:latin typeface="Arial"/>
              <a:ea typeface="Arial"/>
              <a:cs typeface="Arial"/>
            </a:endParaRPr>
          </a:p>
        </p:txBody>
      </p:sp>
      <p:sp>
        <p:nvSpPr>
          <p:cNvPr id="92" name="Google Shape;92;p4">
            <a:extLst xmlns:a="http://schemas.openxmlformats.org/drawingml/2006/main">
              <a:ext uri="{FF2B5EF4-FFF2-40B4-BE49-F238E27FC236}">
                <a16:creationId xmlns:a16="http://schemas.microsoft.com/office/drawing/2014/main" id="{038034E6-2E69-4247-8E7A-BB34578C7651}"/>
              </a:ext>
            </a:extLst>
          </p:cNvPr>
          <p:cNvSpPr>
            <a:spLocks xmlns:a="http://schemas.openxmlformats.org/drawingml/2006/main" noGrp="1"/>
          </p:cNvSpPr>
          <p:nvPr/>
        </p:nvSpPr>
        <p:spPr>
          <a:xfrm xmlns:a="http://schemas.openxmlformats.org/drawingml/2006/main">
            <a:off x="10934700" y="6477000"/>
            <a:ext cx="6477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200" b="1">
                <a:solidFill>
                  <a:srgbClr val="062F5B"/>
                </a:solidFill>
                <a:latin typeface="Apple SD Gothic Neo"/>
                <a:ea typeface="Apple SD Gothic Neo"/>
                <a:cs typeface="Apple SD Gothic Neo"/>
              </a:defRPr>
            </a:defPPr>
            <a:lvl1pPr algn="r">
              <a:defRPr sz="1200" b="1">
                <a:solidFill>
                  <a:srgbClr val="062F5B"/>
                </a:solidFill>
                <a:latin typeface="Apple SD Gothic Neo"/>
                <a:ea typeface="Apple SD Gothic Neo"/>
                <a:cs typeface="Apple SD Gothic Neo"/>
              </a:defRPr>
            </a:lvl1pPr>
            <a:lvl2pPr algn="r">
              <a:defRPr sz="1200" b="1">
                <a:solidFill>
                  <a:srgbClr val="062F5B"/>
                </a:solidFill>
                <a:latin typeface="Apple SD Gothic Neo"/>
                <a:ea typeface="Apple SD Gothic Neo"/>
                <a:cs typeface="Apple SD Gothic Neo"/>
              </a:defRPr>
            </a:lvl2pPr>
            <a:lvl3pPr algn="r">
              <a:defRPr sz="1200" b="1">
                <a:solidFill>
                  <a:srgbClr val="062F5B"/>
                </a:solidFill>
                <a:latin typeface="Apple SD Gothic Neo"/>
                <a:ea typeface="Apple SD Gothic Neo"/>
                <a:cs typeface="Apple SD Gothic Neo"/>
              </a:defRPr>
            </a:lvl3pPr>
            <a:lvl4pPr algn="r">
              <a:defRPr sz="1200" b="1">
                <a:solidFill>
                  <a:srgbClr val="062F5B"/>
                </a:solidFill>
                <a:latin typeface="Apple SD Gothic Neo"/>
                <a:ea typeface="Apple SD Gothic Neo"/>
                <a:cs typeface="Apple SD Gothic Neo"/>
              </a:defRPr>
            </a:lvl4pPr>
            <a:lvl5pPr algn="r">
              <a:defRPr sz="1200" b="1">
                <a:solidFill>
                  <a:srgbClr val="062F5B"/>
                </a:solidFill>
                <a:latin typeface="Apple SD Gothic Neo"/>
                <a:ea typeface="Apple SD Gothic Neo"/>
                <a:cs typeface="Apple SD Gothic Neo"/>
              </a:defRPr>
            </a:lvl5pPr>
            <a:lvl6pPr algn="r">
              <a:defRPr sz="1200" b="1">
                <a:solidFill>
                  <a:srgbClr val="062F5B"/>
                </a:solidFill>
                <a:latin typeface="Apple SD Gothic Neo"/>
                <a:ea typeface="Apple SD Gothic Neo"/>
                <a:cs typeface="Apple SD Gothic Neo"/>
              </a:defRPr>
            </a:lvl6pPr>
            <a:lvl7pPr algn="r">
              <a:defRPr sz="1200" b="1">
                <a:solidFill>
                  <a:srgbClr val="062F5B"/>
                </a:solidFill>
                <a:latin typeface="Apple SD Gothic Neo"/>
                <a:ea typeface="Apple SD Gothic Neo"/>
                <a:cs typeface="Apple SD Gothic Neo"/>
              </a:defRPr>
            </a:lvl7pPr>
            <a:lvl8pPr algn="r">
              <a:defRPr sz="1200" b="1">
                <a:solidFill>
                  <a:srgbClr val="062F5B"/>
                </a:solidFill>
                <a:latin typeface="Apple SD Gothic Neo"/>
                <a:ea typeface="Apple SD Gothic Neo"/>
                <a:cs typeface="Apple SD Gothic Neo"/>
              </a:defRPr>
            </a:lvl8pPr>
            <a:lvl9pPr algn="r">
              <a:defRPr sz="1200" b="1">
                <a:solidFill>
                  <a:srgbClr val="062F5B"/>
                </a:solidFill>
                <a:latin typeface="Apple SD Gothic Neo"/>
                <a:ea typeface="Apple SD Gothic Neo"/>
                <a:cs typeface="Apple SD Gothic Neo"/>
              </a:defRPr>
            </a:lvl9pPr>
          </a:lstStyle>
          <a:p xmlns:a="http://schemas.openxmlformats.org/drawingml/2006/main">
            <a:pPr marL="0" marR="0" lvl="0" indent="0" algn="r">
              <a:lnSpc>
                <a:spcPct val="110000"/>
              </a:lnSpc>
              <a:spcBef>
                <a:spcPts val="0"/>
              </a:spcBef>
              <a:spcAft>
                <a:spcPts val="0"/>
              </a:spcAft>
              <a:buClr>
                <a:srgbClr val="062F5B"/>
              </a:buClr>
              <a:buSzPts val="1200"/>
              <a:buFont typeface="Arial"/>
              <a:buNone/>
              <a:defRPr sz="1200" b="1">
                <a:solidFill>
                  <a:srgbClr val="062F5B"/>
                </a:solidFill>
                <a:latin typeface="Apple SD Gothic Neo"/>
                <a:ea typeface="Apple SD Gothic Neo"/>
                <a:cs typeface="Apple SD Gothic Neo"/>
              </a:defRPr>
            </a:pPr>
            <a:r>
              <a:rPr sz="1200" b="1" i="0" u="none" strike="noStrike" cap="none" spc="0">
                <a:solidFill>
                  <a:srgbClr val="062F5B"/>
                </a:solidFill>
                <a:latin typeface="Apple SD Gothic Neo"/>
                <a:ea typeface="Apple SD Gothic Neo"/>
                <a:cs typeface="Apple SD Gothic Neo"/>
              </a:rPr>
              <a:t>03</a:t>
            </a:r>
            <a:endParaRPr sz="1400" b="0" i="0" u="none" strike="noStrike" cap="none" spc="0">
              <a:solidFill>
                <a:srgbClr val="000000"/>
              </a:solidFill>
              <a:latin typeface="Arial"/>
              <a:ea typeface="Arial"/>
              <a:cs typeface="Arial"/>
            </a:endParaRPr>
          </a:p>
        </p:txBody>
      </p:sp>
      <p:sp>
        <p:nvSpPr>
          <p:cNvPr id="93" name="Google Shape;93;p4">
            <a:extLst xmlns:a="http://schemas.openxmlformats.org/drawingml/2006/main">
              <a:ext uri="{FF2B5EF4-FFF2-40B4-BE49-F238E27FC236}">
                <a16:creationId xmlns:a16="http://schemas.microsoft.com/office/drawing/2014/main" id="{1EA102CD-4CD1-4D9B-8489-A6A83B939168}"/>
              </a:ext>
            </a:extLst>
          </p:cNvPr>
          <p:cNvSpPr>
            <a:spLocks xmlns:a="http://schemas.openxmlformats.org/drawingml/2006/main" noGrp="1"/>
          </p:cNvSpPr>
          <p:nvPr/>
        </p:nvSpPr>
        <p:spPr>
          <a:xfrm xmlns:a="http://schemas.openxmlformats.org/drawingml/2006/main">
            <a:off x="609600" y="457200"/>
            <a:ext cx="10972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defPPr>
              <a:defRPr sz="2700" b="1">
                <a:solidFill>
                  <a:srgbClr val="062F5B"/>
                </a:solidFill>
                <a:latin typeface="Apple SD Gothic Neo"/>
                <a:ea typeface="Apple SD Gothic Neo"/>
                <a:cs typeface="Apple SD Gothic Neo"/>
              </a:defRPr>
            </a:defPPr>
            <a:lvl1pPr>
              <a:defRPr sz="2700" b="1">
                <a:solidFill>
                  <a:srgbClr val="062F5B"/>
                </a:solidFill>
                <a:latin typeface="Apple SD Gothic Neo"/>
                <a:ea typeface="Apple SD Gothic Neo"/>
                <a:cs typeface="Apple SD Gothic Neo"/>
              </a:defRPr>
            </a:lvl1pPr>
            <a:lvl2pPr>
              <a:defRPr sz="2700" b="1">
                <a:solidFill>
                  <a:srgbClr val="062F5B"/>
                </a:solidFill>
                <a:latin typeface="Apple SD Gothic Neo"/>
                <a:ea typeface="Apple SD Gothic Neo"/>
                <a:cs typeface="Apple SD Gothic Neo"/>
              </a:defRPr>
            </a:lvl2pPr>
            <a:lvl3pPr>
              <a:defRPr sz="2700" b="1">
                <a:solidFill>
                  <a:srgbClr val="062F5B"/>
                </a:solidFill>
                <a:latin typeface="Apple SD Gothic Neo"/>
                <a:ea typeface="Apple SD Gothic Neo"/>
                <a:cs typeface="Apple SD Gothic Neo"/>
              </a:defRPr>
            </a:lvl3pPr>
            <a:lvl4pPr>
              <a:defRPr sz="2700" b="1">
                <a:solidFill>
                  <a:srgbClr val="062F5B"/>
                </a:solidFill>
                <a:latin typeface="Apple SD Gothic Neo"/>
                <a:ea typeface="Apple SD Gothic Neo"/>
                <a:cs typeface="Apple SD Gothic Neo"/>
              </a:defRPr>
            </a:lvl4pPr>
            <a:lvl5pPr>
              <a:defRPr sz="2700" b="1">
                <a:solidFill>
                  <a:srgbClr val="062F5B"/>
                </a:solidFill>
                <a:latin typeface="Apple SD Gothic Neo"/>
                <a:ea typeface="Apple SD Gothic Neo"/>
                <a:cs typeface="Apple SD Gothic Neo"/>
              </a:defRPr>
            </a:lvl5pPr>
            <a:lvl6pPr>
              <a:defRPr sz="2700" b="1">
                <a:solidFill>
                  <a:srgbClr val="062F5B"/>
                </a:solidFill>
                <a:latin typeface="Apple SD Gothic Neo"/>
                <a:ea typeface="Apple SD Gothic Neo"/>
                <a:cs typeface="Apple SD Gothic Neo"/>
              </a:defRPr>
            </a:lvl6pPr>
            <a:lvl7pPr>
              <a:defRPr sz="2700" b="1">
                <a:solidFill>
                  <a:srgbClr val="062F5B"/>
                </a:solidFill>
                <a:latin typeface="Apple SD Gothic Neo"/>
                <a:ea typeface="Apple SD Gothic Neo"/>
                <a:cs typeface="Apple SD Gothic Neo"/>
              </a:defRPr>
            </a:lvl7pPr>
            <a:lvl8pPr>
              <a:defRPr sz="2700" b="1">
                <a:solidFill>
                  <a:srgbClr val="062F5B"/>
                </a:solidFill>
                <a:latin typeface="Apple SD Gothic Neo"/>
                <a:ea typeface="Apple SD Gothic Neo"/>
                <a:cs typeface="Apple SD Gothic Neo"/>
              </a:defRPr>
            </a:lvl8pPr>
            <a:lvl9pPr>
              <a:defRPr sz="2700" b="1">
                <a:solidFill>
                  <a:srgbClr val="062F5B"/>
                </a:solidFill>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062F5B"/>
              </a:buClr>
              <a:buSzPts val="3400"/>
              <a:buFont typeface="Arial"/>
              <a:buNone/>
              <a:defRPr sz="2700" b="1">
                <a:solidFill>
                  <a:srgbClr val="062F5B"/>
                </a:solidFill>
                <a:latin typeface="Apple SD Gothic Neo"/>
                <a:ea typeface="Apple SD Gothic Neo"/>
                <a:cs typeface="Apple SD Gothic Neo"/>
              </a:defRPr>
            </a:pPr>
            <a:r>
              <a:rPr sz="2700" b="1" i="0" u="none" strike="noStrike" cap="none" spc="0">
                <a:solidFill>
                  <a:srgbClr val="062F5B"/>
                </a:solidFill>
                <a:latin typeface="Apple SD Gothic Neo"/>
                <a:ea typeface="Apple SD Gothic Neo"/>
                <a:cs typeface="Apple SD Gothic Neo"/>
              </a:rPr>
              <a:t>모바일 핵심 기능</a:t>
            </a:r>
            <a:endParaRPr sz="2625" b="1" i="0" u="none" strike="noStrike" cap="none" spc="0">
              <a:solidFill>
                <a:srgbClr val="132A44"/>
              </a:solidFill>
              <a:latin typeface="Arial"/>
              <a:ea typeface="Arial"/>
              <a:cs typeface="Arial"/>
            </a:endParaRPr>
          </a:p>
        </p:txBody>
      </p:sp>
      <p:sp>
        <p:nvSpPr>
          <p:cNvPr id="94" name="Google Shape;94;p4">
            <a:extLst xmlns:a="http://schemas.openxmlformats.org/drawingml/2006/main">
              <a:ext uri="{FF2B5EF4-FFF2-40B4-BE49-F238E27FC236}">
                <a16:creationId xmlns:a16="http://schemas.microsoft.com/office/drawing/2014/main" id="{8B392B2D-2EBE-4A8F-A52A-1F33DD353755}"/>
              </a:ext>
            </a:extLst>
          </p:cNvPr>
          <p:cNvSpPr>
            <a:spLocks xmlns:a="http://schemas.openxmlformats.org/drawingml/2006/main" noGrp="1"/>
          </p:cNvSpPr>
          <p:nvPr/>
        </p:nvSpPr>
        <p:spPr>
          <a:xfrm xmlns:a="http://schemas.openxmlformats.org/drawingml/2006/main">
            <a:off x="609600" y="1044826"/>
            <a:ext cx="3505200" cy="4095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ctr">
              <a:lnSpc>
                <a:spcPct val="110000"/>
              </a:lnSpc>
              <a:spcBef>
                <a:spcPts val="0"/>
              </a:spcBef>
              <a:spcAft>
                <a:spcPts val="0"/>
              </a:spcAft>
              <a:buClr>
                <a:srgbClr val="062F5B"/>
              </a:buClr>
              <a:buSzPts val="2300"/>
              <a:buFont typeface="Arial"/>
              <a:buNone/>
              <a:defRPr>
                <a:latin typeface="Apple SD Gothic Neo"/>
                <a:ea typeface="Apple SD Gothic Neo"/>
                <a:cs typeface="Apple SD Gothic Neo"/>
              </a:defRPr>
            </a:pPr>
            <a:r>
              <a:rPr sz="1650" b="1" i="0" u="none" strike="noStrike" cap="none" spc="0">
                <a:solidFill>
                  <a:srgbClr val="20324C"/>
                </a:solidFill>
                <a:latin typeface="Apple SD Gothic Neo"/>
                <a:ea typeface="Apple SD Gothic Neo"/>
                <a:cs typeface="Apple SD Gothic Neo"/>
              </a:rPr>
              <a:t>내정보 설정</a:t>
            </a:r>
            <a:endParaRPr sz="1650" b="1" i="0" u="none" strike="noStrike" cap="none" spc="0">
              <a:solidFill>
                <a:srgbClr val="20324C"/>
              </a:solidFill>
              <a:latin typeface="Arial"/>
              <a:ea typeface="Arial"/>
              <a:cs typeface="Arial"/>
            </a:endParaRPr>
          </a:p>
        </p:txBody>
      </p:sp>
      <p:sp>
        <p:nvSpPr>
          <p:cNvPr id="95" name="Google Shape;95;p4">
            <a:extLst xmlns:a="http://schemas.openxmlformats.org/drawingml/2006/main">
              <a:ext uri="{FF2B5EF4-FFF2-40B4-BE49-F238E27FC236}">
                <a16:creationId xmlns:a16="http://schemas.microsoft.com/office/drawing/2014/main" id="{D7955D68-D389-40F4-A088-9F4A30D8FBE7}"/>
              </a:ext>
            </a:extLst>
          </p:cNvPr>
          <p:cNvSpPr>
            <a:spLocks xmlns:a="http://schemas.openxmlformats.org/drawingml/2006/main" noGrp="1"/>
          </p:cNvSpPr>
          <p:nvPr/>
        </p:nvSpPr>
        <p:spPr>
          <a:xfrm xmlns:a="http://schemas.openxmlformats.org/drawingml/2006/main">
            <a:off x="609600" y="1454402"/>
            <a:ext cx="3505200" cy="4330932"/>
          </a:xfrm>
          <a:prstGeom xmlns:a="http://schemas.openxmlformats.org/drawingml/2006/main" prst="rect">
            <a:avLst/>
          </a:prstGeom>
          <a:noFill xmlns:a="http://schemas.openxmlformats.org/drawingml/2006/main"/>
          <a:ln xmlns:a="http://schemas.openxmlformats.org/drawingml/2006/main" w="9525" cap="flat" cmpd="sng">
            <a:solidFill>
              <a:srgbClr val="CCD3D8"/>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spc="0">
              <a:solidFill>
                <a:srgbClr val="000000"/>
              </a:solidFill>
              <a:latin typeface="Arial"/>
              <a:ea typeface="Arial"/>
              <a:cs typeface="Arial"/>
            </a:endParaRPr>
          </a:p>
        </p:txBody>
      </p:sp>
      <p:sp>
        <p:nvSpPr>
          <p:cNvPr id="96" name="Google Shape;96;p4">
            <a:extLst xmlns:a="http://schemas.openxmlformats.org/drawingml/2006/main">
              <a:ext uri="{FF2B5EF4-FFF2-40B4-BE49-F238E27FC236}">
                <a16:creationId xmlns:a16="http://schemas.microsoft.com/office/drawing/2014/main" id="{1FCB0E09-3956-4247-93AE-C5A40774213C}"/>
              </a:ext>
            </a:extLst>
          </p:cNvPr>
          <p:cNvSpPr>
            <a:spLocks xmlns:a="http://schemas.openxmlformats.org/drawingml/2006/main" noGrp="1"/>
          </p:cNvSpPr>
          <p:nvPr/>
        </p:nvSpPr>
        <p:spPr>
          <a:xfrm xmlns:a="http://schemas.openxmlformats.org/drawingml/2006/main">
            <a:off x="800100" y="3159370"/>
            <a:ext cx="31242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ctr">
              <a:lnSpc>
                <a:spcPct val="110000"/>
              </a:lnSpc>
              <a:spcBef>
                <a:spcPts val="0"/>
              </a:spcBef>
              <a:spcAft>
                <a:spcPts val="0"/>
              </a:spcAft>
              <a:buClr>
                <a:srgbClr val="65707C"/>
              </a:buClr>
              <a:buSzPts val="1500"/>
              <a:buFont typeface="Arial"/>
              <a:buNone/>
            </a:pPr>
            <a:r>
              <a:t/>
            </a:r>
            <a:endParaRPr sz="1125" b="1" i="0" u="none" strike="noStrike" cap="none" spc="0">
              <a:solidFill>
                <a:srgbClr val="E8A928"/>
              </a:solidFill>
              <a:latin typeface="Arial"/>
              <a:ea typeface="Arial"/>
              <a:cs typeface="Arial"/>
            </a:endParaRPr>
          </a:p>
        </p:txBody>
      </p:sp>
      <p:sp>
        <p:nvSpPr>
          <p:cNvPr id="97" name="Google Shape;97;p4">
            <a:extLst xmlns:a="http://schemas.openxmlformats.org/drawingml/2006/main">
              <a:ext uri="{FF2B5EF4-FFF2-40B4-BE49-F238E27FC236}">
                <a16:creationId xmlns:a16="http://schemas.microsoft.com/office/drawing/2014/main" id="{8C65C4AF-E154-453B-BE55-17AF321A35DD}"/>
              </a:ext>
            </a:extLst>
          </p:cNvPr>
          <p:cNvSpPr>
            <a:spLocks xmlns:a="http://schemas.openxmlformats.org/drawingml/2006/main" noGrp="1"/>
          </p:cNvSpPr>
          <p:nvPr/>
        </p:nvSpPr>
        <p:spPr>
          <a:xfrm xmlns:a="http://schemas.openxmlformats.org/drawingml/2006/main">
            <a:off x="1371600" y="5948034"/>
            <a:ext cx="1688123"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ctr">
              <a:lnSpc>
                <a:spcPct val="110000"/>
              </a:lnSpc>
              <a:spcBef>
                <a:spcPts val="0"/>
              </a:spcBef>
              <a:spcAft>
                <a:spcPts val="0"/>
              </a:spcAft>
              <a:buClr>
                <a:srgbClr val="062F5B"/>
              </a:buClr>
              <a:buSzPts val="2300"/>
              <a:buFont typeface="Arial"/>
              <a:buNone/>
              <a:defRPr>
                <a:latin typeface="Apple SD Gothic Neo"/>
                <a:ea typeface="Apple SD Gothic Neo"/>
                <a:cs typeface="Apple SD Gothic Neo"/>
              </a:defRPr>
            </a:pPr>
            <a:r>
              <a:rPr sz="1300" b="1" i="0" u="none" strike="noStrike" cap="none" spc="0">
                <a:solidFill>
                  <a:srgbClr val="20324C"/>
                </a:solidFill>
                <a:latin typeface="Apple SD Gothic Neo"/>
                <a:ea typeface="Apple SD Gothic Neo"/>
                <a:cs typeface="Apple SD Gothic Neo"/>
              </a:rPr>
              <a:t>기본 나의 정보를 입력</a:t>
            </a:r>
            <a:endParaRPr sz="1300" b="1" i="0" u="none" strike="noStrike" cap="none" spc="0">
              <a:solidFill>
                <a:srgbClr val="20324C"/>
              </a:solidFill>
              <a:latin typeface="Arial"/>
              <a:ea typeface="Arial"/>
              <a:cs typeface="Arial"/>
            </a:endParaRPr>
          </a:p>
        </p:txBody>
      </p:sp>
      <p:sp>
        <p:nvSpPr>
          <p:cNvPr id="98" name="Google Shape;98;p4">
            <a:extLst xmlns:a="http://schemas.openxmlformats.org/drawingml/2006/main">
              <a:ext uri="{FF2B5EF4-FFF2-40B4-BE49-F238E27FC236}">
                <a16:creationId xmlns:a16="http://schemas.microsoft.com/office/drawing/2014/main" id="{BE7ED67F-786B-42D9-9EE0-F3101345B021}"/>
              </a:ext>
            </a:extLst>
          </p:cNvPr>
          <p:cNvSpPr>
            <a:spLocks xmlns:a="http://schemas.openxmlformats.org/drawingml/2006/main" noGrp="1"/>
          </p:cNvSpPr>
          <p:nvPr/>
        </p:nvSpPr>
        <p:spPr>
          <a:xfrm xmlns:a="http://schemas.openxmlformats.org/drawingml/2006/main">
            <a:off x="4343400" y="1044826"/>
            <a:ext cx="3505200" cy="4095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ctr">
              <a:lnSpc>
                <a:spcPct val="110000"/>
              </a:lnSpc>
              <a:spcBef>
                <a:spcPts val="0"/>
              </a:spcBef>
              <a:spcAft>
                <a:spcPts val="0"/>
              </a:spcAft>
              <a:buClr>
                <a:srgbClr val="062F5B"/>
              </a:buClr>
              <a:buSzPts val="2300"/>
              <a:buFont typeface="Arial"/>
              <a:buNone/>
              <a:defRPr>
                <a:latin typeface="Apple SD Gothic Neo"/>
                <a:ea typeface="Apple SD Gothic Neo"/>
                <a:cs typeface="Apple SD Gothic Neo"/>
              </a:defRPr>
            </a:pPr>
            <a:r>
              <a:rPr sz="1650" b="1" i="0" u="none" strike="noStrike" cap="none" spc="0">
                <a:solidFill>
                  <a:srgbClr val="20324C"/>
                </a:solidFill>
                <a:latin typeface="Apple SD Gothic Neo"/>
                <a:ea typeface="Apple SD Gothic Neo"/>
                <a:cs typeface="Apple SD Gothic Neo"/>
              </a:rPr>
              <a:t>일상 홈 화면</a:t>
            </a:r>
            <a:endParaRPr sz="1650" b="1" i="0" u="none" strike="noStrike" cap="none" spc="0">
              <a:solidFill>
                <a:srgbClr val="20324C"/>
              </a:solidFill>
              <a:latin typeface="Arial"/>
              <a:ea typeface="Arial"/>
              <a:cs typeface="Arial"/>
            </a:endParaRPr>
          </a:p>
        </p:txBody>
      </p:sp>
      <p:sp>
        <p:nvSpPr>
          <p:cNvPr id="99" name="Google Shape;99;p4">
            <a:extLst xmlns:a="http://schemas.openxmlformats.org/drawingml/2006/main">
              <a:ext uri="{FF2B5EF4-FFF2-40B4-BE49-F238E27FC236}">
                <a16:creationId xmlns:a16="http://schemas.microsoft.com/office/drawing/2014/main" id="{7DC115B0-1144-43D7-A0D6-8AB8CAF386CE}"/>
              </a:ext>
            </a:extLst>
          </p:cNvPr>
          <p:cNvSpPr>
            <a:spLocks xmlns:a="http://schemas.openxmlformats.org/drawingml/2006/main" noGrp="1"/>
          </p:cNvSpPr>
          <p:nvPr/>
        </p:nvSpPr>
        <p:spPr>
          <a:xfrm xmlns:a="http://schemas.openxmlformats.org/drawingml/2006/main">
            <a:off x="4343400" y="5948034"/>
            <a:ext cx="3505200"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ctr">
              <a:lnSpc>
                <a:spcPct val="110000"/>
              </a:lnSpc>
              <a:spcBef>
                <a:spcPts val="0"/>
              </a:spcBef>
              <a:spcAft>
                <a:spcPts val="0"/>
              </a:spcAft>
              <a:buClr>
                <a:srgbClr val="062F5B"/>
              </a:buClr>
              <a:buSzPts val="2300"/>
              <a:buFont typeface="Arial"/>
              <a:buNone/>
              <a:defRPr>
                <a:latin typeface="Apple SD Gothic Neo"/>
                <a:ea typeface="Apple SD Gothic Neo"/>
                <a:cs typeface="Apple SD Gothic Neo"/>
              </a:defRPr>
            </a:pPr>
            <a:r>
              <a:rPr sz="1300" b="1" i="0" u="none" strike="noStrike" cap="none" spc="0">
                <a:solidFill>
                  <a:srgbClr val="20324C"/>
                </a:solidFill>
                <a:latin typeface="Apple SD Gothic Neo"/>
                <a:ea typeface="Apple SD Gothic Neo"/>
                <a:cs typeface="Apple SD Gothic Neo"/>
              </a:rPr>
              <a:t>내 상태별 재난대응 사전 준비 사항 추천 안내</a:t>
            </a:r>
            <a:endParaRPr sz="1300" b="1" i="0" u="none" strike="noStrike" cap="none" spc="0">
              <a:solidFill>
                <a:srgbClr val="20324C"/>
              </a:solidFill>
              <a:latin typeface="Arial"/>
              <a:ea typeface="Arial"/>
              <a:cs typeface="Arial"/>
            </a:endParaRPr>
          </a:p>
        </p:txBody>
      </p:sp>
      <p:sp>
        <p:nvSpPr>
          <p:cNvPr id="100" name="Google Shape;100;p4">
            <a:extLst xmlns:a="http://schemas.openxmlformats.org/drawingml/2006/main">
              <a:ext uri="{FF2B5EF4-FFF2-40B4-BE49-F238E27FC236}">
                <a16:creationId xmlns:a16="http://schemas.microsoft.com/office/drawing/2014/main" id="{EBF3F8E3-FF84-4C1E-B535-6ADEF073F2AE}"/>
              </a:ext>
            </a:extLst>
          </p:cNvPr>
          <p:cNvSpPr>
            <a:spLocks xmlns:a="http://schemas.openxmlformats.org/drawingml/2006/main" noGrp="1"/>
          </p:cNvSpPr>
          <p:nvPr/>
        </p:nvSpPr>
        <p:spPr>
          <a:xfrm xmlns:a="http://schemas.openxmlformats.org/drawingml/2006/main">
            <a:off x="8077200" y="1044826"/>
            <a:ext cx="3505200" cy="4095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ctr">
              <a:lnSpc>
                <a:spcPct val="110000"/>
              </a:lnSpc>
              <a:spcBef>
                <a:spcPts val="0"/>
              </a:spcBef>
              <a:spcAft>
                <a:spcPts val="0"/>
              </a:spcAft>
              <a:buClr>
                <a:srgbClr val="062F5B"/>
              </a:buClr>
              <a:buSzPts val="2300"/>
              <a:buFont typeface="Arial"/>
              <a:buNone/>
              <a:defRPr>
                <a:latin typeface="Apple SD Gothic Neo"/>
                <a:ea typeface="Apple SD Gothic Neo"/>
                <a:cs typeface="Apple SD Gothic Neo"/>
              </a:defRPr>
            </a:pPr>
            <a:r>
              <a:rPr sz="1650" b="1" i="0" u="none" strike="noStrike" cap="none" spc="0">
                <a:solidFill>
                  <a:srgbClr val="20324C"/>
                </a:solidFill>
                <a:latin typeface="Apple SD Gothic Neo"/>
                <a:ea typeface="Apple SD Gothic Neo"/>
                <a:cs typeface="Apple SD Gothic Neo"/>
              </a:rPr>
              <a:t>재난 대응 화면</a:t>
            </a:r>
            <a:endParaRPr sz="1650" b="1" i="0" u="none" strike="noStrike" cap="none" spc="0">
              <a:solidFill>
                <a:srgbClr val="20324C"/>
              </a:solidFill>
              <a:latin typeface="Arial"/>
              <a:ea typeface="Arial"/>
              <a:cs typeface="Arial"/>
            </a:endParaRPr>
          </a:p>
        </p:txBody>
      </p:sp>
      <p:sp>
        <p:nvSpPr>
          <p:cNvPr id="101" name="Google Shape;101;p4">
            <a:extLst xmlns:a="http://schemas.openxmlformats.org/drawingml/2006/main">
              <a:ext uri="{FF2B5EF4-FFF2-40B4-BE49-F238E27FC236}">
                <a16:creationId xmlns:a16="http://schemas.microsoft.com/office/drawing/2014/main" id="{BE396B59-BA48-4287-9EE0-CC9D839693DA}"/>
              </a:ext>
            </a:extLst>
          </p:cNvPr>
          <p:cNvSpPr>
            <a:spLocks xmlns:a="http://schemas.openxmlformats.org/drawingml/2006/main" noGrp="1"/>
          </p:cNvSpPr>
          <p:nvPr/>
        </p:nvSpPr>
        <p:spPr>
          <a:xfrm xmlns:a="http://schemas.openxmlformats.org/drawingml/2006/main">
            <a:off x="8270631" y="5948034"/>
            <a:ext cx="3118338"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ctr">
              <a:lnSpc>
                <a:spcPct val="110000"/>
              </a:lnSpc>
              <a:spcBef>
                <a:spcPts val="0"/>
              </a:spcBef>
              <a:spcAft>
                <a:spcPts val="0"/>
              </a:spcAft>
              <a:buClr>
                <a:srgbClr val="062F5B"/>
              </a:buClr>
              <a:buSzPts val="2300"/>
              <a:buFont typeface="Arial"/>
              <a:buNone/>
              <a:defRPr>
                <a:latin typeface="Apple SD Gothic Neo"/>
                <a:ea typeface="Apple SD Gothic Neo"/>
                <a:cs typeface="Apple SD Gothic Neo"/>
              </a:defRPr>
            </a:pPr>
            <a:r>
              <a:rPr sz="1300" b="1" i="0" u="none" strike="noStrike" cap="none" spc="0">
                <a:solidFill>
                  <a:srgbClr val="20324C"/>
                </a:solidFill>
                <a:latin typeface="Apple SD Gothic Neo"/>
                <a:ea typeface="Apple SD Gothic Neo"/>
                <a:cs typeface="Apple SD Gothic Neo"/>
              </a:rPr>
              <a:t>실시간 ai 대화를 통한 맞춤 행동요령 추천</a:t>
            </a:r>
            <a:endParaRPr sz="1300" b="1" i="0" u="none" strike="noStrike" cap="none" spc="0">
              <a:solidFill>
                <a:srgbClr val="20324C"/>
              </a:solidFill>
              <a:latin typeface="Arial"/>
              <a:ea typeface="Arial"/>
              <a:cs typeface="Arial"/>
            </a:endParaRPr>
          </a:p>
        </p:txBody>
      </p:sp>
      <p:sp>
        <p:nvSpPr>
          <p:cNvPr id="102" name="Google Shape;102;p4">
            <a:extLst xmlns:a="http://schemas.openxmlformats.org/drawingml/2006/main">
              <a:ext uri="{FF2B5EF4-FFF2-40B4-BE49-F238E27FC236}">
                <a16:creationId xmlns:a16="http://schemas.microsoft.com/office/drawing/2014/main" id="{C117692A-D76C-4A22-9793-4C2B8C54C140}"/>
              </a:ext>
            </a:extLst>
          </p:cNvPr>
          <p:cNvSpPr>
            <a:spLocks xmlns:a="http://schemas.openxmlformats.org/drawingml/2006/main" noGrp="1"/>
          </p:cNvSpPr>
          <p:nvPr/>
        </p:nvSpPr>
        <p:spPr>
          <a:xfrm xmlns:a="http://schemas.openxmlformats.org/drawingml/2006/main">
            <a:off x="682381" y="5934803"/>
            <a:ext cx="3352800" cy="9525"/>
          </a:xfrm>
          <a:prstGeom xmlns:a="http://schemas.openxmlformats.org/drawingml/2006/main" prst="rect">
            <a:avLst/>
          </a:prstGeom>
          <a:solidFill xmlns:a="http://schemas.openxmlformats.org/drawingml/2006/main">
            <a:srgbClr val="CCD3D8"/>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spc="0">
              <a:solidFill>
                <a:srgbClr val="000000"/>
              </a:solidFill>
              <a:latin typeface="Arial"/>
              <a:ea typeface="Arial"/>
              <a:cs typeface="Arial"/>
            </a:endParaRPr>
          </a:p>
        </p:txBody>
      </p:sp>
      <p:sp>
        <p:nvSpPr>
          <p:cNvPr id="103" name="Google Shape;103;p4">
            <a:extLst xmlns:a="http://schemas.openxmlformats.org/drawingml/2006/main">
              <a:ext uri="{FF2B5EF4-FFF2-40B4-BE49-F238E27FC236}">
                <a16:creationId xmlns:a16="http://schemas.microsoft.com/office/drawing/2014/main" id="{7EC0AD36-6C88-4B9A-8637-34CDCFDC5F70}"/>
              </a:ext>
            </a:extLst>
          </p:cNvPr>
          <p:cNvSpPr>
            <a:spLocks xmlns:a="http://schemas.openxmlformats.org/drawingml/2006/main" noGrp="1"/>
          </p:cNvSpPr>
          <p:nvPr/>
        </p:nvSpPr>
        <p:spPr>
          <a:xfrm xmlns:a="http://schemas.openxmlformats.org/drawingml/2006/main">
            <a:off x="4417646" y="5934803"/>
            <a:ext cx="3352800" cy="9525"/>
          </a:xfrm>
          <a:prstGeom xmlns:a="http://schemas.openxmlformats.org/drawingml/2006/main" prst="rect">
            <a:avLst/>
          </a:prstGeom>
          <a:solidFill xmlns:a="http://schemas.openxmlformats.org/drawingml/2006/main">
            <a:srgbClr val="CCD3D8"/>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spc="0">
              <a:solidFill>
                <a:srgbClr val="000000"/>
              </a:solidFill>
              <a:latin typeface="Arial"/>
              <a:ea typeface="Arial"/>
              <a:cs typeface="Arial"/>
            </a:endParaRPr>
          </a:p>
        </p:txBody>
      </p:sp>
      <p:sp>
        <p:nvSpPr>
          <p:cNvPr id="104" name="Google Shape;104;p4">
            <a:extLst xmlns:a="http://schemas.openxmlformats.org/drawingml/2006/main">
              <a:ext uri="{FF2B5EF4-FFF2-40B4-BE49-F238E27FC236}">
                <a16:creationId xmlns:a16="http://schemas.microsoft.com/office/drawing/2014/main" id="{C4154D1C-03A5-4F86-94A5-C0508AB2E510}"/>
              </a:ext>
            </a:extLst>
          </p:cNvPr>
          <p:cNvSpPr>
            <a:spLocks xmlns:a="http://schemas.openxmlformats.org/drawingml/2006/main" noGrp="1"/>
          </p:cNvSpPr>
          <p:nvPr/>
        </p:nvSpPr>
        <p:spPr>
          <a:xfrm xmlns:a="http://schemas.openxmlformats.org/drawingml/2006/main">
            <a:off x="8153400" y="5934803"/>
            <a:ext cx="3352800" cy="9525"/>
          </a:xfrm>
          <a:prstGeom xmlns:a="http://schemas.openxmlformats.org/drawingml/2006/main" prst="rect">
            <a:avLst/>
          </a:prstGeom>
          <a:solidFill xmlns:a="http://schemas.openxmlformats.org/drawingml/2006/main">
            <a:srgbClr val="CCD3D8"/>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spc="0">
              <a:solidFill>
                <a:srgbClr val="000000"/>
              </a:solidFill>
              <a:latin typeface="Arial"/>
              <a:ea typeface="Arial"/>
              <a:cs typeface="Arial"/>
            </a:endParaRPr>
          </a:p>
        </p:txBody>
      </p:sp>
      <p:pic>
        <p:nvPicPr>
          <p:cNvPr id="105" name="Google Shape;105;p4">
            <a:extLst xmlns:a="http://schemas.openxmlformats.org/drawingml/2006/main">
              <a:ext uri="{FF2B5EF4-FFF2-40B4-BE49-F238E27FC236}">
                <a16:creationId xmlns:a16="http://schemas.microsoft.com/office/drawing/2014/main" id="{71266357-F684-4643-8046-EC41B2F0F79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438a2a7def54e0f">
            <a:alphaModFix/>
          </a:blip>
          <a:srcRect xmlns:a="http://schemas.openxmlformats.org/drawingml/2006/main" l="0" t="0" r="0" b="0"/>
          <a:stretch xmlns:a="http://schemas.openxmlformats.org/drawingml/2006/main"/>
        </p:blipFill>
        <p:spPr>
          <a:xfrm xmlns:a="http://schemas.openxmlformats.org/drawingml/2006/main">
            <a:off x="611310" y="1463926"/>
            <a:ext cx="3494943" cy="4278910"/>
          </a:xfrm>
          <a:prstGeom xmlns:a="http://schemas.openxmlformats.org/drawingml/2006/main" prst="rect">
            <a:avLst/>
          </a:prstGeom>
          <a:ln xmlns:a="http://schemas.openxmlformats.org/drawingml/2006/main">
            <a:noFill/>
          </a:ln>
        </p:spPr>
      </p:pic>
      <p:sp>
        <p:nvSpPr>
          <p:cNvPr id="106" name="Google Shape;106;p4">
            <a:extLst xmlns:a="http://schemas.openxmlformats.org/drawingml/2006/main">
              <a:ext uri="{FF2B5EF4-FFF2-40B4-BE49-F238E27FC236}">
                <a16:creationId xmlns:a16="http://schemas.microsoft.com/office/drawing/2014/main" id="{F6E2A69C-A0B4-418B-8376-E14C8798E66E}"/>
              </a:ext>
            </a:extLst>
          </p:cNvPr>
          <p:cNvSpPr>
            <a:spLocks xmlns:a="http://schemas.openxmlformats.org/drawingml/2006/main" noGrp="1"/>
          </p:cNvSpPr>
          <p:nvPr/>
        </p:nvSpPr>
        <p:spPr>
          <a:xfrm xmlns:a="http://schemas.openxmlformats.org/drawingml/2006/main">
            <a:off x="4339981" y="1454402"/>
            <a:ext cx="3505200" cy="4330932"/>
          </a:xfrm>
          <a:prstGeom xmlns:a="http://schemas.openxmlformats.org/drawingml/2006/main" prst="rect">
            <a:avLst/>
          </a:prstGeom>
          <a:noFill xmlns:a="http://schemas.openxmlformats.org/drawingml/2006/main"/>
          <a:ln xmlns:a="http://schemas.openxmlformats.org/drawingml/2006/main" w="9525" cap="flat" cmpd="sng">
            <a:solidFill>
              <a:srgbClr val="CCD3D8"/>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spc="0">
              <a:solidFill>
                <a:srgbClr val="000000"/>
              </a:solidFill>
              <a:latin typeface="Arial"/>
              <a:ea typeface="Arial"/>
              <a:cs typeface="Arial"/>
            </a:endParaRPr>
          </a:p>
        </p:txBody>
      </p:sp>
      <p:sp>
        <p:nvSpPr>
          <p:cNvPr id="107" name="Google Shape;107;p4">
            <a:extLst xmlns:a="http://schemas.openxmlformats.org/drawingml/2006/main">
              <a:ext uri="{FF2B5EF4-FFF2-40B4-BE49-F238E27FC236}">
                <a16:creationId xmlns:a16="http://schemas.microsoft.com/office/drawing/2014/main" id="{443A5603-F4B7-4CD7-AC52-C54732DFD2F0}"/>
              </a:ext>
            </a:extLst>
          </p:cNvPr>
          <p:cNvSpPr>
            <a:spLocks xmlns:a="http://schemas.openxmlformats.org/drawingml/2006/main" noGrp="1"/>
          </p:cNvSpPr>
          <p:nvPr/>
        </p:nvSpPr>
        <p:spPr>
          <a:xfrm xmlns:a="http://schemas.openxmlformats.org/drawingml/2006/main">
            <a:off x="8073781" y="1454402"/>
            <a:ext cx="3505200" cy="4330932"/>
          </a:xfrm>
          <a:prstGeom xmlns:a="http://schemas.openxmlformats.org/drawingml/2006/main" prst="rect">
            <a:avLst/>
          </a:prstGeom>
          <a:noFill xmlns:a="http://schemas.openxmlformats.org/drawingml/2006/main"/>
          <a:ln xmlns:a="http://schemas.openxmlformats.org/drawingml/2006/main" w="9525" cap="flat" cmpd="sng">
            <a:solidFill>
              <a:srgbClr val="CCD3D8"/>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spc="0">
              <a:solidFill>
                <a:srgbClr val="000000"/>
              </a:solidFill>
              <a:latin typeface="Arial"/>
              <a:ea typeface="Arial"/>
              <a:cs typeface="Arial"/>
            </a:endParaRPr>
          </a:p>
        </p:txBody>
      </p:sp>
      <p:pic>
        <p:nvPicPr>
          <p:cNvPr id="108" name="Google Shape;108;p4">
            <a:extLst xmlns:a="http://schemas.openxmlformats.org/drawingml/2006/main">
              <a:ext uri="{FF2B5EF4-FFF2-40B4-BE49-F238E27FC236}">
                <a16:creationId xmlns:a16="http://schemas.microsoft.com/office/drawing/2014/main" id="{5DBB7C9B-D89F-490F-9E41-569755A0FC5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532b10aa38e4c33">
            <a:alphaModFix/>
          </a:blip>
          <a:srcRect xmlns:a="http://schemas.openxmlformats.org/drawingml/2006/main" l="0" t="0" r="0" b="0"/>
          <a:stretch xmlns:a="http://schemas.openxmlformats.org/drawingml/2006/main"/>
        </p:blipFill>
        <p:spPr>
          <a:xfrm xmlns:a="http://schemas.openxmlformats.org/drawingml/2006/main">
            <a:off x="4346331" y="1463926"/>
            <a:ext cx="3495431" cy="4321408"/>
          </a:xfrm>
          <a:prstGeom xmlns:a="http://schemas.openxmlformats.org/drawingml/2006/main" prst="rect">
            <a:avLst/>
          </a:prstGeom>
          <a:ln xmlns:a="http://schemas.openxmlformats.org/drawingml/2006/main">
            <a:noFill/>
          </a:ln>
        </p:spPr>
      </p:pic>
      <p:pic>
        <p:nvPicPr>
          <p:cNvPr id="109" name="Google Shape;109;p4">
            <a:extLst xmlns:a="http://schemas.openxmlformats.org/drawingml/2006/main">
              <a:ext uri="{FF2B5EF4-FFF2-40B4-BE49-F238E27FC236}">
                <a16:creationId xmlns:a16="http://schemas.microsoft.com/office/drawing/2014/main" id="{6C08CC6E-5074-4F81-A4D7-E1A34CB8838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f24ed261d4a4400">
            <a:alphaModFix/>
          </a:blip>
          <a:srcRect xmlns:a="http://schemas.openxmlformats.org/drawingml/2006/main" l="0" t="0" r="0" b="0"/>
          <a:stretch xmlns:a="http://schemas.openxmlformats.org/drawingml/2006/main"/>
        </p:blipFill>
        <p:spPr>
          <a:xfrm xmlns:a="http://schemas.openxmlformats.org/drawingml/2006/main">
            <a:off x="8083794" y="1463926"/>
            <a:ext cx="3492012" cy="4321408"/>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210195965"/>
      </p:ext>
    </p:extLst>
  </p:cSld>
</p:sld>
</file>

<file path=ppt/slides/slide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15" name="Google Shape;115;p5">
            <a:extLst xmlns:a="http://schemas.openxmlformats.org/drawingml/2006/main">
              <a:ext uri="{FF2B5EF4-FFF2-40B4-BE49-F238E27FC236}">
                <a16:creationId xmlns:a16="http://schemas.microsoft.com/office/drawing/2014/main" id="{69D8186A-5570-49B6-9E75-2C14203C7652}"/>
              </a:ext>
            </a:extLst>
          </p:cNvPr>
          <p:cNvSpPr>
            <a:spLocks xmlns:a="http://schemas.openxmlformats.org/drawingml/2006/main" noGrp="1"/>
          </p:cNvSpPr>
          <p:nvPr/>
        </p:nvSpPr>
        <p:spPr>
          <a:xfrm xmlns:a="http://schemas.openxmlformats.org/drawingml/2006/main">
            <a:off x="609600" y="457200"/>
            <a:ext cx="10972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defRPr sz="2700" b="1">
                <a:solidFill>
                  <a:srgbClr val="062F5B"/>
                </a:solidFill>
                <a:latin typeface="Apple SD Gothic Neo"/>
                <a:ea typeface="Apple SD Gothic Neo"/>
                <a:cs typeface="Apple SD Gothic Neo"/>
              </a:defRPr>
            </a:defPPr>
            <a:lvl1pPr>
              <a:defRPr sz="2700" b="1">
                <a:solidFill>
                  <a:srgbClr val="062F5B"/>
                </a:solidFill>
                <a:latin typeface="Apple SD Gothic Neo"/>
                <a:ea typeface="Apple SD Gothic Neo"/>
                <a:cs typeface="Apple SD Gothic Neo"/>
              </a:defRPr>
            </a:lvl1pPr>
            <a:lvl2pPr>
              <a:defRPr sz="2700" b="1">
                <a:solidFill>
                  <a:srgbClr val="062F5B"/>
                </a:solidFill>
                <a:latin typeface="Apple SD Gothic Neo"/>
                <a:ea typeface="Apple SD Gothic Neo"/>
                <a:cs typeface="Apple SD Gothic Neo"/>
              </a:defRPr>
            </a:lvl2pPr>
            <a:lvl3pPr>
              <a:defRPr sz="2700" b="1">
                <a:solidFill>
                  <a:srgbClr val="062F5B"/>
                </a:solidFill>
                <a:latin typeface="Apple SD Gothic Neo"/>
                <a:ea typeface="Apple SD Gothic Neo"/>
                <a:cs typeface="Apple SD Gothic Neo"/>
              </a:defRPr>
            </a:lvl3pPr>
            <a:lvl4pPr>
              <a:defRPr sz="2700" b="1">
                <a:solidFill>
                  <a:srgbClr val="062F5B"/>
                </a:solidFill>
                <a:latin typeface="Apple SD Gothic Neo"/>
                <a:ea typeface="Apple SD Gothic Neo"/>
                <a:cs typeface="Apple SD Gothic Neo"/>
              </a:defRPr>
            </a:lvl4pPr>
            <a:lvl5pPr>
              <a:defRPr sz="2700" b="1">
                <a:solidFill>
                  <a:srgbClr val="062F5B"/>
                </a:solidFill>
                <a:latin typeface="Apple SD Gothic Neo"/>
                <a:ea typeface="Apple SD Gothic Neo"/>
                <a:cs typeface="Apple SD Gothic Neo"/>
              </a:defRPr>
            </a:lvl5pPr>
            <a:lvl6pPr>
              <a:defRPr sz="2700" b="1">
                <a:solidFill>
                  <a:srgbClr val="062F5B"/>
                </a:solidFill>
                <a:latin typeface="Apple SD Gothic Neo"/>
                <a:ea typeface="Apple SD Gothic Neo"/>
                <a:cs typeface="Apple SD Gothic Neo"/>
              </a:defRPr>
            </a:lvl6pPr>
            <a:lvl7pPr>
              <a:defRPr sz="2700" b="1">
                <a:solidFill>
                  <a:srgbClr val="062F5B"/>
                </a:solidFill>
                <a:latin typeface="Apple SD Gothic Neo"/>
                <a:ea typeface="Apple SD Gothic Neo"/>
                <a:cs typeface="Apple SD Gothic Neo"/>
              </a:defRPr>
            </a:lvl7pPr>
            <a:lvl8pPr>
              <a:defRPr sz="2700" b="1">
                <a:solidFill>
                  <a:srgbClr val="062F5B"/>
                </a:solidFill>
                <a:latin typeface="Apple SD Gothic Neo"/>
                <a:ea typeface="Apple SD Gothic Neo"/>
                <a:cs typeface="Apple SD Gothic Neo"/>
              </a:defRPr>
            </a:lvl8pPr>
            <a:lvl9pPr>
              <a:defRPr sz="2700" b="1">
                <a:solidFill>
                  <a:srgbClr val="062F5B"/>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2880"/>
              <a:buFont typeface="Arial"/>
              <a:buNone/>
              <a:defRPr sz="2700" b="1">
                <a:solidFill>
                  <a:srgbClr val="062F5B"/>
                </a:solidFill>
                <a:latin typeface="Apple SD Gothic Neo"/>
                <a:ea typeface="Apple SD Gothic Neo"/>
                <a:cs typeface="Apple SD Gothic Neo"/>
              </a:defRPr>
            </a:pPr>
            <a:r>
              <a:rPr sz="2700" b="1" i="0" u="none" strike="noStrike" cap="none" spc="0">
                <a:solidFill>
                  <a:srgbClr val="062F5B"/>
                </a:solidFill>
                <a:latin typeface="Apple SD Gothic Neo"/>
                <a:ea typeface="Apple SD Gothic Neo"/>
                <a:cs typeface="Apple SD Gothic Neo"/>
              </a:rPr>
              <a:t>봉화지기 전체 서비스 흐름</a:t>
            </a:r>
            <a:endParaRPr/>
          </a:p>
        </p:txBody>
      </p:sp>
      <p:sp>
        <p:nvSpPr>
          <p:cNvPr id="116" name="Google Shape;116;p5">
            <a:extLst xmlns:a="http://schemas.openxmlformats.org/drawingml/2006/main">
              <a:ext uri="{FF2B5EF4-FFF2-40B4-BE49-F238E27FC236}">
                <a16:creationId xmlns:a16="http://schemas.microsoft.com/office/drawing/2014/main" id="{8E70AEFA-DAE0-455B-85EF-1F93E6B86BC0}"/>
              </a:ext>
            </a:extLst>
          </p:cNvPr>
          <p:cNvSpPr>
            <a:spLocks xmlns:a="http://schemas.openxmlformats.org/drawingml/2006/main" noGrp="1"/>
          </p:cNvSpPr>
          <p:nvPr/>
        </p:nvSpPr>
        <p:spPr>
          <a:xfrm xmlns:a="http://schemas.openxmlformats.org/drawingml/2006/main">
            <a:off x="609600" y="1066800"/>
            <a:ext cx="109728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1425">
                <a:solidFill>
                  <a:srgbClr val="65707C"/>
                </a:solidFill>
                <a:latin typeface="Apple SD Gothic Neo"/>
                <a:ea typeface="Apple SD Gothic Neo"/>
                <a:cs typeface="Apple SD Gothic Neo"/>
              </a:defRPr>
            </a:defPPr>
            <a:lvl1pPr>
              <a:defRPr sz="1425">
                <a:solidFill>
                  <a:srgbClr val="65707C"/>
                </a:solidFill>
                <a:latin typeface="Apple SD Gothic Neo"/>
                <a:ea typeface="Apple SD Gothic Neo"/>
                <a:cs typeface="Apple SD Gothic Neo"/>
              </a:defRPr>
            </a:lvl1pPr>
            <a:lvl2pPr>
              <a:defRPr sz="1425">
                <a:solidFill>
                  <a:srgbClr val="65707C"/>
                </a:solidFill>
                <a:latin typeface="Apple SD Gothic Neo"/>
                <a:ea typeface="Apple SD Gothic Neo"/>
                <a:cs typeface="Apple SD Gothic Neo"/>
              </a:defRPr>
            </a:lvl2pPr>
            <a:lvl3pPr>
              <a:defRPr sz="1425">
                <a:solidFill>
                  <a:srgbClr val="65707C"/>
                </a:solidFill>
                <a:latin typeface="Apple SD Gothic Neo"/>
                <a:ea typeface="Apple SD Gothic Neo"/>
                <a:cs typeface="Apple SD Gothic Neo"/>
              </a:defRPr>
            </a:lvl3pPr>
            <a:lvl4pPr>
              <a:defRPr sz="1425">
                <a:solidFill>
                  <a:srgbClr val="65707C"/>
                </a:solidFill>
                <a:latin typeface="Apple SD Gothic Neo"/>
                <a:ea typeface="Apple SD Gothic Neo"/>
                <a:cs typeface="Apple SD Gothic Neo"/>
              </a:defRPr>
            </a:lvl4pPr>
            <a:lvl5pPr>
              <a:defRPr sz="1425">
                <a:solidFill>
                  <a:srgbClr val="65707C"/>
                </a:solidFill>
                <a:latin typeface="Apple SD Gothic Neo"/>
                <a:ea typeface="Apple SD Gothic Neo"/>
                <a:cs typeface="Apple SD Gothic Neo"/>
              </a:defRPr>
            </a:lvl5pPr>
            <a:lvl6pPr>
              <a:defRPr sz="1425">
                <a:solidFill>
                  <a:srgbClr val="65707C"/>
                </a:solidFill>
                <a:latin typeface="Apple SD Gothic Neo"/>
                <a:ea typeface="Apple SD Gothic Neo"/>
                <a:cs typeface="Apple SD Gothic Neo"/>
              </a:defRPr>
            </a:lvl6pPr>
            <a:lvl7pPr>
              <a:defRPr sz="1425">
                <a:solidFill>
                  <a:srgbClr val="65707C"/>
                </a:solidFill>
                <a:latin typeface="Apple SD Gothic Neo"/>
                <a:ea typeface="Apple SD Gothic Neo"/>
                <a:cs typeface="Apple SD Gothic Neo"/>
              </a:defRPr>
            </a:lvl7pPr>
            <a:lvl8pPr>
              <a:defRPr sz="1425">
                <a:solidFill>
                  <a:srgbClr val="65707C"/>
                </a:solidFill>
                <a:latin typeface="Apple SD Gothic Neo"/>
                <a:ea typeface="Apple SD Gothic Neo"/>
                <a:cs typeface="Apple SD Gothic Neo"/>
              </a:defRPr>
            </a:lvl8pPr>
            <a:lvl9pPr>
              <a:defRPr sz="1425">
                <a:solidFill>
                  <a:srgbClr val="65707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500"/>
              <a:buFont typeface="Arial"/>
              <a:buNone/>
              <a:defRPr sz="1425">
                <a:solidFill>
                  <a:srgbClr val="65707C"/>
                </a:solidFill>
                <a:latin typeface="Apple SD Gothic Neo"/>
                <a:ea typeface="Apple SD Gothic Neo"/>
                <a:cs typeface="Apple SD Gothic Neo"/>
              </a:defRPr>
            </a:pPr>
            <a:r>
              <a:rPr sz="1425" b="0" i="0" u="none" strike="noStrike" cap="none" spc="0">
                <a:solidFill>
                  <a:srgbClr val="65707C"/>
                </a:solidFill>
                <a:latin typeface="Apple SD Gothic Neo"/>
                <a:ea typeface="Apple SD Gothic Neo"/>
                <a:cs typeface="Apple SD Gothic Neo"/>
              </a:rPr>
              <a:t>산불 자료를 받아, 각 사용자에게 필요한 행동 안내를 갱신합니다</a:t>
            </a:r>
            <a:endParaRPr/>
          </a:p>
        </p:txBody>
      </p:sp>
      <p:sp>
        <p:nvSpPr>
          <p:cNvPr id="117" name="Google Shape;117;p5">
            <a:extLst xmlns:a="http://schemas.openxmlformats.org/drawingml/2006/main">
              <a:ext uri="{FF2B5EF4-FFF2-40B4-BE49-F238E27FC236}">
                <a16:creationId xmlns:a16="http://schemas.microsoft.com/office/drawing/2014/main" id="{97CD9DF1-1E3E-4307-87FD-5CFD5B9C7D0D}"/>
              </a:ext>
            </a:extLst>
          </p:cNvPr>
          <p:cNvSpPr>
            <a:spLocks xmlns:a="http://schemas.openxmlformats.org/drawingml/2006/main" noGrp="1"/>
          </p:cNvSpPr>
          <p:nvPr/>
        </p:nvSpPr>
        <p:spPr>
          <a:xfrm xmlns:a="http://schemas.openxmlformats.org/drawingml/2006/main">
            <a:off x="10934700" y="6477000"/>
            <a:ext cx="6477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200" b="1">
                <a:solidFill>
                  <a:srgbClr val="062F5B"/>
                </a:solidFill>
                <a:latin typeface="Apple SD Gothic Neo"/>
                <a:ea typeface="Apple SD Gothic Neo"/>
                <a:cs typeface="Apple SD Gothic Neo"/>
              </a:defRPr>
            </a:defPPr>
            <a:lvl1pPr algn="r">
              <a:defRPr sz="1200" b="1">
                <a:solidFill>
                  <a:srgbClr val="062F5B"/>
                </a:solidFill>
                <a:latin typeface="Apple SD Gothic Neo"/>
                <a:ea typeface="Apple SD Gothic Neo"/>
                <a:cs typeface="Apple SD Gothic Neo"/>
              </a:defRPr>
            </a:lvl1pPr>
            <a:lvl2pPr algn="r">
              <a:defRPr sz="1200" b="1">
                <a:solidFill>
                  <a:srgbClr val="062F5B"/>
                </a:solidFill>
                <a:latin typeface="Apple SD Gothic Neo"/>
                <a:ea typeface="Apple SD Gothic Neo"/>
                <a:cs typeface="Apple SD Gothic Neo"/>
              </a:defRPr>
            </a:lvl2pPr>
            <a:lvl3pPr algn="r">
              <a:defRPr sz="1200" b="1">
                <a:solidFill>
                  <a:srgbClr val="062F5B"/>
                </a:solidFill>
                <a:latin typeface="Apple SD Gothic Neo"/>
                <a:ea typeface="Apple SD Gothic Neo"/>
                <a:cs typeface="Apple SD Gothic Neo"/>
              </a:defRPr>
            </a:lvl3pPr>
            <a:lvl4pPr algn="r">
              <a:defRPr sz="1200" b="1">
                <a:solidFill>
                  <a:srgbClr val="062F5B"/>
                </a:solidFill>
                <a:latin typeface="Apple SD Gothic Neo"/>
                <a:ea typeface="Apple SD Gothic Neo"/>
                <a:cs typeface="Apple SD Gothic Neo"/>
              </a:defRPr>
            </a:lvl4pPr>
            <a:lvl5pPr algn="r">
              <a:defRPr sz="1200" b="1">
                <a:solidFill>
                  <a:srgbClr val="062F5B"/>
                </a:solidFill>
                <a:latin typeface="Apple SD Gothic Neo"/>
                <a:ea typeface="Apple SD Gothic Neo"/>
                <a:cs typeface="Apple SD Gothic Neo"/>
              </a:defRPr>
            </a:lvl5pPr>
            <a:lvl6pPr algn="r">
              <a:defRPr sz="1200" b="1">
                <a:solidFill>
                  <a:srgbClr val="062F5B"/>
                </a:solidFill>
                <a:latin typeface="Apple SD Gothic Neo"/>
                <a:ea typeface="Apple SD Gothic Neo"/>
                <a:cs typeface="Apple SD Gothic Neo"/>
              </a:defRPr>
            </a:lvl6pPr>
            <a:lvl7pPr algn="r">
              <a:defRPr sz="1200" b="1">
                <a:solidFill>
                  <a:srgbClr val="062F5B"/>
                </a:solidFill>
                <a:latin typeface="Apple SD Gothic Neo"/>
                <a:ea typeface="Apple SD Gothic Neo"/>
                <a:cs typeface="Apple SD Gothic Neo"/>
              </a:defRPr>
            </a:lvl7pPr>
            <a:lvl8pPr algn="r">
              <a:defRPr sz="1200" b="1">
                <a:solidFill>
                  <a:srgbClr val="062F5B"/>
                </a:solidFill>
                <a:latin typeface="Apple SD Gothic Neo"/>
                <a:ea typeface="Apple SD Gothic Neo"/>
                <a:cs typeface="Apple SD Gothic Neo"/>
              </a:defRPr>
            </a:lvl8pPr>
            <a:lvl9pPr algn="r">
              <a:defRPr sz="1200" b="1">
                <a:solidFill>
                  <a:srgbClr val="062F5B"/>
                </a:solidFill>
                <a:latin typeface="Apple SD Gothic Neo"/>
                <a:ea typeface="Apple SD Gothic Neo"/>
                <a:cs typeface="Apple SD Gothic Neo"/>
              </a:defRPr>
            </a:lvl9pPr>
          </a:lstStyle>
          <a:p xmlns:a="http://schemas.openxmlformats.org/drawingml/2006/main">
            <a:pPr marL="0" lvl="0" indent="0" algn="r">
              <a:lnSpc>
                <a:spcPct val="110000"/>
              </a:lnSpc>
              <a:spcBef>
                <a:spcPts val="0"/>
              </a:spcBef>
              <a:spcAft>
                <a:spcPts val="0"/>
              </a:spcAft>
              <a:buNone/>
              <a:defRPr sz="1200" b="1">
                <a:solidFill>
                  <a:srgbClr val="062F5B"/>
                </a:solidFill>
                <a:latin typeface="Apple SD Gothic Neo"/>
                <a:ea typeface="Apple SD Gothic Neo"/>
                <a:cs typeface="Apple SD Gothic Neo"/>
              </a:defRPr>
            </a:pPr>
            <a:r>
              <a:rPr sz="1200" b="1">
                <a:solidFill>
                  <a:srgbClr val="062F5B"/>
                </a:solidFill>
                <a:latin typeface="Apple SD Gothic Neo"/>
                <a:ea typeface="Apple SD Gothic Neo"/>
                <a:cs typeface="Apple SD Gothic Neo"/>
              </a:rPr>
              <a:t>04</a:t>
            </a:r>
            <a:endParaRPr sz="1200" b="1">
              <a:solidFill>
                <a:schemeClr val="dk2"/>
              </a:solidFill>
            </a:endParaRPr>
          </a:p>
          <a:p xmlns:a="http://schemas.openxmlformats.org/drawingml/2006/main">
            <a:pPr marL="0" lvl="0" indent="0" algn="r">
              <a:lnSpc>
                <a:spcPct val="110000"/>
              </a:lnSpc>
              <a:spcBef>
                <a:spcPts val="0"/>
              </a:spcBef>
              <a:spcAft>
                <a:spcPts val="0"/>
              </a:spcAft>
              <a:buNone/>
            </a:pPr>
            <a:r>
              <a:t/>
            </a:r>
            <a:endParaRPr sz="1200" b="1">
              <a:solidFill>
                <a:schemeClr val="dk2"/>
              </a:solidFill>
            </a:endParaRPr>
          </a:p>
        </p:txBody>
      </p:sp>
      <p:sp>
        <p:nvSpPr>
          <p:cNvPr id="118" name="Google Shape;118;p5">
            <a:extLst xmlns:a="http://schemas.openxmlformats.org/drawingml/2006/main">
              <a:ext uri="{FF2B5EF4-FFF2-40B4-BE49-F238E27FC236}">
                <a16:creationId xmlns:a16="http://schemas.microsoft.com/office/drawing/2014/main" id="{CA16B8C7-D9A4-4EFD-8157-90DA9D957264}"/>
              </a:ext>
            </a:extLst>
          </p:cNvPr>
          <p:cNvSpPr>
            <a:spLocks xmlns:a="http://schemas.openxmlformats.org/drawingml/2006/main" noGrp="1"/>
          </p:cNvSpPr>
          <p:nvPr/>
        </p:nvSpPr>
        <p:spPr>
          <a:xfrm xmlns:a="http://schemas.openxmlformats.org/drawingml/2006/main">
            <a:off x="548640" y="1569720"/>
            <a:ext cx="11094720" cy="457200"/>
          </a:xfrm>
          <a:prstGeom xmlns:a="http://schemas.openxmlformats.org/drawingml/2006/main" prst="roundRect">
            <a:avLst>
              <a:gd name="adj" fmla="val 23333"/>
            </a:avLst>
          </a:prstGeom>
          <a:solidFill xmlns:a="http://schemas.openxmlformats.org/drawingml/2006/main">
            <a:srgbClr val="FBEDE8"/>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spc="0">
              <a:solidFill>
                <a:srgbClr val="000000"/>
              </a:solidFill>
              <a:latin typeface="Arial"/>
              <a:ea typeface="Arial"/>
              <a:cs typeface="Arial"/>
            </a:endParaRPr>
          </a:p>
        </p:txBody>
      </p:sp>
      <p:sp>
        <p:nvSpPr>
          <p:cNvPr id="119" name="Google Shape;119;p5">
            <a:extLst xmlns:a="http://schemas.openxmlformats.org/drawingml/2006/main">
              <a:ext uri="{FF2B5EF4-FFF2-40B4-BE49-F238E27FC236}">
                <a16:creationId xmlns:a16="http://schemas.microsoft.com/office/drawing/2014/main" id="{08A4C718-DFF1-4F24-836C-2E719E742EB6}"/>
              </a:ext>
            </a:extLst>
          </p:cNvPr>
          <p:cNvSpPr>
            <a:spLocks xmlns:a="http://schemas.openxmlformats.org/drawingml/2006/main" noGrp="1"/>
          </p:cNvSpPr>
          <p:nvPr/>
        </p:nvSpPr>
        <p:spPr>
          <a:xfrm xmlns:a="http://schemas.openxmlformats.org/drawingml/2006/main">
            <a:off x="708660" y="1684020"/>
            <a:ext cx="152400" cy="160020"/>
          </a:xfrm>
          <a:custGeom xmlns:a="http://schemas.openxmlformats.org/drawingml/2006/main">
            <a:rect l="l" t="t" r="r" b="b"/>
            <a:pathLst>
              <a:path w="190500" h="200025">
                <a:moveTo>
                  <a:pt x="0" y="200025"/>
                </a:moveTo>
                <a:lnTo>
                  <a:pt x="19050" y="152400"/>
                </a:lnTo>
                <a:lnTo>
                  <a:pt x="19050" y="61913"/>
                </a:lnTo>
                <a:lnTo>
                  <a:pt x="52388" y="0"/>
                </a:lnTo>
                <a:lnTo>
                  <a:pt x="138113" y="0"/>
                </a:lnTo>
                <a:lnTo>
                  <a:pt x="171450" y="61913"/>
                </a:lnTo>
                <a:lnTo>
                  <a:pt x="171450" y="152400"/>
                </a:lnTo>
                <a:lnTo>
                  <a:pt x="190500" y="200025"/>
                </a:lnTo>
              </a:path>
            </a:pathLst>
          </a:custGeom>
          <a:noFill xmlns:a="http://schemas.openxmlformats.org/drawingml/2006/main"/>
          <a:ln xmlns:a="http://schemas.openxmlformats.org/drawingml/2006/main" w="15225" cap="flat" cmpd="sng">
            <a:solidFill>
              <a:srgbClr val="BD463E"/>
            </a:solidFill>
            <a:prstDash val="solid"/>
            <a:round/>
            <a:headEnd type="none" w="sm" len="sm"/>
            <a:tailEnd type="none" w="sm" len="sm"/>
          </a:ln>
        </p:spPr>
      </p:sp>
      <p:sp>
        <p:nvSpPr>
          <p:cNvPr id="120" name="Google Shape;120;p5">
            <a:extLst xmlns:a="http://schemas.openxmlformats.org/drawingml/2006/main">
              <a:ext uri="{FF2B5EF4-FFF2-40B4-BE49-F238E27FC236}">
                <a16:creationId xmlns:a16="http://schemas.microsoft.com/office/drawing/2014/main" id="{E5E3B8BE-6665-418B-83FA-2B616388C656}"/>
              </a:ext>
            </a:extLst>
          </p:cNvPr>
          <p:cNvSpPr>
            <a:spLocks xmlns:a="http://schemas.openxmlformats.org/drawingml/2006/main" noGrp="1"/>
          </p:cNvSpPr>
          <p:nvPr/>
        </p:nvSpPr>
        <p:spPr>
          <a:xfrm xmlns:a="http://schemas.openxmlformats.org/drawingml/2006/main">
            <a:off x="708660" y="1844040"/>
            <a:ext cx="152400" cy="7620"/>
          </a:xfrm>
          <a:custGeom xmlns:a="http://schemas.openxmlformats.org/drawingml/2006/main">
            <a:rect l="l" t="t" r="r" b="b"/>
            <a:pathLst>
              <a:path w="190500" h="9525">
                <a:moveTo>
                  <a:pt x="0" y="0"/>
                </a:moveTo>
                <a:lnTo>
                  <a:pt x="190500" y="0"/>
                </a:lnTo>
              </a:path>
            </a:pathLst>
          </a:custGeom>
          <a:noFill xmlns:a="http://schemas.openxmlformats.org/drawingml/2006/main"/>
          <a:ln xmlns:a="http://schemas.openxmlformats.org/drawingml/2006/main" w="15225" cap="flat" cmpd="sng">
            <a:solidFill>
              <a:srgbClr val="BD463E"/>
            </a:solidFill>
            <a:prstDash val="solid"/>
            <a:round/>
            <a:headEnd type="none" w="sm" len="sm"/>
            <a:tailEnd type="none" w="sm" len="sm"/>
          </a:ln>
        </p:spPr>
      </p:sp>
      <p:sp>
        <p:nvSpPr>
          <p:cNvPr id="121" name="Google Shape;121;p5">
            <a:extLst xmlns:a="http://schemas.openxmlformats.org/drawingml/2006/main">
              <a:ext uri="{FF2B5EF4-FFF2-40B4-BE49-F238E27FC236}">
                <a16:creationId xmlns:a16="http://schemas.microsoft.com/office/drawing/2014/main" id="{4A22C197-F6D3-4272-9D5F-6B114D76A88B}"/>
              </a:ext>
            </a:extLst>
          </p:cNvPr>
          <p:cNvSpPr>
            <a:spLocks xmlns:a="http://schemas.openxmlformats.org/drawingml/2006/main" noGrp="1"/>
          </p:cNvSpPr>
          <p:nvPr/>
        </p:nvSpPr>
        <p:spPr>
          <a:xfrm xmlns:a="http://schemas.openxmlformats.org/drawingml/2006/main">
            <a:off x="762000" y="1863090"/>
            <a:ext cx="45720" cy="45720"/>
          </a:xfrm>
          <a:prstGeom xmlns:a="http://schemas.openxmlformats.org/drawingml/2006/main" prst="ellipse">
            <a:avLst/>
          </a:prstGeom>
          <a:solidFill xmlns:a="http://schemas.openxmlformats.org/drawingml/2006/main">
            <a:srgbClr val="BD463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122" name="Google Shape;122;p5">
            <a:extLst xmlns:a="http://schemas.openxmlformats.org/drawingml/2006/main">
              <a:ext uri="{FF2B5EF4-FFF2-40B4-BE49-F238E27FC236}">
                <a16:creationId xmlns:a16="http://schemas.microsoft.com/office/drawing/2014/main" id="{FD5773AC-24E6-41BC-BA4F-FF1D6A19A374}"/>
              </a:ext>
            </a:extLst>
          </p:cNvPr>
          <p:cNvSpPr>
            <a:spLocks xmlns:a="http://schemas.openxmlformats.org/drawingml/2006/main" noGrp="1"/>
          </p:cNvSpPr>
          <p:nvPr/>
        </p:nvSpPr>
        <p:spPr>
          <a:xfrm xmlns:a="http://schemas.openxmlformats.org/drawingml/2006/main">
            <a:off x="784860" y="1657350"/>
            <a:ext cx="7620" cy="26670"/>
          </a:xfrm>
          <a:custGeom xmlns:a="http://schemas.openxmlformats.org/drawingml/2006/main">
            <a:rect l="l" t="t" r="r" b="b"/>
            <a:pathLst>
              <a:path w="9525" h="33338">
                <a:moveTo>
                  <a:pt x="0" y="0"/>
                </a:moveTo>
                <a:lnTo>
                  <a:pt x="0" y="33338"/>
                </a:lnTo>
              </a:path>
            </a:pathLst>
          </a:custGeom>
          <a:noFill xmlns:a="http://schemas.openxmlformats.org/drawingml/2006/main"/>
          <a:ln xmlns:a="http://schemas.openxmlformats.org/drawingml/2006/main" w="15225" cap="flat" cmpd="sng">
            <a:solidFill>
              <a:srgbClr val="BD463E"/>
            </a:solidFill>
            <a:prstDash val="solid"/>
            <a:round/>
            <a:headEnd type="none" w="sm" len="sm"/>
            <a:tailEnd type="none" w="sm" len="sm"/>
          </a:ln>
        </p:spPr>
      </p:sp>
      <p:sp>
        <p:nvSpPr>
          <p:cNvPr id="123" name="Google Shape;123;p5">
            <a:extLst xmlns:a="http://schemas.openxmlformats.org/drawingml/2006/main">
              <a:ext uri="{FF2B5EF4-FFF2-40B4-BE49-F238E27FC236}">
                <a16:creationId xmlns:a16="http://schemas.microsoft.com/office/drawing/2014/main" id="{FB45C390-EC12-46B8-9FF1-96F00FDC9885}"/>
              </a:ext>
            </a:extLst>
          </p:cNvPr>
          <p:cNvSpPr>
            <a:spLocks xmlns:a="http://schemas.openxmlformats.org/drawingml/2006/main" noGrp="1"/>
          </p:cNvSpPr>
          <p:nvPr/>
        </p:nvSpPr>
        <p:spPr>
          <a:xfrm xmlns:a="http://schemas.openxmlformats.org/drawingml/2006/main">
            <a:off x="1005840" y="1668780"/>
            <a:ext cx="1332000" cy="259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560"/>
              <a:buFont typeface="Arial"/>
              <a:buNone/>
              <a:defRPr>
                <a:latin typeface="Apple SD Gothic Neo"/>
                <a:ea typeface="Apple SD Gothic Neo"/>
                <a:cs typeface="Apple SD Gothic Neo"/>
              </a:defRPr>
            </a:pPr>
            <a:r>
              <a:rPr sz="1560" b="1" i="0" u="none" strike="noStrike" cap="none" spc="0">
                <a:solidFill>
                  <a:srgbClr val="BD463E"/>
                </a:solidFill>
                <a:latin typeface="Apple SD Gothic Neo"/>
                <a:ea typeface="Apple SD Gothic Neo"/>
                <a:cs typeface="Apple SD Gothic Neo"/>
              </a:rPr>
              <a:t>공식 긴급 경보</a:t>
            </a:r>
            <a:endParaRPr sz="1560" b="1" i="0" u="none" strike="noStrike" cap="none" spc="0">
              <a:solidFill>
                <a:srgbClr val="BD463E"/>
              </a:solidFill>
              <a:latin typeface="Arial"/>
              <a:ea typeface="Arial"/>
              <a:cs typeface="Arial"/>
            </a:endParaRPr>
          </a:p>
        </p:txBody>
      </p:sp>
      <p:sp>
        <p:nvSpPr>
          <p:cNvPr id="124" name="Google Shape;124;p5">
            <a:extLst xmlns:a="http://schemas.openxmlformats.org/drawingml/2006/main">
              <a:ext uri="{FF2B5EF4-FFF2-40B4-BE49-F238E27FC236}">
                <a16:creationId xmlns:a16="http://schemas.microsoft.com/office/drawing/2014/main" id="{F6D8E2AA-6100-4B4C-991D-72C044F58ACB}"/>
              </a:ext>
            </a:extLst>
          </p:cNvPr>
          <p:cNvSpPr>
            <a:spLocks xmlns:a="http://schemas.openxmlformats.org/drawingml/2006/main" noGrp="1"/>
          </p:cNvSpPr>
          <p:nvPr/>
        </p:nvSpPr>
        <p:spPr>
          <a:xfrm xmlns:a="http://schemas.openxmlformats.org/drawingml/2006/main">
            <a:off x="3820120" y="1672590"/>
            <a:ext cx="1332000" cy="2514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560"/>
              <a:buFont typeface="Arial"/>
              <a:buNone/>
              <a:defRPr>
                <a:latin typeface="Apple SD Gothic Neo"/>
                <a:ea typeface="Apple SD Gothic Neo"/>
                <a:cs typeface="Apple SD Gothic Neo"/>
              </a:defRPr>
            </a:pPr>
            <a:r>
              <a:rPr sz="1560" b="1" i="0" u="none" strike="noStrike" cap="none" spc="0">
                <a:solidFill>
                  <a:srgbClr val="BD463E"/>
                </a:solidFill>
                <a:latin typeface="Apple SD Gothic Neo"/>
                <a:ea typeface="Apple SD Gothic Neo"/>
                <a:cs typeface="Apple SD Gothic Neo"/>
              </a:rPr>
              <a:t>발령 대상 확인</a:t>
            </a:r>
            <a:endParaRPr sz="1560" b="1" i="0" u="none" strike="noStrike" cap="none" spc="0">
              <a:solidFill>
                <a:srgbClr val="BD463E"/>
              </a:solidFill>
              <a:latin typeface="Arial"/>
              <a:ea typeface="Arial"/>
              <a:cs typeface="Arial"/>
            </a:endParaRPr>
          </a:p>
        </p:txBody>
      </p:sp>
      <p:sp>
        <p:nvSpPr>
          <p:cNvPr id="125" name="Google Shape;125;p5">
            <a:extLst xmlns:a="http://schemas.openxmlformats.org/drawingml/2006/main">
              <a:ext uri="{FF2B5EF4-FFF2-40B4-BE49-F238E27FC236}">
                <a16:creationId xmlns:a16="http://schemas.microsoft.com/office/drawing/2014/main" id="{04C2B8A9-9966-47D2-A8BC-216DE05C22DD}"/>
              </a:ext>
            </a:extLst>
          </p:cNvPr>
          <p:cNvSpPr>
            <a:spLocks xmlns:a="http://schemas.openxmlformats.org/drawingml/2006/main" noGrp="1"/>
          </p:cNvSpPr>
          <p:nvPr/>
        </p:nvSpPr>
        <p:spPr>
          <a:xfrm xmlns:a="http://schemas.openxmlformats.org/drawingml/2006/main">
            <a:off x="6634400" y="1672590"/>
            <a:ext cx="1332000" cy="2514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560"/>
              <a:buFont typeface="Arial"/>
              <a:buNone/>
              <a:defRPr>
                <a:latin typeface="Apple SD Gothic Neo"/>
                <a:ea typeface="Apple SD Gothic Neo"/>
                <a:cs typeface="Apple SD Gothic Neo"/>
              </a:defRPr>
            </a:pPr>
            <a:r>
              <a:rPr sz="1560" b="1" i="0" u="none" strike="noStrike" cap="none" spc="0">
                <a:solidFill>
                  <a:srgbClr val="BD463E"/>
                </a:solidFill>
                <a:latin typeface="Apple SD Gothic Neo"/>
                <a:ea typeface="Apple SD Gothic Neo"/>
                <a:cs typeface="Apple SD Gothic Neo"/>
              </a:rPr>
              <a:t>원문 우선 전달</a:t>
            </a:r>
            <a:endParaRPr sz="1560" b="1" i="0" u="none" strike="noStrike" cap="none" spc="0">
              <a:solidFill>
                <a:srgbClr val="BD463E"/>
              </a:solidFill>
              <a:latin typeface="Arial"/>
              <a:ea typeface="Arial"/>
              <a:cs typeface="Arial"/>
            </a:endParaRPr>
          </a:p>
        </p:txBody>
      </p:sp>
      <p:sp>
        <p:nvSpPr>
          <p:cNvPr id="126" name="Google Shape;126;p5">
            <a:extLst xmlns:a="http://schemas.openxmlformats.org/drawingml/2006/main">
              <a:ext uri="{FF2B5EF4-FFF2-40B4-BE49-F238E27FC236}">
                <a16:creationId xmlns:a16="http://schemas.microsoft.com/office/drawing/2014/main" id="{72A8B71A-66CC-41E6-B57E-EBC16E243948}"/>
              </a:ext>
            </a:extLst>
          </p:cNvPr>
          <p:cNvSpPr>
            <a:spLocks xmlns:a="http://schemas.openxmlformats.org/drawingml/2006/main" noGrp="1"/>
          </p:cNvSpPr>
          <p:nvPr/>
        </p:nvSpPr>
        <p:spPr>
          <a:xfrm xmlns:a="http://schemas.openxmlformats.org/drawingml/2006/main">
            <a:off x="9448680" y="1684020"/>
            <a:ext cx="2088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r">
              <a:lnSpc>
                <a:spcPct val="100000"/>
              </a:lnSpc>
              <a:spcBef>
                <a:spcPts val="0"/>
              </a:spcBef>
              <a:spcAft>
                <a:spcPts val="0"/>
              </a:spcAft>
              <a:buClr>
                <a:srgbClr val="000000"/>
              </a:buClr>
              <a:buSzPts val="1560"/>
              <a:buFont typeface="Arial"/>
              <a:buNone/>
              <a:defRPr>
                <a:latin typeface="Apple SD Gothic Neo"/>
                <a:ea typeface="Apple SD Gothic Neo"/>
                <a:cs typeface="Apple SD Gothic Neo"/>
              </a:defRPr>
            </a:pPr>
            <a:r>
              <a:rPr sz="1560" b="1" i="0" u="none" strike="noStrike" cap="none" spc="0">
                <a:solidFill>
                  <a:srgbClr val="BD463E"/>
                </a:solidFill>
                <a:latin typeface="Apple SD Gothic Neo"/>
                <a:ea typeface="Apple SD Gothic Neo"/>
                <a:cs typeface="Apple SD Gothic Neo"/>
              </a:rPr>
              <a:t>AI 분석과 독립적으로 처리</a:t>
            </a:r>
            <a:endParaRPr sz="1560" b="1" i="0" u="none" strike="noStrike" cap="none" spc="0">
              <a:solidFill>
                <a:srgbClr val="BD463E"/>
              </a:solidFill>
              <a:latin typeface="Arial"/>
              <a:ea typeface="Arial"/>
              <a:cs typeface="Arial"/>
            </a:endParaRPr>
          </a:p>
        </p:txBody>
      </p:sp>
      <p:sp>
        <p:nvSpPr>
          <p:cNvPr id="127" name="Google Shape;127;p5">
            <a:extLst xmlns:a="http://schemas.openxmlformats.org/drawingml/2006/main">
              <a:ext uri="{FF2B5EF4-FFF2-40B4-BE49-F238E27FC236}">
                <a16:creationId xmlns:a16="http://schemas.microsoft.com/office/drawing/2014/main" id="{3D2D763E-0A14-4535-A50E-05F652D9DA9B}"/>
              </a:ext>
            </a:extLst>
          </p:cNvPr>
          <p:cNvSpPr>
            <a:spLocks xmlns:a="http://schemas.openxmlformats.org/drawingml/2006/main" noGrp="1"/>
          </p:cNvSpPr>
          <p:nvPr/>
        </p:nvSpPr>
        <p:spPr>
          <a:xfrm xmlns:a="http://schemas.openxmlformats.org/drawingml/2006/main">
            <a:off x="548640" y="2191629"/>
            <a:ext cx="244800" cy="289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062F5B"/>
                </a:solidFill>
                <a:latin typeface="Apple SD Gothic Neo"/>
                <a:ea typeface="Apple SD Gothic Neo"/>
                <a:cs typeface="Apple SD Gothic Neo"/>
              </a:defRPr>
            </a:defPPr>
            <a:lvl1pPr>
              <a:defRPr>
                <a:solidFill>
                  <a:srgbClr val="062F5B"/>
                </a:solidFill>
                <a:latin typeface="Apple SD Gothic Neo"/>
                <a:ea typeface="Apple SD Gothic Neo"/>
                <a:cs typeface="Apple SD Gothic Neo"/>
              </a:defRPr>
            </a:lvl1pPr>
            <a:lvl2pPr>
              <a:defRPr>
                <a:solidFill>
                  <a:srgbClr val="062F5B"/>
                </a:solidFill>
                <a:latin typeface="Apple SD Gothic Neo"/>
                <a:ea typeface="Apple SD Gothic Neo"/>
                <a:cs typeface="Apple SD Gothic Neo"/>
              </a:defRPr>
            </a:lvl2pPr>
            <a:lvl3pPr>
              <a:defRPr>
                <a:solidFill>
                  <a:srgbClr val="062F5B"/>
                </a:solidFill>
                <a:latin typeface="Apple SD Gothic Neo"/>
                <a:ea typeface="Apple SD Gothic Neo"/>
                <a:cs typeface="Apple SD Gothic Neo"/>
              </a:defRPr>
            </a:lvl3pPr>
            <a:lvl4pPr>
              <a:defRPr>
                <a:solidFill>
                  <a:srgbClr val="062F5B"/>
                </a:solidFill>
                <a:latin typeface="Apple SD Gothic Neo"/>
                <a:ea typeface="Apple SD Gothic Neo"/>
                <a:cs typeface="Apple SD Gothic Neo"/>
              </a:defRPr>
            </a:lvl4pPr>
            <a:lvl5pPr>
              <a:defRPr>
                <a:solidFill>
                  <a:srgbClr val="062F5B"/>
                </a:solidFill>
                <a:latin typeface="Apple SD Gothic Neo"/>
                <a:ea typeface="Apple SD Gothic Neo"/>
                <a:cs typeface="Apple SD Gothic Neo"/>
              </a:defRPr>
            </a:lvl5pPr>
            <a:lvl6pPr>
              <a:defRPr>
                <a:solidFill>
                  <a:srgbClr val="062F5B"/>
                </a:solidFill>
                <a:latin typeface="Apple SD Gothic Neo"/>
                <a:ea typeface="Apple SD Gothic Neo"/>
                <a:cs typeface="Apple SD Gothic Neo"/>
              </a:defRPr>
            </a:lvl6pPr>
            <a:lvl7pPr>
              <a:defRPr>
                <a:solidFill>
                  <a:srgbClr val="062F5B"/>
                </a:solidFill>
                <a:latin typeface="Apple SD Gothic Neo"/>
                <a:ea typeface="Apple SD Gothic Neo"/>
                <a:cs typeface="Apple SD Gothic Neo"/>
              </a:defRPr>
            </a:lvl7pPr>
            <a:lvl8pPr>
              <a:defRPr>
                <a:solidFill>
                  <a:srgbClr val="062F5B"/>
                </a:solidFill>
                <a:latin typeface="Apple SD Gothic Neo"/>
                <a:ea typeface="Apple SD Gothic Neo"/>
                <a:cs typeface="Apple SD Gothic Neo"/>
              </a:defRPr>
            </a:lvl8pPr>
            <a:lvl9pPr>
              <a:defRPr>
                <a:solidFill>
                  <a:srgbClr val="062F5B"/>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560"/>
              <a:buFont typeface="Arial"/>
              <a:buNone/>
              <a:defRPr>
                <a:solidFill>
                  <a:srgbClr val="062F5B"/>
                </a:solidFill>
                <a:latin typeface="Apple SD Gothic Neo"/>
                <a:ea typeface="Apple SD Gothic Neo"/>
                <a:cs typeface="Apple SD Gothic Neo"/>
              </a:defRPr>
            </a:pPr>
            <a:r>
              <a:rPr sz="1560" b="1" i="0" u="none" strike="noStrike" cap="none" spc="0">
                <a:solidFill>
                  <a:srgbClr val="062F5B"/>
                </a:solidFill>
                <a:latin typeface="Apple SD Gothic Neo"/>
                <a:ea typeface="Apple SD Gothic Neo"/>
                <a:cs typeface="Apple SD Gothic Neo"/>
              </a:rPr>
              <a:t>01</a:t>
            </a:r>
            <a:endParaRPr/>
          </a:p>
        </p:txBody>
      </p:sp>
      <p:sp>
        <p:nvSpPr>
          <p:cNvPr id="128" name="Google Shape;128;p5">
            <a:extLst xmlns:a="http://schemas.openxmlformats.org/drawingml/2006/main">
              <a:ext uri="{FF2B5EF4-FFF2-40B4-BE49-F238E27FC236}">
                <a16:creationId xmlns:a16="http://schemas.microsoft.com/office/drawing/2014/main" id="{F416EB1A-7E2B-4A4E-9463-15DC1BE39B13}"/>
              </a:ext>
            </a:extLst>
          </p:cNvPr>
          <p:cNvSpPr>
            <a:spLocks xmlns:a="http://schemas.openxmlformats.org/drawingml/2006/main" noGrp="1"/>
          </p:cNvSpPr>
          <p:nvPr/>
        </p:nvSpPr>
        <p:spPr>
          <a:xfrm xmlns:a="http://schemas.openxmlformats.org/drawingml/2006/main">
            <a:off x="548640" y="2460674"/>
            <a:ext cx="2484120" cy="3581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979"/>
              <a:buFont typeface="Arial"/>
              <a:buNone/>
              <a:defRPr>
                <a:solidFill>
                  <a:srgbClr val="20324C"/>
                </a:solidFill>
                <a:latin typeface="Apple SD Gothic Neo"/>
                <a:ea typeface="Apple SD Gothic Neo"/>
                <a:cs typeface="Apple SD Gothic Neo"/>
              </a:defRPr>
            </a:pPr>
            <a:r>
              <a:rPr sz="1980" b="1" i="0" u="none" strike="noStrike" cap="none" spc="0">
                <a:solidFill>
                  <a:srgbClr val="20324C"/>
                </a:solidFill>
                <a:latin typeface="Apple SD Gothic Neo"/>
                <a:ea typeface="Apple SD Gothic Neo"/>
                <a:cs typeface="Apple SD Gothic Neo"/>
              </a:rPr>
              <a:t>자료 받기</a:t>
            </a:r>
            <a:endParaRPr/>
          </a:p>
        </p:txBody>
      </p:sp>
      <p:sp>
        <p:nvSpPr>
          <p:cNvPr id="129" name="Google Shape;129;p5">
            <a:extLst xmlns:a="http://schemas.openxmlformats.org/drawingml/2006/main">
              <a:ext uri="{FF2B5EF4-FFF2-40B4-BE49-F238E27FC236}">
                <a16:creationId xmlns:a16="http://schemas.microsoft.com/office/drawing/2014/main" id="{ECE9EE52-E91D-4EAC-B0AD-B64BA7AB7F61}"/>
              </a:ext>
            </a:extLst>
          </p:cNvPr>
          <p:cNvSpPr>
            <a:spLocks xmlns:a="http://schemas.openxmlformats.org/drawingml/2006/main" noGrp="1"/>
          </p:cNvSpPr>
          <p:nvPr/>
        </p:nvSpPr>
        <p:spPr>
          <a:xfrm xmlns:a="http://schemas.openxmlformats.org/drawingml/2006/main">
            <a:off x="548640" y="4274820"/>
            <a:ext cx="2476500" cy="2971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65707C"/>
                </a:solidFill>
                <a:latin typeface="Apple SD Gothic Neo"/>
                <a:ea typeface="Apple SD Gothic Neo"/>
                <a:cs typeface="Apple SD Gothic Neo"/>
              </a:defRPr>
            </a:defPPr>
            <a:lvl1pPr>
              <a:defRPr>
                <a:solidFill>
                  <a:srgbClr val="65707C"/>
                </a:solidFill>
                <a:latin typeface="Apple SD Gothic Neo"/>
                <a:ea typeface="Apple SD Gothic Neo"/>
                <a:cs typeface="Apple SD Gothic Neo"/>
              </a:defRPr>
            </a:lvl1pPr>
            <a:lvl2pPr>
              <a:defRPr>
                <a:solidFill>
                  <a:srgbClr val="65707C"/>
                </a:solidFill>
                <a:latin typeface="Apple SD Gothic Neo"/>
                <a:ea typeface="Apple SD Gothic Neo"/>
                <a:cs typeface="Apple SD Gothic Neo"/>
              </a:defRPr>
            </a:lvl2pPr>
            <a:lvl3pPr>
              <a:defRPr>
                <a:solidFill>
                  <a:srgbClr val="65707C"/>
                </a:solidFill>
                <a:latin typeface="Apple SD Gothic Neo"/>
                <a:ea typeface="Apple SD Gothic Neo"/>
                <a:cs typeface="Apple SD Gothic Neo"/>
              </a:defRPr>
            </a:lvl3pPr>
            <a:lvl4pPr>
              <a:defRPr>
                <a:solidFill>
                  <a:srgbClr val="65707C"/>
                </a:solidFill>
                <a:latin typeface="Apple SD Gothic Neo"/>
                <a:ea typeface="Apple SD Gothic Neo"/>
                <a:cs typeface="Apple SD Gothic Neo"/>
              </a:defRPr>
            </a:lvl4pPr>
            <a:lvl5pPr>
              <a:defRPr>
                <a:solidFill>
                  <a:srgbClr val="65707C"/>
                </a:solidFill>
                <a:latin typeface="Apple SD Gothic Neo"/>
                <a:ea typeface="Apple SD Gothic Neo"/>
                <a:cs typeface="Apple SD Gothic Neo"/>
              </a:defRPr>
            </a:lvl5pPr>
            <a:lvl6pPr>
              <a:defRPr>
                <a:solidFill>
                  <a:srgbClr val="65707C"/>
                </a:solidFill>
                <a:latin typeface="Apple SD Gothic Neo"/>
                <a:ea typeface="Apple SD Gothic Neo"/>
                <a:cs typeface="Apple SD Gothic Neo"/>
              </a:defRPr>
            </a:lvl6pPr>
            <a:lvl7pPr>
              <a:defRPr>
                <a:solidFill>
                  <a:srgbClr val="65707C"/>
                </a:solidFill>
                <a:latin typeface="Apple SD Gothic Neo"/>
                <a:ea typeface="Apple SD Gothic Neo"/>
                <a:cs typeface="Apple SD Gothic Neo"/>
              </a:defRPr>
            </a:lvl7pPr>
            <a:lvl8pPr>
              <a:defRPr>
                <a:solidFill>
                  <a:srgbClr val="65707C"/>
                </a:solidFill>
                <a:latin typeface="Apple SD Gothic Neo"/>
                <a:ea typeface="Apple SD Gothic Neo"/>
                <a:cs typeface="Apple SD Gothic Neo"/>
              </a:defRPr>
            </a:lvl8pPr>
            <a:lvl9pPr>
              <a:defRPr>
                <a:solidFill>
                  <a:srgbClr val="65707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440"/>
              <a:buFont typeface="Arial"/>
              <a:buNone/>
              <a:defRPr>
                <a:solidFill>
                  <a:srgbClr val="65707C"/>
                </a:solidFill>
                <a:latin typeface="Apple SD Gothic Neo"/>
                <a:ea typeface="Apple SD Gothic Neo"/>
                <a:cs typeface="Apple SD Gothic Neo"/>
              </a:defRPr>
            </a:pPr>
            <a:r>
              <a:rPr sz="1440" b="0" i="0" u="none" strike="noStrike" cap="none" spc="0">
                <a:solidFill>
                  <a:srgbClr val="65707C"/>
                </a:solidFill>
                <a:latin typeface="Apple SD Gothic Neo"/>
                <a:ea typeface="Apple SD Gothic Neo"/>
                <a:cs typeface="Apple SD Gothic Neo"/>
              </a:rPr>
              <a:t>공식 경보·기상·관측·뉴스</a:t>
            </a:r>
            <a:endParaRPr/>
          </a:p>
        </p:txBody>
      </p:sp>
      <p:sp>
        <p:nvSpPr>
          <p:cNvPr id="130" name="Google Shape;130;p5">
            <a:extLst xmlns:a="http://schemas.openxmlformats.org/drawingml/2006/main">
              <a:ext uri="{FF2B5EF4-FFF2-40B4-BE49-F238E27FC236}">
                <a16:creationId xmlns:a16="http://schemas.microsoft.com/office/drawing/2014/main" id="{2E7421C8-7C13-47BA-AFF5-13B736A951D7}"/>
              </a:ext>
            </a:extLst>
          </p:cNvPr>
          <p:cNvSpPr>
            <a:spLocks xmlns:a="http://schemas.openxmlformats.org/drawingml/2006/main" noGrp="1"/>
          </p:cNvSpPr>
          <p:nvPr/>
        </p:nvSpPr>
        <p:spPr>
          <a:xfrm xmlns:a="http://schemas.openxmlformats.org/drawingml/2006/main">
            <a:off x="548640" y="4533900"/>
            <a:ext cx="2476500" cy="2971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65707C"/>
                </a:solidFill>
                <a:latin typeface="Apple SD Gothic Neo"/>
                <a:ea typeface="Apple SD Gothic Neo"/>
                <a:cs typeface="Apple SD Gothic Neo"/>
              </a:defRPr>
            </a:defPPr>
            <a:lvl1pPr>
              <a:defRPr>
                <a:solidFill>
                  <a:srgbClr val="65707C"/>
                </a:solidFill>
                <a:latin typeface="Apple SD Gothic Neo"/>
                <a:ea typeface="Apple SD Gothic Neo"/>
                <a:cs typeface="Apple SD Gothic Neo"/>
              </a:defRPr>
            </a:lvl1pPr>
            <a:lvl2pPr>
              <a:defRPr>
                <a:solidFill>
                  <a:srgbClr val="65707C"/>
                </a:solidFill>
                <a:latin typeface="Apple SD Gothic Neo"/>
                <a:ea typeface="Apple SD Gothic Neo"/>
                <a:cs typeface="Apple SD Gothic Neo"/>
              </a:defRPr>
            </a:lvl2pPr>
            <a:lvl3pPr>
              <a:defRPr>
                <a:solidFill>
                  <a:srgbClr val="65707C"/>
                </a:solidFill>
                <a:latin typeface="Apple SD Gothic Neo"/>
                <a:ea typeface="Apple SD Gothic Neo"/>
                <a:cs typeface="Apple SD Gothic Neo"/>
              </a:defRPr>
            </a:lvl3pPr>
            <a:lvl4pPr>
              <a:defRPr>
                <a:solidFill>
                  <a:srgbClr val="65707C"/>
                </a:solidFill>
                <a:latin typeface="Apple SD Gothic Neo"/>
                <a:ea typeface="Apple SD Gothic Neo"/>
                <a:cs typeface="Apple SD Gothic Neo"/>
              </a:defRPr>
            </a:lvl4pPr>
            <a:lvl5pPr>
              <a:defRPr>
                <a:solidFill>
                  <a:srgbClr val="65707C"/>
                </a:solidFill>
                <a:latin typeface="Apple SD Gothic Neo"/>
                <a:ea typeface="Apple SD Gothic Neo"/>
                <a:cs typeface="Apple SD Gothic Neo"/>
              </a:defRPr>
            </a:lvl5pPr>
            <a:lvl6pPr>
              <a:defRPr>
                <a:solidFill>
                  <a:srgbClr val="65707C"/>
                </a:solidFill>
                <a:latin typeface="Apple SD Gothic Neo"/>
                <a:ea typeface="Apple SD Gothic Neo"/>
                <a:cs typeface="Apple SD Gothic Neo"/>
              </a:defRPr>
            </a:lvl6pPr>
            <a:lvl7pPr>
              <a:defRPr>
                <a:solidFill>
                  <a:srgbClr val="65707C"/>
                </a:solidFill>
                <a:latin typeface="Apple SD Gothic Neo"/>
                <a:ea typeface="Apple SD Gothic Neo"/>
                <a:cs typeface="Apple SD Gothic Neo"/>
              </a:defRPr>
            </a:lvl7pPr>
            <a:lvl8pPr>
              <a:defRPr>
                <a:solidFill>
                  <a:srgbClr val="65707C"/>
                </a:solidFill>
                <a:latin typeface="Apple SD Gothic Neo"/>
                <a:ea typeface="Apple SD Gothic Neo"/>
                <a:cs typeface="Apple SD Gothic Neo"/>
              </a:defRPr>
            </a:lvl8pPr>
            <a:lvl9pPr>
              <a:defRPr>
                <a:solidFill>
                  <a:srgbClr val="65707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440"/>
              <a:buFont typeface="Arial"/>
              <a:buNone/>
              <a:defRPr>
                <a:solidFill>
                  <a:srgbClr val="65707C"/>
                </a:solidFill>
                <a:latin typeface="Apple SD Gothic Neo"/>
                <a:ea typeface="Apple SD Gothic Neo"/>
                <a:cs typeface="Apple SD Gothic Neo"/>
              </a:defRPr>
            </a:pPr>
            <a:r>
              <a:rPr sz="1440" b="0" i="0" u="none" strike="noStrike" cap="none" spc="0">
                <a:solidFill>
                  <a:srgbClr val="65707C"/>
                </a:solidFill>
                <a:latin typeface="Apple SD Gothic Neo"/>
                <a:ea typeface="Apple SD Gothic Neo"/>
                <a:cs typeface="Apple SD Gothic Neo"/>
              </a:rPr>
              <a:t>확보 자료를 시나리오로 입력</a:t>
            </a:r>
            <a:endParaRPr/>
          </a:p>
        </p:txBody>
      </p:sp>
      <p:sp>
        <p:nvSpPr>
          <p:cNvPr id="131" name="Google Shape;131;p5">
            <a:extLst xmlns:a="http://schemas.openxmlformats.org/drawingml/2006/main">
              <a:ext uri="{FF2B5EF4-FFF2-40B4-BE49-F238E27FC236}">
                <a16:creationId xmlns:a16="http://schemas.microsoft.com/office/drawing/2014/main" id="{1422F961-B23D-4ACB-8FC9-B6E143DED139}"/>
              </a:ext>
            </a:extLst>
          </p:cNvPr>
          <p:cNvSpPr>
            <a:spLocks xmlns:a="http://schemas.openxmlformats.org/drawingml/2006/main" noGrp="1"/>
          </p:cNvSpPr>
          <p:nvPr/>
        </p:nvSpPr>
        <p:spPr>
          <a:xfrm xmlns:a="http://schemas.openxmlformats.org/drawingml/2006/main">
            <a:off x="3459480" y="2191629"/>
            <a:ext cx="244800" cy="289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245B80"/>
                </a:solidFill>
                <a:latin typeface="Apple SD Gothic Neo"/>
                <a:ea typeface="Apple SD Gothic Neo"/>
                <a:cs typeface="Apple SD Gothic Neo"/>
              </a:defRPr>
            </a:defPPr>
            <a:lvl1pPr>
              <a:defRPr>
                <a:solidFill>
                  <a:srgbClr val="245B80"/>
                </a:solidFill>
                <a:latin typeface="Apple SD Gothic Neo"/>
                <a:ea typeface="Apple SD Gothic Neo"/>
                <a:cs typeface="Apple SD Gothic Neo"/>
              </a:defRPr>
            </a:lvl1pPr>
            <a:lvl2pPr>
              <a:defRPr>
                <a:solidFill>
                  <a:srgbClr val="245B80"/>
                </a:solidFill>
                <a:latin typeface="Apple SD Gothic Neo"/>
                <a:ea typeface="Apple SD Gothic Neo"/>
                <a:cs typeface="Apple SD Gothic Neo"/>
              </a:defRPr>
            </a:lvl2pPr>
            <a:lvl3pPr>
              <a:defRPr>
                <a:solidFill>
                  <a:srgbClr val="245B80"/>
                </a:solidFill>
                <a:latin typeface="Apple SD Gothic Neo"/>
                <a:ea typeface="Apple SD Gothic Neo"/>
                <a:cs typeface="Apple SD Gothic Neo"/>
              </a:defRPr>
            </a:lvl3pPr>
            <a:lvl4pPr>
              <a:defRPr>
                <a:solidFill>
                  <a:srgbClr val="245B80"/>
                </a:solidFill>
                <a:latin typeface="Apple SD Gothic Neo"/>
                <a:ea typeface="Apple SD Gothic Neo"/>
                <a:cs typeface="Apple SD Gothic Neo"/>
              </a:defRPr>
            </a:lvl4pPr>
            <a:lvl5pPr>
              <a:defRPr>
                <a:solidFill>
                  <a:srgbClr val="245B80"/>
                </a:solidFill>
                <a:latin typeface="Apple SD Gothic Neo"/>
                <a:ea typeface="Apple SD Gothic Neo"/>
                <a:cs typeface="Apple SD Gothic Neo"/>
              </a:defRPr>
            </a:lvl5pPr>
            <a:lvl6pPr>
              <a:defRPr>
                <a:solidFill>
                  <a:srgbClr val="245B80"/>
                </a:solidFill>
                <a:latin typeface="Apple SD Gothic Neo"/>
                <a:ea typeface="Apple SD Gothic Neo"/>
                <a:cs typeface="Apple SD Gothic Neo"/>
              </a:defRPr>
            </a:lvl6pPr>
            <a:lvl7pPr>
              <a:defRPr>
                <a:solidFill>
                  <a:srgbClr val="245B80"/>
                </a:solidFill>
                <a:latin typeface="Apple SD Gothic Neo"/>
                <a:ea typeface="Apple SD Gothic Neo"/>
                <a:cs typeface="Apple SD Gothic Neo"/>
              </a:defRPr>
            </a:lvl7pPr>
            <a:lvl8pPr>
              <a:defRPr>
                <a:solidFill>
                  <a:srgbClr val="245B80"/>
                </a:solidFill>
                <a:latin typeface="Apple SD Gothic Neo"/>
                <a:ea typeface="Apple SD Gothic Neo"/>
                <a:cs typeface="Apple SD Gothic Neo"/>
              </a:defRPr>
            </a:lvl8pPr>
            <a:lvl9pPr>
              <a:defRPr>
                <a:solidFill>
                  <a:srgbClr val="245B80"/>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560"/>
              <a:buFont typeface="Arial"/>
              <a:buNone/>
              <a:defRPr>
                <a:solidFill>
                  <a:srgbClr val="245B80"/>
                </a:solidFill>
                <a:latin typeface="Apple SD Gothic Neo"/>
                <a:ea typeface="Apple SD Gothic Neo"/>
                <a:cs typeface="Apple SD Gothic Neo"/>
              </a:defRPr>
            </a:pPr>
            <a:r>
              <a:rPr sz="1560" b="1" i="0" u="none" strike="noStrike" cap="none" spc="0">
                <a:solidFill>
                  <a:srgbClr val="245B80"/>
                </a:solidFill>
                <a:latin typeface="Apple SD Gothic Neo"/>
                <a:ea typeface="Apple SD Gothic Neo"/>
                <a:cs typeface="Apple SD Gothic Neo"/>
              </a:rPr>
              <a:t>02</a:t>
            </a:r>
            <a:endParaRPr/>
          </a:p>
        </p:txBody>
      </p:sp>
      <p:sp>
        <p:nvSpPr>
          <p:cNvPr id="132" name="Google Shape;132;p5">
            <a:extLst xmlns:a="http://schemas.openxmlformats.org/drawingml/2006/main">
              <a:ext uri="{FF2B5EF4-FFF2-40B4-BE49-F238E27FC236}">
                <a16:creationId xmlns:a16="http://schemas.microsoft.com/office/drawing/2014/main" id="{E959D72E-0E1B-4E60-B04F-99FDA6F31989}"/>
              </a:ext>
            </a:extLst>
          </p:cNvPr>
          <p:cNvSpPr>
            <a:spLocks xmlns:a="http://schemas.openxmlformats.org/drawingml/2006/main" noGrp="1"/>
          </p:cNvSpPr>
          <p:nvPr/>
        </p:nvSpPr>
        <p:spPr>
          <a:xfrm xmlns:a="http://schemas.openxmlformats.org/drawingml/2006/main">
            <a:off x="3459480" y="2460674"/>
            <a:ext cx="2484120" cy="3581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979"/>
              <a:buFont typeface="Arial"/>
              <a:buNone/>
              <a:defRPr>
                <a:solidFill>
                  <a:srgbClr val="20324C"/>
                </a:solidFill>
                <a:latin typeface="Apple SD Gothic Neo"/>
                <a:ea typeface="Apple SD Gothic Neo"/>
                <a:cs typeface="Apple SD Gothic Neo"/>
              </a:defRPr>
            </a:pPr>
            <a:r>
              <a:rPr sz="1980" b="1" i="0" u="none" strike="noStrike" cap="none" spc="0">
                <a:solidFill>
                  <a:srgbClr val="20324C"/>
                </a:solidFill>
                <a:latin typeface="Apple SD Gothic Neo"/>
                <a:ea typeface="Apple SD Gothic Neo"/>
                <a:cs typeface="Apple SD Gothic Neo"/>
              </a:rPr>
              <a:t>근거 정리하기</a:t>
            </a:r>
            <a:endParaRPr/>
          </a:p>
        </p:txBody>
      </p:sp>
      <p:sp>
        <p:nvSpPr>
          <p:cNvPr id="133" name="Google Shape;133;p5">
            <a:extLst xmlns:a="http://schemas.openxmlformats.org/drawingml/2006/main">
              <a:ext uri="{FF2B5EF4-FFF2-40B4-BE49-F238E27FC236}">
                <a16:creationId xmlns:a16="http://schemas.microsoft.com/office/drawing/2014/main" id="{E0A20686-07AE-4E90-A573-5FECD21F855D}"/>
              </a:ext>
            </a:extLst>
          </p:cNvPr>
          <p:cNvSpPr>
            <a:spLocks xmlns:a="http://schemas.openxmlformats.org/drawingml/2006/main" noGrp="1"/>
          </p:cNvSpPr>
          <p:nvPr/>
        </p:nvSpPr>
        <p:spPr>
          <a:xfrm xmlns:a="http://schemas.openxmlformats.org/drawingml/2006/main">
            <a:off x="3459480" y="4274820"/>
            <a:ext cx="2476500" cy="2971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65707C"/>
                </a:solidFill>
                <a:latin typeface="Apple SD Gothic Neo"/>
                <a:ea typeface="Apple SD Gothic Neo"/>
                <a:cs typeface="Apple SD Gothic Neo"/>
              </a:defRPr>
            </a:defPPr>
            <a:lvl1pPr>
              <a:defRPr>
                <a:solidFill>
                  <a:srgbClr val="65707C"/>
                </a:solidFill>
                <a:latin typeface="Apple SD Gothic Neo"/>
                <a:ea typeface="Apple SD Gothic Neo"/>
                <a:cs typeface="Apple SD Gothic Neo"/>
              </a:defRPr>
            </a:lvl1pPr>
            <a:lvl2pPr>
              <a:defRPr>
                <a:solidFill>
                  <a:srgbClr val="65707C"/>
                </a:solidFill>
                <a:latin typeface="Apple SD Gothic Neo"/>
                <a:ea typeface="Apple SD Gothic Neo"/>
                <a:cs typeface="Apple SD Gothic Neo"/>
              </a:defRPr>
            </a:lvl2pPr>
            <a:lvl3pPr>
              <a:defRPr>
                <a:solidFill>
                  <a:srgbClr val="65707C"/>
                </a:solidFill>
                <a:latin typeface="Apple SD Gothic Neo"/>
                <a:ea typeface="Apple SD Gothic Neo"/>
                <a:cs typeface="Apple SD Gothic Neo"/>
              </a:defRPr>
            </a:lvl3pPr>
            <a:lvl4pPr>
              <a:defRPr>
                <a:solidFill>
                  <a:srgbClr val="65707C"/>
                </a:solidFill>
                <a:latin typeface="Apple SD Gothic Neo"/>
                <a:ea typeface="Apple SD Gothic Neo"/>
                <a:cs typeface="Apple SD Gothic Neo"/>
              </a:defRPr>
            </a:lvl4pPr>
            <a:lvl5pPr>
              <a:defRPr>
                <a:solidFill>
                  <a:srgbClr val="65707C"/>
                </a:solidFill>
                <a:latin typeface="Apple SD Gothic Neo"/>
                <a:ea typeface="Apple SD Gothic Neo"/>
                <a:cs typeface="Apple SD Gothic Neo"/>
              </a:defRPr>
            </a:lvl5pPr>
            <a:lvl6pPr>
              <a:defRPr>
                <a:solidFill>
                  <a:srgbClr val="65707C"/>
                </a:solidFill>
                <a:latin typeface="Apple SD Gothic Neo"/>
                <a:ea typeface="Apple SD Gothic Neo"/>
                <a:cs typeface="Apple SD Gothic Neo"/>
              </a:defRPr>
            </a:lvl6pPr>
            <a:lvl7pPr>
              <a:defRPr>
                <a:solidFill>
                  <a:srgbClr val="65707C"/>
                </a:solidFill>
                <a:latin typeface="Apple SD Gothic Neo"/>
                <a:ea typeface="Apple SD Gothic Neo"/>
                <a:cs typeface="Apple SD Gothic Neo"/>
              </a:defRPr>
            </a:lvl7pPr>
            <a:lvl8pPr>
              <a:defRPr>
                <a:solidFill>
                  <a:srgbClr val="65707C"/>
                </a:solidFill>
                <a:latin typeface="Apple SD Gothic Neo"/>
                <a:ea typeface="Apple SD Gothic Neo"/>
                <a:cs typeface="Apple SD Gothic Neo"/>
              </a:defRPr>
            </a:lvl8pPr>
            <a:lvl9pPr>
              <a:defRPr>
                <a:solidFill>
                  <a:srgbClr val="65707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440"/>
              <a:buFont typeface="Arial"/>
              <a:buNone/>
              <a:defRPr>
                <a:solidFill>
                  <a:srgbClr val="65707C"/>
                </a:solidFill>
                <a:latin typeface="Apple SD Gothic Neo"/>
                <a:ea typeface="Apple SD Gothic Neo"/>
                <a:cs typeface="Apple SD Gothic Neo"/>
              </a:defRPr>
            </a:pPr>
            <a:r>
              <a:rPr sz="1440" b="0" i="0" u="none" strike="noStrike" cap="none" spc="0">
                <a:solidFill>
                  <a:srgbClr val="65707C"/>
                </a:solidFill>
                <a:latin typeface="Apple SD Gothic Neo"/>
                <a:ea typeface="Apple SD Gothic Neo"/>
                <a:cs typeface="Apple SD Gothic Neo"/>
              </a:rPr>
              <a:t>저장 자료와 인터넷 뉴스 검색</a:t>
            </a:r>
            <a:endParaRPr/>
          </a:p>
        </p:txBody>
      </p:sp>
      <p:sp>
        <p:nvSpPr>
          <p:cNvPr id="134" name="Google Shape;134;p5">
            <a:extLst xmlns:a="http://schemas.openxmlformats.org/drawingml/2006/main">
              <a:ext uri="{FF2B5EF4-FFF2-40B4-BE49-F238E27FC236}">
                <a16:creationId xmlns:a16="http://schemas.microsoft.com/office/drawing/2014/main" id="{21E53BBF-B44B-47D6-AE81-25889553F972}"/>
              </a:ext>
            </a:extLst>
          </p:cNvPr>
          <p:cNvSpPr>
            <a:spLocks xmlns:a="http://schemas.openxmlformats.org/drawingml/2006/main" noGrp="1"/>
          </p:cNvSpPr>
          <p:nvPr/>
        </p:nvSpPr>
        <p:spPr>
          <a:xfrm xmlns:a="http://schemas.openxmlformats.org/drawingml/2006/main">
            <a:off x="3459480" y="4533900"/>
            <a:ext cx="2476500" cy="2971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65707C"/>
                </a:solidFill>
                <a:latin typeface="Apple SD Gothic Neo"/>
                <a:ea typeface="Apple SD Gothic Neo"/>
                <a:cs typeface="Apple SD Gothic Neo"/>
              </a:defRPr>
            </a:defPPr>
            <a:lvl1pPr>
              <a:defRPr>
                <a:solidFill>
                  <a:srgbClr val="65707C"/>
                </a:solidFill>
                <a:latin typeface="Apple SD Gothic Neo"/>
                <a:ea typeface="Apple SD Gothic Neo"/>
                <a:cs typeface="Apple SD Gothic Neo"/>
              </a:defRPr>
            </a:lvl1pPr>
            <a:lvl2pPr>
              <a:defRPr>
                <a:solidFill>
                  <a:srgbClr val="65707C"/>
                </a:solidFill>
                <a:latin typeface="Apple SD Gothic Neo"/>
                <a:ea typeface="Apple SD Gothic Neo"/>
                <a:cs typeface="Apple SD Gothic Neo"/>
              </a:defRPr>
            </a:lvl2pPr>
            <a:lvl3pPr>
              <a:defRPr>
                <a:solidFill>
                  <a:srgbClr val="65707C"/>
                </a:solidFill>
                <a:latin typeface="Apple SD Gothic Neo"/>
                <a:ea typeface="Apple SD Gothic Neo"/>
                <a:cs typeface="Apple SD Gothic Neo"/>
              </a:defRPr>
            </a:lvl3pPr>
            <a:lvl4pPr>
              <a:defRPr>
                <a:solidFill>
                  <a:srgbClr val="65707C"/>
                </a:solidFill>
                <a:latin typeface="Apple SD Gothic Neo"/>
                <a:ea typeface="Apple SD Gothic Neo"/>
                <a:cs typeface="Apple SD Gothic Neo"/>
              </a:defRPr>
            </a:lvl4pPr>
            <a:lvl5pPr>
              <a:defRPr>
                <a:solidFill>
                  <a:srgbClr val="65707C"/>
                </a:solidFill>
                <a:latin typeface="Apple SD Gothic Neo"/>
                <a:ea typeface="Apple SD Gothic Neo"/>
                <a:cs typeface="Apple SD Gothic Neo"/>
              </a:defRPr>
            </a:lvl5pPr>
            <a:lvl6pPr>
              <a:defRPr>
                <a:solidFill>
                  <a:srgbClr val="65707C"/>
                </a:solidFill>
                <a:latin typeface="Apple SD Gothic Neo"/>
                <a:ea typeface="Apple SD Gothic Neo"/>
                <a:cs typeface="Apple SD Gothic Neo"/>
              </a:defRPr>
            </a:lvl6pPr>
            <a:lvl7pPr>
              <a:defRPr>
                <a:solidFill>
                  <a:srgbClr val="65707C"/>
                </a:solidFill>
                <a:latin typeface="Apple SD Gothic Neo"/>
                <a:ea typeface="Apple SD Gothic Neo"/>
                <a:cs typeface="Apple SD Gothic Neo"/>
              </a:defRPr>
            </a:lvl7pPr>
            <a:lvl8pPr>
              <a:defRPr>
                <a:solidFill>
                  <a:srgbClr val="65707C"/>
                </a:solidFill>
                <a:latin typeface="Apple SD Gothic Neo"/>
                <a:ea typeface="Apple SD Gothic Neo"/>
                <a:cs typeface="Apple SD Gothic Neo"/>
              </a:defRPr>
            </a:lvl8pPr>
            <a:lvl9pPr>
              <a:defRPr>
                <a:solidFill>
                  <a:srgbClr val="65707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440"/>
              <a:buFont typeface="Arial"/>
              <a:buNone/>
              <a:defRPr>
                <a:solidFill>
                  <a:srgbClr val="65707C"/>
                </a:solidFill>
                <a:latin typeface="Apple SD Gothic Neo"/>
                <a:ea typeface="Apple SD Gothic Neo"/>
                <a:cs typeface="Apple SD Gothic Neo"/>
              </a:defRPr>
            </a:pPr>
            <a:r>
              <a:rPr sz="1440" b="0" i="0" u="none" strike="noStrike" cap="none" spc="0">
                <a:solidFill>
                  <a:srgbClr val="65707C"/>
                </a:solidFill>
                <a:latin typeface="Apple SD Gothic Neo"/>
                <a:ea typeface="Apple SD Gothic Neo"/>
                <a:cs typeface="Apple SD Gothic Neo"/>
              </a:rPr>
              <a:t>관련 근거와 출처를 정리</a:t>
            </a:r>
            <a:endParaRPr/>
          </a:p>
        </p:txBody>
      </p:sp>
      <p:sp>
        <p:nvSpPr>
          <p:cNvPr id="135" name="Google Shape;135;p5">
            <a:extLst xmlns:a="http://schemas.openxmlformats.org/drawingml/2006/main">
              <a:ext uri="{FF2B5EF4-FFF2-40B4-BE49-F238E27FC236}">
                <a16:creationId xmlns:a16="http://schemas.microsoft.com/office/drawing/2014/main" id="{D26C58A3-9F02-43DA-B012-07F48866672D}"/>
              </a:ext>
            </a:extLst>
          </p:cNvPr>
          <p:cNvSpPr>
            <a:spLocks xmlns:a="http://schemas.openxmlformats.org/drawingml/2006/main" noGrp="1"/>
          </p:cNvSpPr>
          <p:nvPr/>
        </p:nvSpPr>
        <p:spPr>
          <a:xfrm xmlns:a="http://schemas.openxmlformats.org/drawingml/2006/main">
            <a:off x="6370320" y="2191629"/>
            <a:ext cx="244800" cy="289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560"/>
              <a:buFont typeface="Arial"/>
              <a:buNone/>
              <a:defRPr>
                <a:latin typeface="Apple SD Gothic Neo"/>
                <a:ea typeface="Apple SD Gothic Neo"/>
                <a:cs typeface="Apple SD Gothic Neo"/>
              </a:defRPr>
            </a:pPr>
            <a:r>
              <a:rPr sz="1560" b="1" i="0" u="none" strike="noStrike" cap="none" spc="0">
                <a:solidFill>
                  <a:srgbClr val="B96928"/>
                </a:solidFill>
                <a:latin typeface="Apple SD Gothic Neo"/>
                <a:ea typeface="Apple SD Gothic Neo"/>
                <a:cs typeface="Apple SD Gothic Neo"/>
              </a:rPr>
              <a:t>03</a:t>
            </a:r>
            <a:endParaRPr/>
          </a:p>
        </p:txBody>
      </p:sp>
      <p:sp>
        <p:nvSpPr>
          <p:cNvPr id="136" name="Google Shape;136;p5">
            <a:extLst xmlns:a="http://schemas.openxmlformats.org/drawingml/2006/main">
              <a:ext uri="{FF2B5EF4-FFF2-40B4-BE49-F238E27FC236}">
                <a16:creationId xmlns:a16="http://schemas.microsoft.com/office/drawing/2014/main" id="{D578B21D-0FA0-4F74-B9CE-A18DA0626AF6}"/>
              </a:ext>
            </a:extLst>
          </p:cNvPr>
          <p:cNvSpPr>
            <a:spLocks xmlns:a="http://schemas.openxmlformats.org/drawingml/2006/main" noGrp="1"/>
          </p:cNvSpPr>
          <p:nvPr/>
        </p:nvSpPr>
        <p:spPr>
          <a:xfrm xmlns:a="http://schemas.openxmlformats.org/drawingml/2006/main">
            <a:off x="6370320" y="2460674"/>
            <a:ext cx="2484120" cy="3581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979"/>
              <a:buFont typeface="Arial"/>
              <a:buNone/>
              <a:defRPr>
                <a:solidFill>
                  <a:srgbClr val="20324C"/>
                </a:solidFill>
                <a:latin typeface="Apple SD Gothic Neo"/>
                <a:ea typeface="Apple SD Gothic Neo"/>
                <a:cs typeface="Apple SD Gothic Neo"/>
              </a:defRPr>
            </a:pPr>
            <a:r>
              <a:rPr sz="1980" b="1" i="0" u="none" strike="noStrike" cap="none" spc="0">
                <a:solidFill>
                  <a:srgbClr val="20324C"/>
                </a:solidFill>
                <a:latin typeface="Apple SD Gothic Neo"/>
                <a:ea typeface="Apple SD Gothic Neo"/>
                <a:cs typeface="Apple SD Gothic Neo"/>
              </a:rPr>
              <a:t>나에게 맞추기</a:t>
            </a:r>
            <a:endParaRPr/>
          </a:p>
        </p:txBody>
      </p:sp>
      <p:sp>
        <p:nvSpPr>
          <p:cNvPr id="137" name="Google Shape;137;p5">
            <a:extLst xmlns:a="http://schemas.openxmlformats.org/drawingml/2006/main">
              <a:ext uri="{FF2B5EF4-FFF2-40B4-BE49-F238E27FC236}">
                <a16:creationId xmlns:a16="http://schemas.microsoft.com/office/drawing/2014/main" id="{D669C0EE-5B41-4DB9-8D3D-3907FDBFF0BE}"/>
              </a:ext>
            </a:extLst>
          </p:cNvPr>
          <p:cNvSpPr>
            <a:spLocks xmlns:a="http://schemas.openxmlformats.org/drawingml/2006/main" noGrp="1"/>
          </p:cNvSpPr>
          <p:nvPr/>
        </p:nvSpPr>
        <p:spPr>
          <a:xfrm xmlns:a="http://schemas.openxmlformats.org/drawingml/2006/main">
            <a:off x="6370320" y="4274820"/>
            <a:ext cx="2476500" cy="2971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65707C"/>
                </a:solidFill>
                <a:latin typeface="Apple SD Gothic Neo"/>
                <a:ea typeface="Apple SD Gothic Neo"/>
                <a:cs typeface="Apple SD Gothic Neo"/>
              </a:defRPr>
            </a:defPPr>
            <a:lvl1pPr>
              <a:defRPr>
                <a:solidFill>
                  <a:srgbClr val="65707C"/>
                </a:solidFill>
                <a:latin typeface="Apple SD Gothic Neo"/>
                <a:ea typeface="Apple SD Gothic Neo"/>
                <a:cs typeface="Apple SD Gothic Neo"/>
              </a:defRPr>
            </a:lvl1pPr>
            <a:lvl2pPr>
              <a:defRPr>
                <a:solidFill>
                  <a:srgbClr val="65707C"/>
                </a:solidFill>
                <a:latin typeface="Apple SD Gothic Neo"/>
                <a:ea typeface="Apple SD Gothic Neo"/>
                <a:cs typeface="Apple SD Gothic Neo"/>
              </a:defRPr>
            </a:lvl2pPr>
            <a:lvl3pPr>
              <a:defRPr>
                <a:solidFill>
                  <a:srgbClr val="65707C"/>
                </a:solidFill>
                <a:latin typeface="Apple SD Gothic Neo"/>
                <a:ea typeface="Apple SD Gothic Neo"/>
                <a:cs typeface="Apple SD Gothic Neo"/>
              </a:defRPr>
            </a:lvl3pPr>
            <a:lvl4pPr>
              <a:defRPr>
                <a:solidFill>
                  <a:srgbClr val="65707C"/>
                </a:solidFill>
                <a:latin typeface="Apple SD Gothic Neo"/>
                <a:ea typeface="Apple SD Gothic Neo"/>
                <a:cs typeface="Apple SD Gothic Neo"/>
              </a:defRPr>
            </a:lvl4pPr>
            <a:lvl5pPr>
              <a:defRPr>
                <a:solidFill>
                  <a:srgbClr val="65707C"/>
                </a:solidFill>
                <a:latin typeface="Apple SD Gothic Neo"/>
                <a:ea typeface="Apple SD Gothic Neo"/>
                <a:cs typeface="Apple SD Gothic Neo"/>
              </a:defRPr>
            </a:lvl5pPr>
            <a:lvl6pPr>
              <a:defRPr>
                <a:solidFill>
                  <a:srgbClr val="65707C"/>
                </a:solidFill>
                <a:latin typeface="Apple SD Gothic Neo"/>
                <a:ea typeface="Apple SD Gothic Neo"/>
                <a:cs typeface="Apple SD Gothic Neo"/>
              </a:defRPr>
            </a:lvl6pPr>
            <a:lvl7pPr>
              <a:defRPr>
                <a:solidFill>
                  <a:srgbClr val="65707C"/>
                </a:solidFill>
                <a:latin typeface="Apple SD Gothic Neo"/>
                <a:ea typeface="Apple SD Gothic Neo"/>
                <a:cs typeface="Apple SD Gothic Neo"/>
              </a:defRPr>
            </a:lvl7pPr>
            <a:lvl8pPr>
              <a:defRPr>
                <a:solidFill>
                  <a:srgbClr val="65707C"/>
                </a:solidFill>
                <a:latin typeface="Apple SD Gothic Neo"/>
                <a:ea typeface="Apple SD Gothic Neo"/>
                <a:cs typeface="Apple SD Gothic Neo"/>
              </a:defRPr>
            </a:lvl8pPr>
            <a:lvl9pPr>
              <a:defRPr>
                <a:solidFill>
                  <a:srgbClr val="65707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440"/>
              <a:buFont typeface="Arial"/>
              <a:buNone/>
              <a:defRPr>
                <a:solidFill>
                  <a:srgbClr val="65707C"/>
                </a:solidFill>
                <a:latin typeface="Apple SD Gothic Neo"/>
                <a:ea typeface="Apple SD Gothic Neo"/>
                <a:cs typeface="Apple SD Gothic Neo"/>
              </a:defRPr>
            </a:pPr>
            <a:r>
              <a:rPr sz="1440" b="0" i="0" u="none" strike="noStrike" cap="none" spc="0">
                <a:solidFill>
                  <a:srgbClr val="65707C"/>
                </a:solidFill>
                <a:latin typeface="Apple SD Gothic Neo"/>
                <a:ea typeface="Apple SD Gothic Neo"/>
                <a:cs typeface="Apple SD Gothic Neo"/>
              </a:rPr>
              <a:t>위치·이동 능력·현재 상태</a:t>
            </a:r>
            <a:endParaRPr/>
          </a:p>
        </p:txBody>
      </p:sp>
      <p:sp>
        <p:nvSpPr>
          <p:cNvPr id="138" name="Google Shape;138;p5">
            <a:extLst xmlns:a="http://schemas.openxmlformats.org/drawingml/2006/main">
              <a:ext uri="{FF2B5EF4-FFF2-40B4-BE49-F238E27FC236}">
                <a16:creationId xmlns:a16="http://schemas.microsoft.com/office/drawing/2014/main" id="{3D27F341-80B4-45EB-8CF4-E4757723C494}"/>
              </a:ext>
            </a:extLst>
          </p:cNvPr>
          <p:cNvSpPr>
            <a:spLocks xmlns:a="http://schemas.openxmlformats.org/drawingml/2006/main" noGrp="1"/>
          </p:cNvSpPr>
          <p:nvPr/>
        </p:nvSpPr>
        <p:spPr>
          <a:xfrm xmlns:a="http://schemas.openxmlformats.org/drawingml/2006/main">
            <a:off x="6370320" y="4533900"/>
            <a:ext cx="2476500" cy="2971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65707C"/>
                </a:solidFill>
                <a:latin typeface="Apple SD Gothic Neo"/>
                <a:ea typeface="Apple SD Gothic Neo"/>
                <a:cs typeface="Apple SD Gothic Neo"/>
              </a:defRPr>
            </a:defPPr>
            <a:lvl1pPr>
              <a:defRPr>
                <a:solidFill>
                  <a:srgbClr val="65707C"/>
                </a:solidFill>
                <a:latin typeface="Apple SD Gothic Neo"/>
                <a:ea typeface="Apple SD Gothic Neo"/>
                <a:cs typeface="Apple SD Gothic Neo"/>
              </a:defRPr>
            </a:lvl1pPr>
            <a:lvl2pPr>
              <a:defRPr>
                <a:solidFill>
                  <a:srgbClr val="65707C"/>
                </a:solidFill>
                <a:latin typeface="Apple SD Gothic Neo"/>
                <a:ea typeface="Apple SD Gothic Neo"/>
                <a:cs typeface="Apple SD Gothic Neo"/>
              </a:defRPr>
            </a:lvl2pPr>
            <a:lvl3pPr>
              <a:defRPr>
                <a:solidFill>
                  <a:srgbClr val="65707C"/>
                </a:solidFill>
                <a:latin typeface="Apple SD Gothic Neo"/>
                <a:ea typeface="Apple SD Gothic Neo"/>
                <a:cs typeface="Apple SD Gothic Neo"/>
              </a:defRPr>
            </a:lvl3pPr>
            <a:lvl4pPr>
              <a:defRPr>
                <a:solidFill>
                  <a:srgbClr val="65707C"/>
                </a:solidFill>
                <a:latin typeface="Apple SD Gothic Neo"/>
                <a:ea typeface="Apple SD Gothic Neo"/>
                <a:cs typeface="Apple SD Gothic Neo"/>
              </a:defRPr>
            </a:lvl4pPr>
            <a:lvl5pPr>
              <a:defRPr>
                <a:solidFill>
                  <a:srgbClr val="65707C"/>
                </a:solidFill>
                <a:latin typeface="Apple SD Gothic Neo"/>
                <a:ea typeface="Apple SD Gothic Neo"/>
                <a:cs typeface="Apple SD Gothic Neo"/>
              </a:defRPr>
            </a:lvl5pPr>
            <a:lvl6pPr>
              <a:defRPr>
                <a:solidFill>
                  <a:srgbClr val="65707C"/>
                </a:solidFill>
                <a:latin typeface="Apple SD Gothic Neo"/>
                <a:ea typeface="Apple SD Gothic Neo"/>
                <a:cs typeface="Apple SD Gothic Neo"/>
              </a:defRPr>
            </a:lvl6pPr>
            <a:lvl7pPr>
              <a:defRPr>
                <a:solidFill>
                  <a:srgbClr val="65707C"/>
                </a:solidFill>
                <a:latin typeface="Apple SD Gothic Neo"/>
                <a:ea typeface="Apple SD Gothic Neo"/>
                <a:cs typeface="Apple SD Gothic Neo"/>
              </a:defRPr>
            </a:lvl7pPr>
            <a:lvl8pPr>
              <a:defRPr>
                <a:solidFill>
                  <a:srgbClr val="65707C"/>
                </a:solidFill>
                <a:latin typeface="Apple SD Gothic Neo"/>
                <a:ea typeface="Apple SD Gothic Neo"/>
                <a:cs typeface="Apple SD Gothic Neo"/>
              </a:defRPr>
            </a:lvl8pPr>
            <a:lvl9pPr>
              <a:defRPr>
                <a:solidFill>
                  <a:srgbClr val="65707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440"/>
              <a:buFont typeface="Arial"/>
              <a:buNone/>
              <a:defRPr>
                <a:solidFill>
                  <a:srgbClr val="65707C"/>
                </a:solidFill>
                <a:latin typeface="Apple SD Gothic Neo"/>
                <a:ea typeface="Apple SD Gothic Neo"/>
                <a:cs typeface="Apple SD Gothic Neo"/>
              </a:defRPr>
            </a:pPr>
            <a:r>
              <a:rPr sz="1440" b="0" i="0" u="none" strike="noStrike" cap="none" spc="0">
                <a:solidFill>
                  <a:srgbClr val="65707C"/>
                </a:solidFill>
                <a:latin typeface="Apple SD Gothic Neo"/>
                <a:ea typeface="Apple SD Gothic Neo"/>
                <a:cs typeface="Apple SD Gothic Neo"/>
              </a:rPr>
              <a:t>DB의 기본 지침과 규칙 적용</a:t>
            </a:r>
            <a:endParaRPr/>
          </a:p>
        </p:txBody>
      </p:sp>
      <p:sp>
        <p:nvSpPr>
          <p:cNvPr id="139" name="Google Shape;139;p5">
            <a:extLst xmlns:a="http://schemas.openxmlformats.org/drawingml/2006/main">
              <a:ext uri="{FF2B5EF4-FFF2-40B4-BE49-F238E27FC236}">
                <a16:creationId xmlns:a16="http://schemas.microsoft.com/office/drawing/2014/main" id="{D974A332-F153-4211-A39E-01B9AF8FD3F9}"/>
              </a:ext>
            </a:extLst>
          </p:cNvPr>
          <p:cNvSpPr>
            <a:spLocks xmlns:a="http://schemas.openxmlformats.org/drawingml/2006/main" noGrp="1"/>
          </p:cNvSpPr>
          <p:nvPr/>
        </p:nvSpPr>
        <p:spPr>
          <a:xfrm xmlns:a="http://schemas.openxmlformats.org/drawingml/2006/main">
            <a:off x="9281160" y="2191629"/>
            <a:ext cx="244800" cy="289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560"/>
              <a:buFont typeface="Arial"/>
              <a:buNone/>
              <a:defRPr>
                <a:latin typeface="Apple SD Gothic Neo"/>
                <a:ea typeface="Apple SD Gothic Neo"/>
                <a:cs typeface="Apple SD Gothic Neo"/>
              </a:defRPr>
            </a:pPr>
            <a:r>
              <a:rPr sz="1560" b="1" i="0" u="none" strike="noStrike" cap="none" spc="0">
                <a:solidFill>
                  <a:srgbClr val="BD463E"/>
                </a:solidFill>
                <a:latin typeface="Apple SD Gothic Neo"/>
                <a:ea typeface="Apple SD Gothic Neo"/>
                <a:cs typeface="Apple SD Gothic Neo"/>
              </a:rPr>
              <a:t>04</a:t>
            </a:r>
            <a:endParaRPr/>
          </a:p>
        </p:txBody>
      </p:sp>
      <p:sp>
        <p:nvSpPr>
          <p:cNvPr id="140" name="Google Shape;140;p5">
            <a:extLst xmlns:a="http://schemas.openxmlformats.org/drawingml/2006/main">
              <a:ext uri="{FF2B5EF4-FFF2-40B4-BE49-F238E27FC236}">
                <a16:creationId xmlns:a16="http://schemas.microsoft.com/office/drawing/2014/main" id="{157F1F8F-282E-4F4A-BB37-26FF0EFD4278}"/>
              </a:ext>
            </a:extLst>
          </p:cNvPr>
          <p:cNvSpPr>
            <a:spLocks xmlns:a="http://schemas.openxmlformats.org/drawingml/2006/main" noGrp="1"/>
          </p:cNvSpPr>
          <p:nvPr/>
        </p:nvSpPr>
        <p:spPr>
          <a:xfrm xmlns:a="http://schemas.openxmlformats.org/drawingml/2006/main">
            <a:off x="9281160" y="2460674"/>
            <a:ext cx="2484120" cy="3581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979"/>
              <a:buFont typeface="Arial"/>
              <a:buNone/>
              <a:defRPr>
                <a:solidFill>
                  <a:srgbClr val="20324C"/>
                </a:solidFill>
                <a:latin typeface="Apple SD Gothic Neo"/>
                <a:ea typeface="Apple SD Gothic Neo"/>
                <a:cs typeface="Apple SD Gothic Neo"/>
              </a:defRPr>
            </a:pPr>
            <a:r>
              <a:rPr sz="1980" b="1" i="0" u="none" strike="noStrike" cap="none" spc="0">
                <a:solidFill>
                  <a:srgbClr val="20324C"/>
                </a:solidFill>
                <a:latin typeface="Apple SD Gothic Neo"/>
                <a:ea typeface="Apple SD Gothic Neo"/>
                <a:cs typeface="Apple SD Gothic Neo"/>
              </a:rPr>
              <a:t>안내 갱신하기</a:t>
            </a:r>
            <a:endParaRPr/>
          </a:p>
        </p:txBody>
      </p:sp>
      <p:sp>
        <p:nvSpPr>
          <p:cNvPr id="141" name="Google Shape;141;p5">
            <a:extLst xmlns:a="http://schemas.openxmlformats.org/drawingml/2006/main">
              <a:ext uri="{FF2B5EF4-FFF2-40B4-BE49-F238E27FC236}">
                <a16:creationId xmlns:a16="http://schemas.microsoft.com/office/drawing/2014/main" id="{33ECAC2C-7889-46EE-B8D0-D264A8BD4982}"/>
              </a:ext>
            </a:extLst>
          </p:cNvPr>
          <p:cNvSpPr>
            <a:spLocks xmlns:a="http://schemas.openxmlformats.org/drawingml/2006/main" noGrp="1"/>
          </p:cNvSpPr>
          <p:nvPr/>
        </p:nvSpPr>
        <p:spPr>
          <a:xfrm xmlns:a="http://schemas.openxmlformats.org/drawingml/2006/main">
            <a:off x="9281160" y="4274820"/>
            <a:ext cx="2476500" cy="2971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65707C"/>
                </a:solidFill>
                <a:latin typeface="Apple SD Gothic Neo"/>
                <a:ea typeface="Apple SD Gothic Neo"/>
                <a:cs typeface="Apple SD Gothic Neo"/>
              </a:defRPr>
            </a:defPPr>
            <a:lvl1pPr>
              <a:defRPr>
                <a:solidFill>
                  <a:srgbClr val="65707C"/>
                </a:solidFill>
                <a:latin typeface="Apple SD Gothic Neo"/>
                <a:ea typeface="Apple SD Gothic Neo"/>
                <a:cs typeface="Apple SD Gothic Neo"/>
              </a:defRPr>
            </a:lvl1pPr>
            <a:lvl2pPr>
              <a:defRPr>
                <a:solidFill>
                  <a:srgbClr val="65707C"/>
                </a:solidFill>
                <a:latin typeface="Apple SD Gothic Neo"/>
                <a:ea typeface="Apple SD Gothic Neo"/>
                <a:cs typeface="Apple SD Gothic Neo"/>
              </a:defRPr>
            </a:lvl2pPr>
            <a:lvl3pPr>
              <a:defRPr>
                <a:solidFill>
                  <a:srgbClr val="65707C"/>
                </a:solidFill>
                <a:latin typeface="Apple SD Gothic Neo"/>
                <a:ea typeface="Apple SD Gothic Neo"/>
                <a:cs typeface="Apple SD Gothic Neo"/>
              </a:defRPr>
            </a:lvl3pPr>
            <a:lvl4pPr>
              <a:defRPr>
                <a:solidFill>
                  <a:srgbClr val="65707C"/>
                </a:solidFill>
                <a:latin typeface="Apple SD Gothic Neo"/>
                <a:ea typeface="Apple SD Gothic Neo"/>
                <a:cs typeface="Apple SD Gothic Neo"/>
              </a:defRPr>
            </a:lvl4pPr>
            <a:lvl5pPr>
              <a:defRPr>
                <a:solidFill>
                  <a:srgbClr val="65707C"/>
                </a:solidFill>
                <a:latin typeface="Apple SD Gothic Neo"/>
                <a:ea typeface="Apple SD Gothic Neo"/>
                <a:cs typeface="Apple SD Gothic Neo"/>
              </a:defRPr>
            </a:lvl5pPr>
            <a:lvl6pPr>
              <a:defRPr>
                <a:solidFill>
                  <a:srgbClr val="65707C"/>
                </a:solidFill>
                <a:latin typeface="Apple SD Gothic Neo"/>
                <a:ea typeface="Apple SD Gothic Neo"/>
                <a:cs typeface="Apple SD Gothic Neo"/>
              </a:defRPr>
            </a:lvl6pPr>
            <a:lvl7pPr>
              <a:defRPr>
                <a:solidFill>
                  <a:srgbClr val="65707C"/>
                </a:solidFill>
                <a:latin typeface="Apple SD Gothic Neo"/>
                <a:ea typeface="Apple SD Gothic Neo"/>
                <a:cs typeface="Apple SD Gothic Neo"/>
              </a:defRPr>
            </a:lvl7pPr>
            <a:lvl8pPr>
              <a:defRPr>
                <a:solidFill>
                  <a:srgbClr val="65707C"/>
                </a:solidFill>
                <a:latin typeface="Apple SD Gothic Neo"/>
                <a:ea typeface="Apple SD Gothic Neo"/>
                <a:cs typeface="Apple SD Gothic Neo"/>
              </a:defRPr>
            </a:lvl8pPr>
            <a:lvl9pPr>
              <a:defRPr>
                <a:solidFill>
                  <a:srgbClr val="65707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440"/>
              <a:buFont typeface="Arial"/>
              <a:buNone/>
              <a:defRPr>
                <a:solidFill>
                  <a:srgbClr val="65707C"/>
                </a:solidFill>
                <a:latin typeface="Apple SD Gothic Neo"/>
                <a:ea typeface="Apple SD Gothic Neo"/>
                <a:cs typeface="Apple SD Gothic Neo"/>
              </a:defRPr>
            </a:pPr>
            <a:r>
              <a:rPr sz="1440" b="0" i="0" u="none" strike="noStrike" cap="none" spc="0">
                <a:solidFill>
                  <a:srgbClr val="65707C"/>
                </a:solidFill>
                <a:latin typeface="Apple SD Gothic Neo"/>
                <a:ea typeface="Apple SD Gothic Neo"/>
                <a:cs typeface="Apple SD Gothic Neo"/>
              </a:rPr>
              <a:t>경고·대피·위급과 행동 안내</a:t>
            </a:r>
            <a:endParaRPr/>
          </a:p>
        </p:txBody>
      </p:sp>
      <p:sp>
        <p:nvSpPr>
          <p:cNvPr id="142" name="Google Shape;142;p5">
            <a:extLst xmlns:a="http://schemas.openxmlformats.org/drawingml/2006/main">
              <a:ext uri="{FF2B5EF4-FFF2-40B4-BE49-F238E27FC236}">
                <a16:creationId xmlns:a16="http://schemas.microsoft.com/office/drawing/2014/main" id="{F8CE2A3D-8B38-42DF-A966-AF4529CBEF4B}"/>
              </a:ext>
            </a:extLst>
          </p:cNvPr>
          <p:cNvSpPr>
            <a:spLocks xmlns:a="http://schemas.openxmlformats.org/drawingml/2006/main" noGrp="1"/>
          </p:cNvSpPr>
          <p:nvPr/>
        </p:nvSpPr>
        <p:spPr>
          <a:xfrm xmlns:a="http://schemas.openxmlformats.org/drawingml/2006/main">
            <a:off x="9281160" y="4533900"/>
            <a:ext cx="2476500" cy="2971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65707C"/>
                </a:solidFill>
                <a:latin typeface="Apple SD Gothic Neo"/>
                <a:ea typeface="Apple SD Gothic Neo"/>
                <a:cs typeface="Apple SD Gothic Neo"/>
              </a:defRPr>
            </a:defPPr>
            <a:lvl1pPr>
              <a:defRPr>
                <a:solidFill>
                  <a:srgbClr val="65707C"/>
                </a:solidFill>
                <a:latin typeface="Apple SD Gothic Neo"/>
                <a:ea typeface="Apple SD Gothic Neo"/>
                <a:cs typeface="Apple SD Gothic Neo"/>
              </a:defRPr>
            </a:lvl1pPr>
            <a:lvl2pPr>
              <a:defRPr>
                <a:solidFill>
                  <a:srgbClr val="65707C"/>
                </a:solidFill>
                <a:latin typeface="Apple SD Gothic Neo"/>
                <a:ea typeface="Apple SD Gothic Neo"/>
                <a:cs typeface="Apple SD Gothic Neo"/>
              </a:defRPr>
            </a:lvl2pPr>
            <a:lvl3pPr>
              <a:defRPr>
                <a:solidFill>
                  <a:srgbClr val="65707C"/>
                </a:solidFill>
                <a:latin typeface="Apple SD Gothic Neo"/>
                <a:ea typeface="Apple SD Gothic Neo"/>
                <a:cs typeface="Apple SD Gothic Neo"/>
              </a:defRPr>
            </a:lvl3pPr>
            <a:lvl4pPr>
              <a:defRPr>
                <a:solidFill>
                  <a:srgbClr val="65707C"/>
                </a:solidFill>
                <a:latin typeface="Apple SD Gothic Neo"/>
                <a:ea typeface="Apple SD Gothic Neo"/>
                <a:cs typeface="Apple SD Gothic Neo"/>
              </a:defRPr>
            </a:lvl4pPr>
            <a:lvl5pPr>
              <a:defRPr>
                <a:solidFill>
                  <a:srgbClr val="65707C"/>
                </a:solidFill>
                <a:latin typeface="Apple SD Gothic Neo"/>
                <a:ea typeface="Apple SD Gothic Neo"/>
                <a:cs typeface="Apple SD Gothic Neo"/>
              </a:defRPr>
            </a:lvl5pPr>
            <a:lvl6pPr>
              <a:defRPr>
                <a:solidFill>
                  <a:srgbClr val="65707C"/>
                </a:solidFill>
                <a:latin typeface="Apple SD Gothic Neo"/>
                <a:ea typeface="Apple SD Gothic Neo"/>
                <a:cs typeface="Apple SD Gothic Neo"/>
              </a:defRPr>
            </a:lvl6pPr>
            <a:lvl7pPr>
              <a:defRPr>
                <a:solidFill>
                  <a:srgbClr val="65707C"/>
                </a:solidFill>
                <a:latin typeface="Apple SD Gothic Neo"/>
                <a:ea typeface="Apple SD Gothic Neo"/>
                <a:cs typeface="Apple SD Gothic Neo"/>
              </a:defRPr>
            </a:lvl7pPr>
            <a:lvl8pPr>
              <a:defRPr>
                <a:solidFill>
                  <a:srgbClr val="65707C"/>
                </a:solidFill>
                <a:latin typeface="Apple SD Gothic Neo"/>
                <a:ea typeface="Apple SD Gothic Neo"/>
                <a:cs typeface="Apple SD Gothic Neo"/>
              </a:defRPr>
            </a:lvl8pPr>
            <a:lvl9pPr>
              <a:defRPr>
                <a:solidFill>
                  <a:srgbClr val="65707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440"/>
              <a:buFont typeface="Arial"/>
              <a:buNone/>
              <a:defRPr>
                <a:solidFill>
                  <a:srgbClr val="65707C"/>
                </a:solidFill>
                <a:latin typeface="Apple SD Gothic Neo"/>
                <a:ea typeface="Apple SD Gothic Neo"/>
                <a:cs typeface="Apple SD Gothic Neo"/>
              </a:defRPr>
            </a:pPr>
            <a:r>
              <a:rPr sz="1440" b="0" i="0" u="none" strike="noStrike" cap="none" spc="0">
                <a:solidFill>
                  <a:srgbClr val="65707C"/>
                </a:solidFill>
                <a:latin typeface="Apple SD Gothic Neo"/>
                <a:ea typeface="Apple SD Gothic Neo"/>
                <a:cs typeface="Apple SD Gothic Neo"/>
              </a:rPr>
              <a:t>새 입력에 맞춰 다시 평가</a:t>
            </a:r>
            <a:endParaRPr/>
          </a:p>
        </p:txBody>
      </p:sp>
      <p:sp>
        <p:nvSpPr>
          <p:cNvPr id="143" name="Google Shape;143;p5">
            <a:extLst xmlns:a="http://schemas.openxmlformats.org/drawingml/2006/main">
              <a:ext uri="{FF2B5EF4-FFF2-40B4-BE49-F238E27FC236}">
                <a16:creationId xmlns:a16="http://schemas.microsoft.com/office/drawing/2014/main" id="{6391A23A-DA07-4AF7-B636-56A1FE1BE60C}"/>
              </a:ext>
            </a:extLst>
          </p:cNvPr>
          <p:cNvSpPr>
            <a:spLocks xmlns:a="http://schemas.openxmlformats.org/drawingml/2006/main" noGrp="1"/>
          </p:cNvSpPr>
          <p:nvPr/>
        </p:nvSpPr>
        <p:spPr>
          <a:xfrm xmlns:a="http://schemas.openxmlformats.org/drawingml/2006/main">
            <a:off x="548640" y="2933700"/>
            <a:ext cx="2362200" cy="1127760"/>
          </a:xfrm>
          <a:prstGeom xmlns:a="http://schemas.openxmlformats.org/drawingml/2006/main" prst="roundRect">
            <a:avLst>
              <a:gd name="adj" fmla="val 14865"/>
            </a:avLst>
          </a:prstGeom>
          <a:solidFill xmlns:a="http://schemas.openxmlformats.org/drawingml/2006/main">
            <a:srgbClr val="E9EFF5"/>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144" name="Google Shape;144;p5">
            <a:extLst xmlns:a="http://schemas.openxmlformats.org/drawingml/2006/main">
              <a:ext uri="{FF2B5EF4-FFF2-40B4-BE49-F238E27FC236}">
                <a16:creationId xmlns:a16="http://schemas.microsoft.com/office/drawing/2014/main" id="{FE5F4D01-1B42-4FFA-BA78-74700D0B2D63}"/>
              </a:ext>
            </a:extLst>
          </p:cNvPr>
          <p:cNvSpPr>
            <a:spLocks xmlns:a="http://schemas.openxmlformats.org/drawingml/2006/main" noGrp="1"/>
          </p:cNvSpPr>
          <p:nvPr/>
        </p:nvSpPr>
        <p:spPr>
          <a:xfrm xmlns:a="http://schemas.openxmlformats.org/drawingml/2006/main">
            <a:off x="3459481" y="2933700"/>
            <a:ext cx="2362200" cy="1127760"/>
          </a:xfrm>
          <a:prstGeom xmlns:a="http://schemas.openxmlformats.org/drawingml/2006/main" prst="roundRect">
            <a:avLst>
              <a:gd name="adj" fmla="val 14865"/>
            </a:avLst>
          </a:prstGeom>
          <a:solidFill xmlns:a="http://schemas.openxmlformats.org/drawingml/2006/main">
            <a:srgbClr val="E9EFF5"/>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spc="0">
              <a:solidFill>
                <a:srgbClr val="000000"/>
              </a:solidFill>
              <a:latin typeface="Arial"/>
              <a:ea typeface="Arial"/>
              <a:cs typeface="Arial"/>
            </a:endParaRPr>
          </a:p>
        </p:txBody>
      </p:sp>
      <p:sp>
        <p:nvSpPr>
          <p:cNvPr id="145" name="Google Shape;145;p5">
            <a:extLst xmlns:a="http://schemas.openxmlformats.org/drawingml/2006/main">
              <a:ext uri="{FF2B5EF4-FFF2-40B4-BE49-F238E27FC236}">
                <a16:creationId xmlns:a16="http://schemas.microsoft.com/office/drawing/2014/main" id="{0E299C85-58FC-4F8F-A483-F6EDF00747F7}"/>
              </a:ext>
            </a:extLst>
          </p:cNvPr>
          <p:cNvSpPr>
            <a:spLocks xmlns:a="http://schemas.openxmlformats.org/drawingml/2006/main" noGrp="1"/>
          </p:cNvSpPr>
          <p:nvPr/>
        </p:nvSpPr>
        <p:spPr>
          <a:xfrm xmlns:a="http://schemas.openxmlformats.org/drawingml/2006/main">
            <a:off x="6370322" y="2933700"/>
            <a:ext cx="2362200" cy="1127760"/>
          </a:xfrm>
          <a:prstGeom xmlns:a="http://schemas.openxmlformats.org/drawingml/2006/main" prst="roundRect">
            <a:avLst>
              <a:gd name="adj" fmla="val 14865"/>
            </a:avLst>
          </a:prstGeom>
          <a:solidFill xmlns:a="http://schemas.openxmlformats.org/drawingml/2006/main">
            <a:srgbClr val="F8EDDD"/>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spc="0">
              <a:solidFill>
                <a:srgbClr val="000000"/>
              </a:solidFill>
              <a:latin typeface="Arial"/>
              <a:ea typeface="Arial"/>
              <a:cs typeface="Arial"/>
            </a:endParaRPr>
          </a:p>
        </p:txBody>
      </p:sp>
      <p:sp>
        <p:nvSpPr>
          <p:cNvPr id="146" name="Google Shape;146;p5">
            <a:extLst xmlns:a="http://schemas.openxmlformats.org/drawingml/2006/main">
              <a:ext uri="{FF2B5EF4-FFF2-40B4-BE49-F238E27FC236}">
                <a16:creationId xmlns:a16="http://schemas.microsoft.com/office/drawing/2014/main" id="{9B8AA9FC-FABE-4848-AEA3-5E40ECF8F35D}"/>
              </a:ext>
            </a:extLst>
          </p:cNvPr>
          <p:cNvSpPr>
            <a:spLocks xmlns:a="http://schemas.openxmlformats.org/drawingml/2006/main" noGrp="1"/>
          </p:cNvSpPr>
          <p:nvPr/>
        </p:nvSpPr>
        <p:spPr>
          <a:xfrm xmlns:a="http://schemas.openxmlformats.org/drawingml/2006/main">
            <a:off x="9281160" y="2933700"/>
            <a:ext cx="2362200" cy="1127760"/>
          </a:xfrm>
          <a:prstGeom xmlns:a="http://schemas.openxmlformats.org/drawingml/2006/main" prst="roundRect">
            <a:avLst>
              <a:gd name="adj" fmla="val 14865"/>
            </a:avLst>
          </a:prstGeom>
          <a:solidFill xmlns:a="http://schemas.openxmlformats.org/drawingml/2006/main">
            <a:srgbClr val="FBEDE8"/>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147" name="Google Shape;147;p5">
            <a:extLst xmlns:a="http://schemas.openxmlformats.org/drawingml/2006/main">
              <a:ext uri="{FF2B5EF4-FFF2-40B4-BE49-F238E27FC236}">
                <a16:creationId xmlns:a16="http://schemas.microsoft.com/office/drawing/2014/main" id="{4404E648-312C-4B6F-A473-5C848315F039}"/>
              </a:ext>
            </a:extLst>
          </p:cNvPr>
          <p:cNvSpPr>
            <a:spLocks xmlns:a="http://schemas.openxmlformats.org/drawingml/2006/main" noGrp="1"/>
          </p:cNvSpPr>
          <p:nvPr/>
        </p:nvSpPr>
        <p:spPr>
          <a:xfrm xmlns:a="http://schemas.openxmlformats.org/drawingml/2006/main">
            <a:off x="933602" y="3134334"/>
            <a:ext cx="428702" cy="546964"/>
          </a:xfrm>
          <a:prstGeom xmlns:a="http://schemas.openxmlformats.org/drawingml/2006/main" prst="roundRect">
            <a:avLst>
              <a:gd name="adj" fmla="val 12069"/>
            </a:avLst>
          </a:prstGeom>
          <a:solidFill xmlns:a="http://schemas.openxmlformats.org/drawingml/2006/main">
            <a:srgbClr val="E9EFF5"/>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148" name="Google Shape;148;p5">
            <a:extLst xmlns:a="http://schemas.openxmlformats.org/drawingml/2006/main">
              <a:ext uri="{FF2B5EF4-FFF2-40B4-BE49-F238E27FC236}">
                <a16:creationId xmlns:a16="http://schemas.microsoft.com/office/drawing/2014/main" id="{3A8FDE06-D89E-414F-8232-2A115031D996}"/>
              </a:ext>
            </a:extLst>
          </p:cNvPr>
          <p:cNvSpPr>
            <a:spLocks xmlns:a="http://schemas.openxmlformats.org/drawingml/2006/main" noGrp="1"/>
          </p:cNvSpPr>
          <p:nvPr/>
        </p:nvSpPr>
        <p:spPr>
          <a:xfrm xmlns:a="http://schemas.openxmlformats.org/drawingml/2006/main">
            <a:off x="874471" y="3178683"/>
            <a:ext cx="428702" cy="546964"/>
          </a:xfrm>
          <a:prstGeom xmlns:a="http://schemas.openxmlformats.org/drawingml/2006/main" prst="roundRect">
            <a:avLst>
              <a:gd name="adj" fmla="val 12069"/>
            </a:avLst>
          </a:prstGeom>
          <a:solidFill xmlns:a="http://schemas.openxmlformats.org/drawingml/2006/main">
            <a:srgbClr val="FFFFFF"/>
          </a:solidFill>
          <a:ln xmlns:a="http://schemas.openxmlformats.org/drawingml/2006/main" w="14764">
            <a:solidFill>
              <a:srgbClr val="CCD3D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149" name="Google Shape;149;p5">
            <a:extLst xmlns:a="http://schemas.openxmlformats.org/drawingml/2006/main">
              <a:ext uri="{FF2B5EF4-FFF2-40B4-BE49-F238E27FC236}">
                <a16:creationId xmlns:a16="http://schemas.microsoft.com/office/drawing/2014/main" id="{17FA2586-7FA7-4ACB-A1DF-D147EFF612B1}"/>
              </a:ext>
            </a:extLst>
          </p:cNvPr>
          <p:cNvSpPr>
            <a:spLocks xmlns:a="http://schemas.openxmlformats.org/drawingml/2006/main" noGrp="1"/>
          </p:cNvSpPr>
          <p:nvPr/>
        </p:nvSpPr>
        <p:spPr>
          <a:xfrm xmlns:a="http://schemas.openxmlformats.org/drawingml/2006/main">
            <a:off x="815340" y="3215640"/>
            <a:ext cx="428702" cy="546964"/>
          </a:xfrm>
          <a:prstGeom xmlns:a="http://schemas.openxmlformats.org/drawingml/2006/main" prst="roundRect">
            <a:avLst>
              <a:gd name="adj" fmla="val 12069"/>
            </a:avLst>
          </a:prstGeom>
          <a:solidFill xmlns:a="http://schemas.openxmlformats.org/drawingml/2006/main">
            <a:srgbClr val="FFFFFF"/>
          </a:solidFill>
          <a:ln xmlns:a="http://schemas.openxmlformats.org/drawingml/2006/main" w="22193">
            <a:solidFill>
              <a:srgbClr val="062F5B"/>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150" name="Google Shape;150;p5">
            <a:extLst xmlns:a="http://schemas.openxmlformats.org/drawingml/2006/main">
              <a:ext uri="{FF2B5EF4-FFF2-40B4-BE49-F238E27FC236}">
                <a16:creationId xmlns:a16="http://schemas.microsoft.com/office/drawing/2014/main" id="{C2CB26BE-F005-406E-AB81-103B2AE3DC64}"/>
              </a:ext>
            </a:extLst>
          </p:cNvPr>
          <p:cNvSpPr>
            <a:spLocks xmlns:a="http://schemas.openxmlformats.org/drawingml/2006/main" noGrp="1"/>
          </p:cNvSpPr>
          <p:nvPr/>
        </p:nvSpPr>
        <p:spPr>
          <a:xfrm xmlns:a="http://schemas.openxmlformats.org/drawingml/2006/main">
            <a:off x="911428" y="3385642"/>
            <a:ext cx="236525" cy="7620"/>
          </a:xfrm>
          <a:custGeom xmlns:a="http://schemas.openxmlformats.org/drawingml/2006/main">
            <a:rect l="l" t="t" r="r" b="b"/>
            <a:pathLst>
              <a:path w="295656" h="9525">
                <a:moveTo>
                  <a:pt x="0" y="0"/>
                </a:moveTo>
                <a:lnTo>
                  <a:pt x="295656" y="0"/>
                </a:lnTo>
              </a:path>
            </a:pathLst>
          </a:custGeom>
          <a:noFill xmlns:a="http://schemas.openxmlformats.org/drawingml/2006/main"/>
          <a:ln xmlns:a="http://schemas.openxmlformats.org/drawingml/2006/main" w="22193">
            <a:solidFill>
              <a:srgbClr val="062F5B"/>
            </a:solidFill>
            <a:prstDash val="solid"/>
            <a:headEnd type="none" w="sm" len="sm"/>
            <a:tailEnd type="none" w="sm" len="sm"/>
          </a:ln>
        </p:spPr>
      </p:sp>
      <p:sp>
        <p:nvSpPr>
          <p:cNvPr id="151" name="Google Shape;151;p5">
            <a:extLst xmlns:a="http://schemas.openxmlformats.org/drawingml/2006/main">
              <a:ext uri="{FF2B5EF4-FFF2-40B4-BE49-F238E27FC236}">
                <a16:creationId xmlns:a16="http://schemas.microsoft.com/office/drawing/2014/main" id="{1CB6D7E8-3CE8-440C-81A1-48676452BFC3}"/>
              </a:ext>
            </a:extLst>
          </p:cNvPr>
          <p:cNvSpPr>
            <a:spLocks xmlns:a="http://schemas.openxmlformats.org/drawingml/2006/main" noGrp="1"/>
          </p:cNvSpPr>
          <p:nvPr/>
        </p:nvSpPr>
        <p:spPr>
          <a:xfrm xmlns:a="http://schemas.openxmlformats.org/drawingml/2006/main">
            <a:off x="911428" y="3481730"/>
            <a:ext cx="236525" cy="7620"/>
          </a:xfrm>
          <a:custGeom xmlns:a="http://schemas.openxmlformats.org/drawingml/2006/main">
            <a:rect l="l" t="t" r="r" b="b"/>
            <a:pathLst>
              <a:path w="295656" h="9525">
                <a:moveTo>
                  <a:pt x="0" y="0"/>
                </a:moveTo>
                <a:lnTo>
                  <a:pt x="295656" y="0"/>
                </a:lnTo>
              </a:path>
            </a:pathLst>
          </a:custGeom>
          <a:noFill xmlns:a="http://schemas.openxmlformats.org/drawingml/2006/main"/>
          <a:ln xmlns:a="http://schemas.openxmlformats.org/drawingml/2006/main" w="22193">
            <a:solidFill>
              <a:srgbClr val="062F5B"/>
            </a:solidFill>
            <a:prstDash val="solid"/>
            <a:headEnd type="none" w="sm" len="sm"/>
            <a:tailEnd type="none" w="sm" len="sm"/>
          </a:ln>
        </p:spPr>
      </p:sp>
      <p:sp>
        <p:nvSpPr>
          <p:cNvPr id="152" name="Google Shape;152;p5">
            <a:extLst xmlns:a="http://schemas.openxmlformats.org/drawingml/2006/main">
              <a:ext uri="{FF2B5EF4-FFF2-40B4-BE49-F238E27FC236}">
                <a16:creationId xmlns:a16="http://schemas.microsoft.com/office/drawing/2014/main" id="{80B410A2-4CB6-4C51-8E6F-6A811A534804}"/>
              </a:ext>
            </a:extLst>
          </p:cNvPr>
          <p:cNvSpPr>
            <a:spLocks xmlns:a="http://schemas.openxmlformats.org/drawingml/2006/main" noGrp="1"/>
          </p:cNvSpPr>
          <p:nvPr/>
        </p:nvSpPr>
        <p:spPr>
          <a:xfrm xmlns:a="http://schemas.openxmlformats.org/drawingml/2006/main">
            <a:off x="911428" y="3577818"/>
            <a:ext cx="170002" cy="7620"/>
          </a:xfrm>
          <a:custGeom xmlns:a="http://schemas.openxmlformats.org/drawingml/2006/main">
            <a:rect l="l" t="t" r="r" b="b"/>
            <a:pathLst>
              <a:path w="212503" h="9525">
                <a:moveTo>
                  <a:pt x="0" y="0"/>
                </a:moveTo>
                <a:lnTo>
                  <a:pt x="212503" y="0"/>
                </a:lnTo>
              </a:path>
            </a:pathLst>
          </a:custGeom>
          <a:noFill xmlns:a="http://schemas.openxmlformats.org/drawingml/2006/main"/>
          <a:ln xmlns:a="http://schemas.openxmlformats.org/drawingml/2006/main" w="22193">
            <a:solidFill>
              <a:srgbClr val="062F5B"/>
            </a:solidFill>
            <a:prstDash val="solid"/>
            <a:headEnd type="none" w="sm" len="sm"/>
            <a:tailEnd type="none" w="sm" len="sm"/>
          </a:ln>
        </p:spPr>
      </p:sp>
      <p:sp>
        <p:nvSpPr>
          <p:cNvPr id="153" name="Google Shape;153;p5">
            <a:extLst xmlns:a="http://schemas.openxmlformats.org/drawingml/2006/main">
              <a:ext uri="{FF2B5EF4-FFF2-40B4-BE49-F238E27FC236}">
                <a16:creationId xmlns:a16="http://schemas.microsoft.com/office/drawing/2014/main" id="{1E1E0814-A597-437C-A0C5-D976119A79FD}"/>
              </a:ext>
            </a:extLst>
          </p:cNvPr>
          <p:cNvSpPr>
            <a:spLocks xmlns:a="http://schemas.openxmlformats.org/drawingml/2006/main" noGrp="1"/>
          </p:cNvSpPr>
          <p:nvPr/>
        </p:nvSpPr>
        <p:spPr>
          <a:xfrm xmlns:a="http://schemas.openxmlformats.org/drawingml/2006/main">
            <a:off x="1539240" y="3223260"/>
            <a:ext cx="123444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062F5B"/>
                </a:solidFill>
                <a:latin typeface="Apple SD Gothic Neo"/>
                <a:ea typeface="Apple SD Gothic Neo"/>
                <a:cs typeface="Apple SD Gothic Neo"/>
              </a:defRPr>
            </a:defPPr>
            <a:lvl1pPr>
              <a:defRPr>
                <a:solidFill>
                  <a:srgbClr val="062F5B"/>
                </a:solidFill>
                <a:latin typeface="Apple SD Gothic Neo"/>
                <a:ea typeface="Apple SD Gothic Neo"/>
                <a:cs typeface="Apple SD Gothic Neo"/>
              </a:defRPr>
            </a:lvl1pPr>
            <a:lvl2pPr>
              <a:defRPr>
                <a:solidFill>
                  <a:srgbClr val="062F5B"/>
                </a:solidFill>
                <a:latin typeface="Apple SD Gothic Neo"/>
                <a:ea typeface="Apple SD Gothic Neo"/>
                <a:cs typeface="Apple SD Gothic Neo"/>
              </a:defRPr>
            </a:lvl2pPr>
            <a:lvl3pPr>
              <a:defRPr>
                <a:solidFill>
                  <a:srgbClr val="062F5B"/>
                </a:solidFill>
                <a:latin typeface="Apple SD Gothic Neo"/>
                <a:ea typeface="Apple SD Gothic Neo"/>
                <a:cs typeface="Apple SD Gothic Neo"/>
              </a:defRPr>
            </a:lvl3pPr>
            <a:lvl4pPr>
              <a:defRPr>
                <a:solidFill>
                  <a:srgbClr val="062F5B"/>
                </a:solidFill>
                <a:latin typeface="Apple SD Gothic Neo"/>
                <a:ea typeface="Apple SD Gothic Neo"/>
                <a:cs typeface="Apple SD Gothic Neo"/>
              </a:defRPr>
            </a:lvl4pPr>
            <a:lvl5pPr>
              <a:defRPr>
                <a:solidFill>
                  <a:srgbClr val="062F5B"/>
                </a:solidFill>
                <a:latin typeface="Apple SD Gothic Neo"/>
                <a:ea typeface="Apple SD Gothic Neo"/>
                <a:cs typeface="Apple SD Gothic Neo"/>
              </a:defRPr>
            </a:lvl5pPr>
            <a:lvl6pPr>
              <a:defRPr>
                <a:solidFill>
                  <a:srgbClr val="062F5B"/>
                </a:solidFill>
                <a:latin typeface="Apple SD Gothic Neo"/>
                <a:ea typeface="Apple SD Gothic Neo"/>
                <a:cs typeface="Apple SD Gothic Neo"/>
              </a:defRPr>
            </a:lvl6pPr>
            <a:lvl7pPr>
              <a:defRPr>
                <a:solidFill>
                  <a:srgbClr val="062F5B"/>
                </a:solidFill>
                <a:latin typeface="Apple SD Gothic Neo"/>
                <a:ea typeface="Apple SD Gothic Neo"/>
                <a:cs typeface="Apple SD Gothic Neo"/>
              </a:defRPr>
            </a:lvl7pPr>
            <a:lvl8pPr>
              <a:defRPr>
                <a:solidFill>
                  <a:srgbClr val="062F5B"/>
                </a:solidFill>
                <a:latin typeface="Apple SD Gothic Neo"/>
                <a:ea typeface="Apple SD Gothic Neo"/>
                <a:cs typeface="Apple SD Gothic Neo"/>
              </a:defRPr>
            </a:lvl8pPr>
            <a:lvl9pPr>
              <a:defRPr>
                <a:solidFill>
                  <a:srgbClr val="062F5B"/>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500"/>
              <a:buFont typeface="Arial"/>
              <a:buNone/>
              <a:defRPr>
                <a:solidFill>
                  <a:srgbClr val="062F5B"/>
                </a:solidFill>
                <a:latin typeface="Apple SD Gothic Neo"/>
                <a:ea typeface="Apple SD Gothic Neo"/>
                <a:cs typeface="Apple SD Gothic Neo"/>
              </a:defRPr>
            </a:pPr>
            <a:r>
              <a:rPr sz="1500" b="1" i="0" u="none" strike="noStrike" cap="none" spc="0">
                <a:solidFill>
                  <a:srgbClr val="062F5B"/>
                </a:solidFill>
                <a:latin typeface="Apple SD Gothic Neo"/>
                <a:ea typeface="Apple SD Gothic Neo"/>
                <a:cs typeface="Apple SD Gothic Neo"/>
              </a:rPr>
              <a:t>시연 자료</a:t>
            </a:r>
            <a:endParaRPr/>
          </a:p>
        </p:txBody>
      </p:sp>
      <p:sp>
        <p:nvSpPr>
          <p:cNvPr id="154" name="Google Shape;154;p5">
            <a:extLst xmlns:a="http://schemas.openxmlformats.org/drawingml/2006/main">
              <a:ext uri="{FF2B5EF4-FFF2-40B4-BE49-F238E27FC236}">
                <a16:creationId xmlns:a16="http://schemas.microsoft.com/office/drawing/2014/main" id="{BE9FE5D7-8E30-4D85-9883-83F3FB0BC7CC}"/>
              </a:ext>
            </a:extLst>
          </p:cNvPr>
          <p:cNvSpPr>
            <a:spLocks xmlns:a="http://schemas.openxmlformats.org/drawingml/2006/main" noGrp="1"/>
          </p:cNvSpPr>
          <p:nvPr/>
        </p:nvSpPr>
        <p:spPr>
          <a:xfrm xmlns:a="http://schemas.openxmlformats.org/drawingml/2006/main">
            <a:off x="1539240" y="3520440"/>
            <a:ext cx="1249680"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65707C"/>
                </a:solidFill>
                <a:latin typeface="Apple SD Gothic Neo"/>
                <a:ea typeface="Apple SD Gothic Neo"/>
                <a:cs typeface="Apple SD Gothic Neo"/>
              </a:defRPr>
            </a:defPPr>
            <a:lvl1pPr>
              <a:defRPr>
                <a:solidFill>
                  <a:srgbClr val="65707C"/>
                </a:solidFill>
                <a:latin typeface="Apple SD Gothic Neo"/>
                <a:ea typeface="Apple SD Gothic Neo"/>
                <a:cs typeface="Apple SD Gothic Neo"/>
              </a:defRPr>
            </a:lvl1pPr>
            <a:lvl2pPr>
              <a:defRPr>
                <a:solidFill>
                  <a:srgbClr val="65707C"/>
                </a:solidFill>
                <a:latin typeface="Apple SD Gothic Neo"/>
                <a:ea typeface="Apple SD Gothic Neo"/>
                <a:cs typeface="Apple SD Gothic Neo"/>
              </a:defRPr>
            </a:lvl2pPr>
            <a:lvl3pPr>
              <a:defRPr>
                <a:solidFill>
                  <a:srgbClr val="65707C"/>
                </a:solidFill>
                <a:latin typeface="Apple SD Gothic Neo"/>
                <a:ea typeface="Apple SD Gothic Neo"/>
                <a:cs typeface="Apple SD Gothic Neo"/>
              </a:defRPr>
            </a:lvl3pPr>
            <a:lvl4pPr>
              <a:defRPr>
                <a:solidFill>
                  <a:srgbClr val="65707C"/>
                </a:solidFill>
                <a:latin typeface="Apple SD Gothic Neo"/>
                <a:ea typeface="Apple SD Gothic Neo"/>
                <a:cs typeface="Apple SD Gothic Neo"/>
              </a:defRPr>
            </a:lvl4pPr>
            <a:lvl5pPr>
              <a:defRPr>
                <a:solidFill>
                  <a:srgbClr val="65707C"/>
                </a:solidFill>
                <a:latin typeface="Apple SD Gothic Neo"/>
                <a:ea typeface="Apple SD Gothic Neo"/>
                <a:cs typeface="Apple SD Gothic Neo"/>
              </a:defRPr>
            </a:lvl5pPr>
            <a:lvl6pPr>
              <a:defRPr>
                <a:solidFill>
                  <a:srgbClr val="65707C"/>
                </a:solidFill>
                <a:latin typeface="Apple SD Gothic Neo"/>
                <a:ea typeface="Apple SD Gothic Neo"/>
                <a:cs typeface="Apple SD Gothic Neo"/>
              </a:defRPr>
            </a:lvl6pPr>
            <a:lvl7pPr>
              <a:defRPr>
                <a:solidFill>
                  <a:srgbClr val="65707C"/>
                </a:solidFill>
                <a:latin typeface="Apple SD Gothic Neo"/>
                <a:ea typeface="Apple SD Gothic Neo"/>
                <a:cs typeface="Apple SD Gothic Neo"/>
              </a:defRPr>
            </a:lvl7pPr>
            <a:lvl8pPr>
              <a:defRPr>
                <a:solidFill>
                  <a:srgbClr val="65707C"/>
                </a:solidFill>
                <a:latin typeface="Apple SD Gothic Neo"/>
                <a:ea typeface="Apple SD Gothic Neo"/>
                <a:cs typeface="Apple SD Gothic Neo"/>
              </a:defRPr>
            </a:lvl8pPr>
            <a:lvl9pPr>
              <a:defRPr>
                <a:solidFill>
                  <a:srgbClr val="65707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320"/>
              <a:buFont typeface="Arial"/>
              <a:buNone/>
              <a:defRPr>
                <a:solidFill>
                  <a:srgbClr val="65707C"/>
                </a:solidFill>
                <a:latin typeface="Apple SD Gothic Neo"/>
                <a:ea typeface="Apple SD Gothic Neo"/>
                <a:cs typeface="Apple SD Gothic Neo"/>
              </a:defRPr>
            </a:pPr>
            <a:r>
              <a:rPr sz="1320" b="0" i="0" u="none" strike="noStrike" cap="none" spc="0">
                <a:solidFill>
                  <a:srgbClr val="65707C"/>
                </a:solidFill>
                <a:latin typeface="Apple SD Gothic Neo"/>
                <a:ea typeface="Apple SD Gothic Neo"/>
                <a:cs typeface="Apple SD Gothic Neo"/>
              </a:rPr>
              <a:t>수신 API</a:t>
            </a:r>
            <a:endParaRPr/>
          </a:p>
        </p:txBody>
      </p:sp>
      <p:sp>
        <p:nvSpPr>
          <p:cNvPr id="155" name="Google Shape;155;p5">
            <a:extLst xmlns:a="http://schemas.openxmlformats.org/drawingml/2006/main">
              <a:ext uri="{FF2B5EF4-FFF2-40B4-BE49-F238E27FC236}">
                <a16:creationId xmlns:a16="http://schemas.microsoft.com/office/drawing/2014/main" id="{5598BCCD-0059-472F-A630-61215F703B1F}"/>
              </a:ext>
            </a:extLst>
          </p:cNvPr>
          <p:cNvSpPr>
            <a:spLocks xmlns:a="http://schemas.openxmlformats.org/drawingml/2006/main" noGrp="1"/>
          </p:cNvSpPr>
          <p:nvPr/>
        </p:nvSpPr>
        <p:spPr>
          <a:xfrm xmlns:a="http://schemas.openxmlformats.org/drawingml/2006/main">
            <a:off x="3754374" y="3297174"/>
            <a:ext cx="347472" cy="347472"/>
          </a:xfrm>
          <a:prstGeom xmlns:a="http://schemas.openxmlformats.org/drawingml/2006/main" prst="ellipse">
            <a:avLst/>
          </a:prstGeom>
          <a:noFill xmlns:a="http://schemas.openxmlformats.org/drawingml/2006/main"/>
          <a:ln xmlns:a="http://schemas.openxmlformats.org/drawingml/2006/main" w="36195">
            <a:solidFill>
              <a:srgbClr val="245B8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156" name="Google Shape;156;p5">
            <a:extLst xmlns:a="http://schemas.openxmlformats.org/drawingml/2006/main">
              <a:ext uri="{FF2B5EF4-FFF2-40B4-BE49-F238E27FC236}">
                <a16:creationId xmlns:a16="http://schemas.microsoft.com/office/drawing/2014/main" id="{7B8937EB-3664-4E4E-95DD-BE2538A735A8}"/>
              </a:ext>
            </a:extLst>
          </p:cNvPr>
          <p:cNvSpPr>
            <a:spLocks xmlns:a="http://schemas.openxmlformats.org/drawingml/2006/main" noGrp="1"/>
          </p:cNvSpPr>
          <p:nvPr/>
        </p:nvSpPr>
        <p:spPr>
          <a:xfrm xmlns:a="http://schemas.openxmlformats.org/drawingml/2006/main">
            <a:off x="4051173" y="3601212"/>
            <a:ext cx="159258" cy="159258"/>
          </a:xfrm>
          <a:custGeom xmlns:a="http://schemas.openxmlformats.org/drawingml/2006/main">
            <a:rect l="l" t="t" r="r" b="b"/>
            <a:pathLst>
              <a:path w="199072" h="199072">
                <a:moveTo>
                  <a:pt x="0" y="0"/>
                </a:moveTo>
                <a:lnTo>
                  <a:pt x="199072" y="199072"/>
                </a:lnTo>
              </a:path>
            </a:pathLst>
          </a:custGeom>
          <a:noFill xmlns:a="http://schemas.openxmlformats.org/drawingml/2006/main"/>
          <a:ln xmlns:a="http://schemas.openxmlformats.org/drawingml/2006/main" w="43434">
            <a:solidFill>
              <a:srgbClr val="245B80"/>
            </a:solidFill>
            <a:prstDash val="solid"/>
            <a:headEnd type="none" w="sm" len="sm"/>
            <a:tailEnd type="none" w="sm" len="sm"/>
          </a:ln>
        </p:spPr>
      </p:sp>
      <p:sp>
        <p:nvSpPr>
          <p:cNvPr id="157" name="Google Shape;157;p5">
            <a:extLst xmlns:a="http://schemas.openxmlformats.org/drawingml/2006/main">
              <a:ext uri="{FF2B5EF4-FFF2-40B4-BE49-F238E27FC236}">
                <a16:creationId xmlns:a16="http://schemas.microsoft.com/office/drawing/2014/main" id="{906B5CBC-CA64-4715-9DE0-F23092FE7729}"/>
              </a:ext>
            </a:extLst>
          </p:cNvPr>
          <p:cNvSpPr>
            <a:spLocks xmlns:a="http://schemas.openxmlformats.org/drawingml/2006/main" noGrp="1"/>
          </p:cNvSpPr>
          <p:nvPr/>
        </p:nvSpPr>
        <p:spPr>
          <a:xfrm xmlns:a="http://schemas.openxmlformats.org/drawingml/2006/main">
            <a:off x="3848481" y="3420237"/>
            <a:ext cx="43434" cy="43434"/>
          </a:xfrm>
          <a:prstGeom xmlns:a="http://schemas.openxmlformats.org/drawingml/2006/main" prst="ellipse">
            <a:avLst/>
          </a:prstGeom>
          <a:solidFill xmlns:a="http://schemas.openxmlformats.org/drawingml/2006/main">
            <a:srgbClr val="245B8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158" name="Google Shape;158;p5">
            <a:extLst xmlns:a="http://schemas.openxmlformats.org/drawingml/2006/main">
              <a:ext uri="{FF2B5EF4-FFF2-40B4-BE49-F238E27FC236}">
                <a16:creationId xmlns:a16="http://schemas.microsoft.com/office/drawing/2014/main" id="{4C6D889F-7BC5-4552-B2D9-55F58A97DDD3}"/>
              </a:ext>
            </a:extLst>
          </p:cNvPr>
          <p:cNvSpPr>
            <a:spLocks xmlns:a="http://schemas.openxmlformats.org/drawingml/2006/main" noGrp="1"/>
          </p:cNvSpPr>
          <p:nvPr/>
        </p:nvSpPr>
        <p:spPr>
          <a:xfrm xmlns:a="http://schemas.openxmlformats.org/drawingml/2006/main">
            <a:off x="3942588" y="3384042"/>
            <a:ext cx="43434" cy="43434"/>
          </a:xfrm>
          <a:prstGeom xmlns:a="http://schemas.openxmlformats.org/drawingml/2006/main" prst="ellipse">
            <a:avLst/>
          </a:prstGeom>
          <a:solidFill xmlns:a="http://schemas.openxmlformats.org/drawingml/2006/main">
            <a:srgbClr val="245B8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159" name="Google Shape;159;p5">
            <a:extLst xmlns:a="http://schemas.openxmlformats.org/drawingml/2006/main">
              <a:ext uri="{FF2B5EF4-FFF2-40B4-BE49-F238E27FC236}">
                <a16:creationId xmlns:a16="http://schemas.microsoft.com/office/drawing/2014/main" id="{B0587BCD-EFBF-468F-A195-C25806880765}"/>
              </a:ext>
            </a:extLst>
          </p:cNvPr>
          <p:cNvSpPr>
            <a:spLocks xmlns:a="http://schemas.openxmlformats.org/drawingml/2006/main" noGrp="1"/>
          </p:cNvSpPr>
          <p:nvPr/>
        </p:nvSpPr>
        <p:spPr>
          <a:xfrm xmlns:a="http://schemas.openxmlformats.org/drawingml/2006/main">
            <a:off x="3942588" y="3485388"/>
            <a:ext cx="43434" cy="43434"/>
          </a:xfrm>
          <a:prstGeom xmlns:a="http://schemas.openxmlformats.org/drawingml/2006/main" prst="ellipse">
            <a:avLst/>
          </a:prstGeom>
          <a:solidFill xmlns:a="http://schemas.openxmlformats.org/drawingml/2006/main">
            <a:srgbClr val="245B8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160" name="Google Shape;160;p5">
            <a:extLst xmlns:a="http://schemas.openxmlformats.org/drawingml/2006/main">
              <a:ext uri="{FF2B5EF4-FFF2-40B4-BE49-F238E27FC236}">
                <a16:creationId xmlns:a16="http://schemas.microsoft.com/office/drawing/2014/main" id="{ADEBD212-5694-4758-9871-F1B95A0EDF95}"/>
              </a:ext>
            </a:extLst>
          </p:cNvPr>
          <p:cNvSpPr>
            <a:spLocks xmlns:a="http://schemas.openxmlformats.org/drawingml/2006/main" noGrp="1"/>
          </p:cNvSpPr>
          <p:nvPr/>
        </p:nvSpPr>
        <p:spPr>
          <a:xfrm xmlns:a="http://schemas.openxmlformats.org/drawingml/2006/main">
            <a:off x="3870198" y="3405759"/>
            <a:ext cx="94107" cy="101346"/>
          </a:xfrm>
          <a:custGeom xmlns:a="http://schemas.openxmlformats.org/drawingml/2006/main">
            <a:rect l="l" t="t" r="r" b="b"/>
            <a:pathLst>
              <a:path w="117634" h="126683">
                <a:moveTo>
                  <a:pt x="0" y="45244"/>
                </a:moveTo>
                <a:lnTo>
                  <a:pt x="117634" y="0"/>
                </a:lnTo>
                <a:lnTo>
                  <a:pt x="117634" y="126683"/>
                </a:lnTo>
                <a:lnTo>
                  <a:pt x="0" y="45244"/>
                </a:lnTo>
              </a:path>
            </a:pathLst>
          </a:custGeom>
          <a:noFill xmlns:a="http://schemas.openxmlformats.org/drawingml/2006/main"/>
          <a:ln xmlns:a="http://schemas.openxmlformats.org/drawingml/2006/main" w="14478">
            <a:solidFill>
              <a:srgbClr val="245B80"/>
            </a:solidFill>
            <a:prstDash val="solid"/>
            <a:headEnd type="none" w="sm" len="sm"/>
            <a:tailEnd type="none" w="sm" len="sm"/>
          </a:ln>
        </p:spPr>
      </p:sp>
      <p:sp>
        <p:nvSpPr>
          <p:cNvPr id="161" name="Google Shape;161;p5">
            <a:extLst xmlns:a="http://schemas.openxmlformats.org/drawingml/2006/main">
              <a:ext uri="{FF2B5EF4-FFF2-40B4-BE49-F238E27FC236}">
                <a16:creationId xmlns:a16="http://schemas.microsoft.com/office/drawing/2014/main" id="{28B1A20B-A7D1-47BB-B8BB-6C7C1D1BBF98}"/>
              </a:ext>
            </a:extLst>
          </p:cNvPr>
          <p:cNvSpPr>
            <a:spLocks xmlns:a="http://schemas.openxmlformats.org/drawingml/2006/main" noGrp="1"/>
          </p:cNvSpPr>
          <p:nvPr/>
        </p:nvSpPr>
        <p:spPr>
          <a:xfrm xmlns:a="http://schemas.openxmlformats.org/drawingml/2006/main">
            <a:off x="4434840" y="3240258"/>
            <a:ext cx="380086" cy="484937"/>
          </a:xfrm>
          <a:prstGeom xmlns:a="http://schemas.openxmlformats.org/drawingml/2006/main" prst="roundRect">
            <a:avLst>
              <a:gd name="adj" fmla="val 12069"/>
            </a:avLst>
          </a:prstGeom>
          <a:solidFill xmlns:a="http://schemas.openxmlformats.org/drawingml/2006/main">
            <a:srgbClr val="FFFFFF"/>
          </a:solidFill>
          <a:ln xmlns:a="http://schemas.openxmlformats.org/drawingml/2006/main" w="19622">
            <a:solidFill>
              <a:srgbClr val="245B8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spc="0">
              <a:solidFill>
                <a:srgbClr val="000000"/>
              </a:solidFill>
              <a:latin typeface="Arial"/>
              <a:ea typeface="Arial"/>
              <a:cs typeface="Arial"/>
            </a:endParaRPr>
          </a:p>
        </p:txBody>
      </p:sp>
      <p:sp>
        <p:nvSpPr>
          <p:cNvPr id="162" name="Google Shape;162;p5">
            <a:extLst xmlns:a="http://schemas.openxmlformats.org/drawingml/2006/main">
              <a:ext uri="{FF2B5EF4-FFF2-40B4-BE49-F238E27FC236}">
                <a16:creationId xmlns:a16="http://schemas.microsoft.com/office/drawing/2014/main" id="{D5ED2E19-B1E4-419E-BF13-F682B3E1935A}"/>
              </a:ext>
            </a:extLst>
          </p:cNvPr>
          <p:cNvSpPr>
            <a:spLocks xmlns:a="http://schemas.openxmlformats.org/drawingml/2006/main" noGrp="1"/>
          </p:cNvSpPr>
          <p:nvPr/>
        </p:nvSpPr>
        <p:spPr>
          <a:xfrm xmlns:a="http://schemas.openxmlformats.org/drawingml/2006/main">
            <a:off x="4520031" y="3320643"/>
            <a:ext cx="209702" cy="7620"/>
          </a:xfrm>
          <a:custGeom xmlns:a="http://schemas.openxmlformats.org/drawingml/2006/main">
            <a:rect l="l" t="t" r="r" b="b"/>
            <a:pathLst>
              <a:path w="262128" h="9525">
                <a:moveTo>
                  <a:pt x="0" y="0"/>
                </a:moveTo>
                <a:lnTo>
                  <a:pt x="262128" y="0"/>
                </a:lnTo>
              </a:path>
            </a:pathLst>
          </a:custGeom>
          <a:noFill xmlns:a="http://schemas.openxmlformats.org/drawingml/2006/main"/>
          <a:ln xmlns:a="http://schemas.openxmlformats.org/drawingml/2006/main" w="19622">
            <a:solidFill>
              <a:srgbClr val="245B80"/>
            </a:solidFill>
            <a:prstDash val="solid"/>
            <a:headEnd type="none" w="sm" len="sm"/>
            <a:tailEnd type="none" w="sm" len="sm"/>
          </a:ln>
        </p:spPr>
      </p:sp>
      <p:sp>
        <p:nvSpPr>
          <p:cNvPr id="163" name="Google Shape;163;p5">
            <a:extLst xmlns:a="http://schemas.openxmlformats.org/drawingml/2006/main">
              <a:ext uri="{FF2B5EF4-FFF2-40B4-BE49-F238E27FC236}">
                <a16:creationId xmlns:a16="http://schemas.microsoft.com/office/drawing/2014/main" id="{9614C68C-BBB6-4462-9271-CECDAC6E9F04}"/>
              </a:ext>
            </a:extLst>
          </p:cNvPr>
          <p:cNvSpPr>
            <a:spLocks xmlns:a="http://schemas.openxmlformats.org/drawingml/2006/main" noGrp="1"/>
          </p:cNvSpPr>
          <p:nvPr/>
        </p:nvSpPr>
        <p:spPr>
          <a:xfrm xmlns:a="http://schemas.openxmlformats.org/drawingml/2006/main">
            <a:off x="4520031" y="3405835"/>
            <a:ext cx="209702" cy="7620"/>
          </a:xfrm>
          <a:custGeom xmlns:a="http://schemas.openxmlformats.org/drawingml/2006/main">
            <a:rect l="l" t="t" r="r" b="b"/>
            <a:pathLst>
              <a:path w="262128" h="9525">
                <a:moveTo>
                  <a:pt x="0" y="0"/>
                </a:moveTo>
                <a:lnTo>
                  <a:pt x="262128" y="0"/>
                </a:lnTo>
              </a:path>
            </a:pathLst>
          </a:custGeom>
          <a:noFill xmlns:a="http://schemas.openxmlformats.org/drawingml/2006/main"/>
          <a:ln xmlns:a="http://schemas.openxmlformats.org/drawingml/2006/main" w="19622">
            <a:solidFill>
              <a:srgbClr val="245B80"/>
            </a:solidFill>
            <a:prstDash val="solid"/>
            <a:headEnd type="none" w="sm" len="sm"/>
            <a:tailEnd type="none" w="sm" len="sm"/>
          </a:ln>
        </p:spPr>
      </p:sp>
      <p:sp>
        <p:nvSpPr>
          <p:cNvPr id="164" name="Google Shape;164;p5">
            <a:extLst xmlns:a="http://schemas.openxmlformats.org/drawingml/2006/main">
              <a:ext uri="{FF2B5EF4-FFF2-40B4-BE49-F238E27FC236}">
                <a16:creationId xmlns:a16="http://schemas.microsoft.com/office/drawing/2014/main" id="{7DD71ACA-62CD-465A-BECE-B16F54F28067}"/>
              </a:ext>
            </a:extLst>
          </p:cNvPr>
          <p:cNvSpPr>
            <a:spLocks xmlns:a="http://schemas.openxmlformats.org/drawingml/2006/main" noGrp="1"/>
          </p:cNvSpPr>
          <p:nvPr/>
        </p:nvSpPr>
        <p:spPr>
          <a:xfrm xmlns:a="http://schemas.openxmlformats.org/drawingml/2006/main">
            <a:off x="4520031" y="3491027"/>
            <a:ext cx="150724" cy="7620"/>
          </a:xfrm>
          <a:custGeom xmlns:a="http://schemas.openxmlformats.org/drawingml/2006/main">
            <a:rect l="l" t="t" r="r" b="b"/>
            <a:pathLst>
              <a:path w="188405" h="9525">
                <a:moveTo>
                  <a:pt x="0" y="0"/>
                </a:moveTo>
                <a:lnTo>
                  <a:pt x="188405" y="0"/>
                </a:lnTo>
              </a:path>
            </a:pathLst>
          </a:custGeom>
          <a:noFill xmlns:a="http://schemas.openxmlformats.org/drawingml/2006/main"/>
          <a:ln xmlns:a="http://schemas.openxmlformats.org/drawingml/2006/main" w="19622">
            <a:solidFill>
              <a:srgbClr val="245B80"/>
            </a:solidFill>
            <a:prstDash val="solid"/>
            <a:headEnd type="none" w="sm" len="sm"/>
            <a:tailEnd type="none" w="sm" len="sm"/>
          </a:ln>
        </p:spPr>
      </p:sp>
      <p:sp>
        <p:nvSpPr>
          <p:cNvPr id="165" name="Google Shape;165;p5">
            <a:extLst xmlns:a="http://schemas.openxmlformats.org/drawingml/2006/main">
              <a:ext uri="{FF2B5EF4-FFF2-40B4-BE49-F238E27FC236}">
                <a16:creationId xmlns:a16="http://schemas.microsoft.com/office/drawing/2014/main" id="{168FBA06-A97F-4B4B-AAD4-E69C03E9C4C8}"/>
              </a:ext>
            </a:extLst>
          </p:cNvPr>
          <p:cNvSpPr>
            <a:spLocks xmlns:a="http://schemas.openxmlformats.org/drawingml/2006/main" noGrp="1"/>
          </p:cNvSpPr>
          <p:nvPr/>
        </p:nvSpPr>
        <p:spPr>
          <a:xfrm xmlns:a="http://schemas.openxmlformats.org/drawingml/2006/main">
            <a:off x="4968240" y="3377418"/>
            <a:ext cx="762000" cy="2514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245B80"/>
                </a:solidFill>
                <a:latin typeface="Apple SD Gothic Neo"/>
                <a:ea typeface="Apple SD Gothic Neo"/>
                <a:cs typeface="Apple SD Gothic Neo"/>
              </a:defRPr>
            </a:defPPr>
            <a:lvl1pPr>
              <a:defRPr>
                <a:solidFill>
                  <a:srgbClr val="245B80"/>
                </a:solidFill>
                <a:latin typeface="Apple SD Gothic Neo"/>
                <a:ea typeface="Apple SD Gothic Neo"/>
                <a:cs typeface="Apple SD Gothic Neo"/>
              </a:defRPr>
            </a:lvl1pPr>
            <a:lvl2pPr>
              <a:defRPr>
                <a:solidFill>
                  <a:srgbClr val="245B80"/>
                </a:solidFill>
                <a:latin typeface="Apple SD Gothic Neo"/>
                <a:ea typeface="Apple SD Gothic Neo"/>
                <a:cs typeface="Apple SD Gothic Neo"/>
              </a:defRPr>
            </a:lvl2pPr>
            <a:lvl3pPr>
              <a:defRPr>
                <a:solidFill>
                  <a:srgbClr val="245B80"/>
                </a:solidFill>
                <a:latin typeface="Apple SD Gothic Neo"/>
                <a:ea typeface="Apple SD Gothic Neo"/>
                <a:cs typeface="Apple SD Gothic Neo"/>
              </a:defRPr>
            </a:lvl3pPr>
            <a:lvl4pPr>
              <a:defRPr>
                <a:solidFill>
                  <a:srgbClr val="245B80"/>
                </a:solidFill>
                <a:latin typeface="Apple SD Gothic Neo"/>
                <a:ea typeface="Apple SD Gothic Neo"/>
                <a:cs typeface="Apple SD Gothic Neo"/>
              </a:defRPr>
            </a:lvl4pPr>
            <a:lvl5pPr>
              <a:defRPr>
                <a:solidFill>
                  <a:srgbClr val="245B80"/>
                </a:solidFill>
                <a:latin typeface="Apple SD Gothic Neo"/>
                <a:ea typeface="Apple SD Gothic Neo"/>
                <a:cs typeface="Apple SD Gothic Neo"/>
              </a:defRPr>
            </a:lvl5pPr>
            <a:lvl6pPr>
              <a:defRPr>
                <a:solidFill>
                  <a:srgbClr val="245B80"/>
                </a:solidFill>
                <a:latin typeface="Apple SD Gothic Neo"/>
                <a:ea typeface="Apple SD Gothic Neo"/>
                <a:cs typeface="Apple SD Gothic Neo"/>
              </a:defRPr>
            </a:lvl6pPr>
            <a:lvl7pPr>
              <a:defRPr>
                <a:solidFill>
                  <a:srgbClr val="245B80"/>
                </a:solidFill>
                <a:latin typeface="Apple SD Gothic Neo"/>
                <a:ea typeface="Apple SD Gothic Neo"/>
                <a:cs typeface="Apple SD Gothic Neo"/>
              </a:defRPr>
            </a:lvl7pPr>
            <a:lvl8pPr>
              <a:defRPr>
                <a:solidFill>
                  <a:srgbClr val="245B80"/>
                </a:solidFill>
                <a:latin typeface="Apple SD Gothic Neo"/>
                <a:ea typeface="Apple SD Gothic Neo"/>
                <a:cs typeface="Apple SD Gothic Neo"/>
              </a:defRPr>
            </a:lvl8pPr>
            <a:lvl9pPr>
              <a:defRPr>
                <a:solidFill>
                  <a:srgbClr val="245B80"/>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800"/>
              <a:buFont typeface="Arial"/>
              <a:buNone/>
              <a:defRPr>
                <a:solidFill>
                  <a:srgbClr val="245B80"/>
                </a:solidFill>
                <a:latin typeface="Apple SD Gothic Neo"/>
                <a:ea typeface="Apple SD Gothic Neo"/>
                <a:cs typeface="Apple SD Gothic Neo"/>
              </a:defRPr>
            </a:pPr>
            <a:r>
              <a:rPr sz="1800" b="1" i="0" u="none" strike="noStrike" cap="none" spc="0">
                <a:solidFill>
                  <a:srgbClr val="245B80"/>
                </a:solidFill>
                <a:latin typeface="Apple SD Gothic Neo"/>
                <a:ea typeface="Apple SD Gothic Neo"/>
                <a:cs typeface="Apple SD Gothic Neo"/>
              </a:rPr>
              <a:t>AI</a:t>
            </a:r>
            <a:endParaRPr/>
          </a:p>
        </p:txBody>
      </p:sp>
      <p:sp>
        <p:nvSpPr>
          <p:cNvPr id="166" name="Google Shape;166;p5">
            <a:extLst xmlns:a="http://schemas.openxmlformats.org/drawingml/2006/main">
              <a:ext uri="{FF2B5EF4-FFF2-40B4-BE49-F238E27FC236}">
                <a16:creationId xmlns:a16="http://schemas.microsoft.com/office/drawing/2014/main" id="{052BC864-C008-442E-957A-666C5E8B146F}"/>
              </a:ext>
            </a:extLst>
          </p:cNvPr>
          <p:cNvSpPr>
            <a:spLocks xmlns:a="http://schemas.openxmlformats.org/drawingml/2006/main" noGrp="1"/>
          </p:cNvSpPr>
          <p:nvPr/>
        </p:nvSpPr>
        <p:spPr>
          <a:xfrm xmlns:a="http://schemas.openxmlformats.org/drawingml/2006/main">
            <a:off x="6735470" y="3265018"/>
            <a:ext cx="185623" cy="185623"/>
          </a:xfrm>
          <a:prstGeom xmlns:a="http://schemas.openxmlformats.org/drawingml/2006/main" prst="ellipse">
            <a:avLst/>
          </a:prstGeom>
          <a:noFill xmlns:a="http://schemas.openxmlformats.org/drawingml/2006/main"/>
          <a:ln xmlns:a="http://schemas.openxmlformats.org/drawingml/2006/main" w="26500" cap="flat" cmpd="sng">
            <a:solidFill>
              <a:srgbClr val="B96928"/>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167" name="Google Shape;167;p5">
            <a:extLst xmlns:a="http://schemas.openxmlformats.org/drawingml/2006/main">
              <a:ext uri="{FF2B5EF4-FFF2-40B4-BE49-F238E27FC236}">
                <a16:creationId xmlns:a16="http://schemas.microsoft.com/office/drawing/2014/main" id="{AE3649C3-B48E-4ABC-A2BD-0634158B945D}"/>
              </a:ext>
            </a:extLst>
          </p:cNvPr>
          <p:cNvSpPr>
            <a:spLocks xmlns:a="http://schemas.openxmlformats.org/drawingml/2006/main" noGrp="1"/>
          </p:cNvSpPr>
          <p:nvPr/>
        </p:nvSpPr>
        <p:spPr>
          <a:xfrm xmlns:a="http://schemas.openxmlformats.org/drawingml/2006/main">
            <a:off x="6655918" y="3523564"/>
            <a:ext cx="344729" cy="178994"/>
          </a:xfrm>
          <a:custGeom xmlns:a="http://schemas.openxmlformats.org/drawingml/2006/main">
            <a:rect l="l" t="t" r="r" b="b"/>
            <a:pathLst>
              <a:path w="430911" h="223742">
                <a:moveTo>
                  <a:pt x="0" y="223742"/>
                </a:moveTo>
                <a:lnTo>
                  <a:pt x="0" y="82868"/>
                </a:lnTo>
                <a:lnTo>
                  <a:pt x="74581" y="0"/>
                </a:lnTo>
                <a:lnTo>
                  <a:pt x="356330" y="0"/>
                </a:lnTo>
                <a:lnTo>
                  <a:pt x="430911" y="82868"/>
                </a:lnTo>
                <a:lnTo>
                  <a:pt x="430911" y="223742"/>
                </a:lnTo>
              </a:path>
            </a:pathLst>
          </a:custGeom>
          <a:noFill xmlns:a="http://schemas.openxmlformats.org/drawingml/2006/main"/>
          <a:ln xmlns:a="http://schemas.openxmlformats.org/drawingml/2006/main" w="26500" cap="flat" cmpd="sng">
            <a:solidFill>
              <a:srgbClr val="B96928"/>
            </a:solidFill>
            <a:prstDash val="solid"/>
            <a:round/>
            <a:headEnd type="none" w="sm" len="sm"/>
            <a:tailEnd type="none" w="sm" len="sm"/>
          </a:ln>
        </p:spPr>
      </p:sp>
      <p:sp>
        <p:nvSpPr>
          <p:cNvPr id="168" name="Google Shape;168;p5">
            <a:extLst xmlns:a="http://schemas.openxmlformats.org/drawingml/2006/main">
              <a:ext uri="{FF2B5EF4-FFF2-40B4-BE49-F238E27FC236}">
                <a16:creationId xmlns:a16="http://schemas.microsoft.com/office/drawing/2014/main" id="{EBA014C7-13FB-45D7-BE0F-BE2C53A63F7E}"/>
              </a:ext>
            </a:extLst>
          </p:cNvPr>
          <p:cNvSpPr>
            <a:spLocks xmlns:a="http://schemas.openxmlformats.org/drawingml/2006/main" noGrp="1"/>
          </p:cNvSpPr>
          <p:nvPr/>
        </p:nvSpPr>
        <p:spPr>
          <a:xfrm xmlns:a="http://schemas.openxmlformats.org/drawingml/2006/main">
            <a:off x="7216140" y="3337560"/>
            <a:ext cx="3429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920"/>
              <a:buFont typeface="Arial"/>
              <a:buNone/>
              <a:defRPr>
                <a:latin typeface="Apple SD Gothic Neo"/>
                <a:ea typeface="Apple SD Gothic Neo"/>
                <a:cs typeface="Apple SD Gothic Neo"/>
              </a:defRPr>
            </a:pPr>
            <a:r>
              <a:rPr sz="1920" b="0" i="0" u="none" strike="noStrike" cap="none" spc="0">
                <a:solidFill>
                  <a:srgbClr val="B96928"/>
                </a:solidFill>
                <a:latin typeface="Apple SD Gothic Neo"/>
                <a:ea typeface="Apple SD Gothic Neo"/>
                <a:cs typeface="Apple SD Gothic Neo"/>
              </a:rPr>
              <a:t>+</a:t>
            </a:r>
            <a:endParaRPr/>
          </a:p>
        </p:txBody>
      </p:sp>
      <p:sp>
        <p:nvSpPr>
          <p:cNvPr id="169" name="Google Shape;169;p5">
            <a:extLst xmlns:a="http://schemas.openxmlformats.org/drawingml/2006/main">
              <a:ext uri="{FF2B5EF4-FFF2-40B4-BE49-F238E27FC236}">
                <a16:creationId xmlns:a16="http://schemas.microsoft.com/office/drawing/2014/main" id="{A4A50BF1-55E4-4D4F-BCA7-D1829CE35163}"/>
              </a:ext>
            </a:extLst>
          </p:cNvPr>
          <p:cNvSpPr>
            <a:spLocks xmlns:a="http://schemas.openxmlformats.org/drawingml/2006/main" noGrp="1"/>
          </p:cNvSpPr>
          <p:nvPr/>
        </p:nvSpPr>
        <p:spPr>
          <a:xfrm xmlns:a="http://schemas.openxmlformats.org/drawingml/2006/main">
            <a:off x="7696200" y="3336036"/>
            <a:ext cx="442570" cy="375514"/>
          </a:xfrm>
          <a:prstGeom xmlns:a="http://schemas.openxmlformats.org/drawingml/2006/main" prst="roundRect">
            <a:avLst>
              <a:gd name="adj" fmla="val 3571"/>
            </a:avLst>
          </a:prstGeom>
          <a:solidFill xmlns:a="http://schemas.openxmlformats.org/drawingml/2006/main">
            <a:srgbClr val="FFFFFF"/>
          </a:solidFill>
          <a:ln xmlns:a="http://schemas.openxmlformats.org/drawingml/2006/main" w="20100" cap="flat" cmpd="sng">
            <a:solidFill>
              <a:srgbClr val="B96928"/>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170" name="Google Shape;170;p5">
            <a:extLst xmlns:a="http://schemas.openxmlformats.org/drawingml/2006/main">
              <a:ext uri="{FF2B5EF4-FFF2-40B4-BE49-F238E27FC236}">
                <a16:creationId xmlns:a16="http://schemas.microsoft.com/office/drawing/2014/main" id="{59B914A1-2296-4C72-981D-549FBC030074}"/>
              </a:ext>
            </a:extLst>
          </p:cNvPr>
          <p:cNvSpPr>
            <a:spLocks xmlns:a="http://schemas.openxmlformats.org/drawingml/2006/main" noGrp="1"/>
          </p:cNvSpPr>
          <p:nvPr/>
        </p:nvSpPr>
        <p:spPr>
          <a:xfrm xmlns:a="http://schemas.openxmlformats.org/drawingml/2006/main">
            <a:off x="7696200" y="3268980"/>
            <a:ext cx="442570" cy="147523"/>
          </a:xfrm>
          <a:prstGeom xmlns:a="http://schemas.openxmlformats.org/drawingml/2006/main" prst="ellipse">
            <a:avLst/>
          </a:prstGeom>
          <a:solidFill xmlns:a="http://schemas.openxmlformats.org/drawingml/2006/main">
            <a:srgbClr val="E9EFF5"/>
          </a:solidFill>
          <a:ln xmlns:a="http://schemas.openxmlformats.org/drawingml/2006/main" w="20100" cap="flat" cmpd="sng">
            <a:solidFill>
              <a:srgbClr val="B96928"/>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171" name="Google Shape;171;p5">
            <a:extLst xmlns:a="http://schemas.openxmlformats.org/drawingml/2006/main">
              <a:ext uri="{FF2B5EF4-FFF2-40B4-BE49-F238E27FC236}">
                <a16:creationId xmlns:a16="http://schemas.microsoft.com/office/drawing/2014/main" id="{BE582B74-1383-4E90-88CD-82B7C053466B}"/>
              </a:ext>
            </a:extLst>
          </p:cNvPr>
          <p:cNvSpPr>
            <a:spLocks xmlns:a="http://schemas.openxmlformats.org/drawingml/2006/main" noGrp="1"/>
          </p:cNvSpPr>
          <p:nvPr/>
        </p:nvSpPr>
        <p:spPr>
          <a:xfrm xmlns:a="http://schemas.openxmlformats.org/drawingml/2006/main">
            <a:off x="7696200" y="3510382"/>
            <a:ext cx="442570" cy="46939"/>
          </a:xfrm>
          <a:custGeom xmlns:a="http://schemas.openxmlformats.org/drawingml/2006/main">
            <a:rect l="l" t="t" r="r" b="b"/>
            <a:pathLst>
              <a:path w="553212" h="58674">
                <a:moveTo>
                  <a:pt x="0" y="0"/>
                </a:moveTo>
                <a:lnTo>
                  <a:pt x="83820" y="58674"/>
                </a:lnTo>
                <a:lnTo>
                  <a:pt x="469392" y="58674"/>
                </a:lnTo>
                <a:lnTo>
                  <a:pt x="553212" y="0"/>
                </a:lnTo>
              </a:path>
            </a:pathLst>
          </a:custGeom>
          <a:noFill xmlns:a="http://schemas.openxmlformats.org/drawingml/2006/main"/>
          <a:ln xmlns:a="http://schemas.openxmlformats.org/drawingml/2006/main" w="13400" cap="flat" cmpd="sng">
            <a:solidFill>
              <a:srgbClr val="B96928"/>
            </a:solidFill>
            <a:prstDash val="solid"/>
            <a:round/>
            <a:headEnd type="none" w="sm" len="sm"/>
            <a:tailEnd type="none" w="sm" len="sm"/>
          </a:ln>
        </p:spPr>
      </p:sp>
      <p:sp>
        <p:nvSpPr>
          <p:cNvPr id="172" name="Google Shape;172;p5">
            <a:extLst xmlns:a="http://schemas.openxmlformats.org/drawingml/2006/main">
              <a:ext uri="{FF2B5EF4-FFF2-40B4-BE49-F238E27FC236}">
                <a16:creationId xmlns:a16="http://schemas.microsoft.com/office/drawing/2014/main" id="{DD6CFBEB-586A-427F-955E-BB59D7734D57}"/>
              </a:ext>
            </a:extLst>
          </p:cNvPr>
          <p:cNvSpPr>
            <a:spLocks xmlns:a="http://schemas.openxmlformats.org/drawingml/2006/main" noGrp="1"/>
          </p:cNvSpPr>
          <p:nvPr/>
        </p:nvSpPr>
        <p:spPr>
          <a:xfrm xmlns:a="http://schemas.openxmlformats.org/drawingml/2006/main">
            <a:off x="9509760" y="3040380"/>
            <a:ext cx="558242" cy="905256"/>
          </a:xfrm>
          <a:prstGeom xmlns:a="http://schemas.openxmlformats.org/drawingml/2006/main" prst="roundRect">
            <a:avLst>
              <a:gd name="adj" fmla="val 16216"/>
            </a:avLst>
          </a:prstGeom>
          <a:solidFill xmlns:a="http://schemas.openxmlformats.org/drawingml/2006/main">
            <a:srgbClr val="FFFFFF"/>
          </a:solidFill>
          <a:ln xmlns:a="http://schemas.openxmlformats.org/drawingml/2006/main" w="15050">
            <a:solidFill>
              <a:srgbClr val="20324C"/>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173" name="Google Shape;173;p5">
            <a:extLst xmlns:a="http://schemas.openxmlformats.org/drawingml/2006/main">
              <a:ext uri="{FF2B5EF4-FFF2-40B4-BE49-F238E27FC236}">
                <a16:creationId xmlns:a16="http://schemas.microsoft.com/office/drawing/2014/main" id="{04D8BEDB-076D-434C-A2E4-8212E4837C22}"/>
              </a:ext>
            </a:extLst>
          </p:cNvPr>
          <p:cNvSpPr>
            <a:spLocks xmlns:a="http://schemas.openxmlformats.org/drawingml/2006/main" noGrp="1"/>
          </p:cNvSpPr>
          <p:nvPr/>
        </p:nvSpPr>
        <p:spPr>
          <a:xfrm xmlns:a="http://schemas.openxmlformats.org/drawingml/2006/main">
            <a:off x="9685782" y="3075585"/>
            <a:ext cx="206198" cy="35205"/>
          </a:xfrm>
          <a:prstGeom xmlns:a="http://schemas.openxmlformats.org/drawingml/2006/main" prst="roundRect">
            <a:avLst>
              <a:gd name="adj" fmla="val 50000"/>
            </a:avLst>
          </a:prstGeom>
          <a:solidFill xmlns:a="http://schemas.openxmlformats.org/drawingml/2006/main">
            <a:srgbClr val="20324C"/>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174" name="Google Shape;174;p5">
            <a:extLst xmlns:a="http://schemas.openxmlformats.org/drawingml/2006/main">
              <a:ext uri="{FF2B5EF4-FFF2-40B4-BE49-F238E27FC236}">
                <a16:creationId xmlns:a16="http://schemas.microsoft.com/office/drawing/2014/main" id="{F4602342-1CEF-4FB6-AE42-5C7EC0794420}"/>
              </a:ext>
            </a:extLst>
          </p:cNvPr>
          <p:cNvSpPr>
            <a:spLocks xmlns:a="http://schemas.openxmlformats.org/drawingml/2006/main" noGrp="1"/>
          </p:cNvSpPr>
          <p:nvPr/>
        </p:nvSpPr>
        <p:spPr>
          <a:xfrm xmlns:a="http://schemas.openxmlformats.org/drawingml/2006/main">
            <a:off x="9570110" y="3236519"/>
            <a:ext cx="437541" cy="145847"/>
          </a:xfrm>
          <a:prstGeom xmlns:a="http://schemas.openxmlformats.org/drawingml/2006/main" prst="roundRect">
            <a:avLst>
              <a:gd name="adj" fmla="val 17241"/>
            </a:avLst>
          </a:prstGeom>
          <a:solidFill xmlns:a="http://schemas.openxmlformats.org/drawingml/2006/main">
            <a:srgbClr val="F8EDDD"/>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175" name="Google Shape;175;p5">
            <a:extLst xmlns:a="http://schemas.openxmlformats.org/drawingml/2006/main">
              <a:ext uri="{FF2B5EF4-FFF2-40B4-BE49-F238E27FC236}">
                <a16:creationId xmlns:a16="http://schemas.microsoft.com/office/drawing/2014/main" id="{9B969BE8-8757-4DE3-81B8-1B55DBF645A9}"/>
              </a:ext>
            </a:extLst>
          </p:cNvPr>
          <p:cNvSpPr>
            <a:spLocks xmlns:a="http://schemas.openxmlformats.org/drawingml/2006/main" noGrp="1"/>
          </p:cNvSpPr>
          <p:nvPr/>
        </p:nvSpPr>
        <p:spPr>
          <a:xfrm xmlns:a="http://schemas.openxmlformats.org/drawingml/2006/main">
            <a:off x="9605315" y="3251606"/>
            <a:ext cx="372161" cy="1207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674"/>
              <a:buFont typeface="Arial"/>
              <a:buNone/>
              <a:defRPr>
                <a:latin typeface="Apple SD Gothic Neo"/>
                <a:ea typeface="Apple SD Gothic Neo"/>
                <a:cs typeface="Apple SD Gothic Neo"/>
              </a:defRPr>
            </a:pPr>
            <a:r>
              <a:rPr sz="674" b="1" i="0" u="none" strike="noStrike" cap="none" spc="0">
                <a:solidFill>
                  <a:srgbClr val="B96928"/>
                </a:solidFill>
                <a:latin typeface="Apple SD Gothic Neo"/>
                <a:ea typeface="Apple SD Gothic Neo"/>
                <a:cs typeface="Apple SD Gothic Neo"/>
              </a:rPr>
              <a:t>1  경고</a:t>
            </a:r>
            <a:endParaRPr/>
          </a:p>
        </p:txBody>
      </p:sp>
      <p:sp>
        <p:nvSpPr>
          <p:cNvPr id="176" name="Google Shape;176;p5">
            <a:extLst xmlns:a="http://schemas.openxmlformats.org/drawingml/2006/main">
              <a:ext uri="{FF2B5EF4-FFF2-40B4-BE49-F238E27FC236}">
                <a16:creationId xmlns:a16="http://schemas.microsoft.com/office/drawing/2014/main" id="{4633271D-903A-472F-87DA-F8454EDCE376}"/>
              </a:ext>
            </a:extLst>
          </p:cNvPr>
          <p:cNvSpPr>
            <a:spLocks xmlns:a="http://schemas.openxmlformats.org/drawingml/2006/main" noGrp="1"/>
          </p:cNvSpPr>
          <p:nvPr/>
        </p:nvSpPr>
        <p:spPr>
          <a:xfrm xmlns:a="http://schemas.openxmlformats.org/drawingml/2006/main">
            <a:off x="9570110" y="3427629"/>
            <a:ext cx="437541" cy="145847"/>
          </a:xfrm>
          <a:prstGeom xmlns:a="http://schemas.openxmlformats.org/drawingml/2006/main" prst="roundRect">
            <a:avLst>
              <a:gd name="adj" fmla="val 17241"/>
            </a:avLst>
          </a:prstGeom>
          <a:solidFill xmlns:a="http://schemas.openxmlformats.org/drawingml/2006/main">
            <a:srgbClr val="F6E1CC"/>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177" name="Google Shape;177;p5">
            <a:extLst xmlns:a="http://schemas.openxmlformats.org/drawingml/2006/main">
              <a:ext uri="{FF2B5EF4-FFF2-40B4-BE49-F238E27FC236}">
                <a16:creationId xmlns:a16="http://schemas.microsoft.com/office/drawing/2014/main" id="{D1CB311B-701B-48AD-B429-14134FA7DBDE}"/>
              </a:ext>
            </a:extLst>
          </p:cNvPr>
          <p:cNvSpPr>
            <a:spLocks xmlns:a="http://schemas.openxmlformats.org/drawingml/2006/main" noGrp="1"/>
          </p:cNvSpPr>
          <p:nvPr/>
        </p:nvSpPr>
        <p:spPr>
          <a:xfrm xmlns:a="http://schemas.openxmlformats.org/drawingml/2006/main">
            <a:off x="9605315" y="3442716"/>
            <a:ext cx="372161" cy="1207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674"/>
              <a:buFont typeface="Arial"/>
              <a:buNone/>
              <a:defRPr>
                <a:latin typeface="Apple SD Gothic Neo"/>
                <a:ea typeface="Apple SD Gothic Neo"/>
                <a:cs typeface="Apple SD Gothic Neo"/>
              </a:defRPr>
            </a:pPr>
            <a:r>
              <a:rPr sz="674" b="1" i="0" u="none" strike="noStrike" cap="none" spc="0">
                <a:solidFill>
                  <a:srgbClr val="B96928"/>
                </a:solidFill>
                <a:latin typeface="Apple SD Gothic Neo"/>
                <a:ea typeface="Apple SD Gothic Neo"/>
                <a:cs typeface="Apple SD Gothic Neo"/>
              </a:rPr>
              <a:t>2  대피</a:t>
            </a:r>
            <a:endParaRPr/>
          </a:p>
        </p:txBody>
      </p:sp>
      <p:sp>
        <p:nvSpPr>
          <p:cNvPr id="178" name="Google Shape;178;p5">
            <a:extLst xmlns:a="http://schemas.openxmlformats.org/drawingml/2006/main">
              <a:ext uri="{FF2B5EF4-FFF2-40B4-BE49-F238E27FC236}">
                <a16:creationId xmlns:a16="http://schemas.microsoft.com/office/drawing/2014/main" id="{6BE4BE1C-B19B-4482-A322-4629245831BC}"/>
              </a:ext>
            </a:extLst>
          </p:cNvPr>
          <p:cNvSpPr>
            <a:spLocks xmlns:a="http://schemas.openxmlformats.org/drawingml/2006/main" noGrp="1"/>
          </p:cNvSpPr>
          <p:nvPr/>
        </p:nvSpPr>
        <p:spPr>
          <a:xfrm xmlns:a="http://schemas.openxmlformats.org/drawingml/2006/main">
            <a:off x="9570110" y="3618738"/>
            <a:ext cx="437541" cy="145847"/>
          </a:xfrm>
          <a:prstGeom xmlns:a="http://schemas.openxmlformats.org/drawingml/2006/main" prst="roundRect">
            <a:avLst>
              <a:gd name="adj" fmla="val 17241"/>
            </a:avLst>
          </a:prstGeom>
          <a:solidFill xmlns:a="http://schemas.openxmlformats.org/drawingml/2006/main">
            <a:srgbClr val="FBEDE8"/>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179" name="Google Shape;179;p5">
            <a:extLst xmlns:a="http://schemas.openxmlformats.org/drawingml/2006/main">
              <a:ext uri="{FF2B5EF4-FFF2-40B4-BE49-F238E27FC236}">
                <a16:creationId xmlns:a16="http://schemas.microsoft.com/office/drawing/2014/main" id="{7A4E7861-C2E1-4543-8968-A3A15C4A3D25}"/>
              </a:ext>
            </a:extLst>
          </p:cNvPr>
          <p:cNvSpPr>
            <a:spLocks xmlns:a="http://schemas.openxmlformats.org/drawingml/2006/main" noGrp="1"/>
          </p:cNvSpPr>
          <p:nvPr/>
        </p:nvSpPr>
        <p:spPr>
          <a:xfrm xmlns:a="http://schemas.openxmlformats.org/drawingml/2006/main">
            <a:off x="9605315" y="3633826"/>
            <a:ext cx="372161" cy="1207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674"/>
              <a:buFont typeface="Arial"/>
              <a:buNone/>
              <a:defRPr>
                <a:latin typeface="Apple SD Gothic Neo"/>
                <a:ea typeface="Apple SD Gothic Neo"/>
                <a:cs typeface="Apple SD Gothic Neo"/>
              </a:defRPr>
            </a:pPr>
            <a:r>
              <a:rPr sz="674" b="1" i="0" u="none" strike="noStrike" cap="none" spc="0">
                <a:solidFill>
                  <a:srgbClr val="BD463E"/>
                </a:solidFill>
                <a:latin typeface="Apple SD Gothic Neo"/>
                <a:ea typeface="Apple SD Gothic Neo"/>
                <a:cs typeface="Apple SD Gothic Neo"/>
              </a:rPr>
              <a:t>3  위급</a:t>
            </a:r>
            <a:endParaRPr/>
          </a:p>
        </p:txBody>
      </p:sp>
      <p:sp>
        <p:nvSpPr>
          <p:cNvPr id="180" name="Google Shape;180;p5">
            <a:extLst xmlns:a="http://schemas.openxmlformats.org/drawingml/2006/main">
              <a:ext uri="{FF2B5EF4-FFF2-40B4-BE49-F238E27FC236}">
                <a16:creationId xmlns:a16="http://schemas.microsoft.com/office/drawing/2014/main" id="{76198AF6-5146-40F6-A86A-E13FEC7427FB}"/>
              </a:ext>
            </a:extLst>
          </p:cNvPr>
          <p:cNvSpPr>
            <a:spLocks xmlns:a="http://schemas.openxmlformats.org/drawingml/2006/main" noGrp="1"/>
          </p:cNvSpPr>
          <p:nvPr/>
        </p:nvSpPr>
        <p:spPr>
          <a:xfrm xmlns:a="http://schemas.openxmlformats.org/drawingml/2006/main">
            <a:off x="9710928" y="3875227"/>
            <a:ext cx="160934" cy="20117"/>
          </a:xfrm>
          <a:prstGeom xmlns:a="http://schemas.openxmlformats.org/drawingml/2006/main" prst="roundRect">
            <a:avLst>
              <a:gd name="adj" fmla="val 50000"/>
            </a:avLst>
          </a:prstGeom>
          <a:solidFill xmlns:a="http://schemas.openxmlformats.org/drawingml/2006/main">
            <a:srgbClr val="CCD3D8"/>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181" name="Google Shape;181;p5">
            <a:extLst xmlns:a="http://schemas.openxmlformats.org/drawingml/2006/main">
              <a:ext uri="{FF2B5EF4-FFF2-40B4-BE49-F238E27FC236}">
                <a16:creationId xmlns:a16="http://schemas.microsoft.com/office/drawing/2014/main" id="{CF7782AD-1868-4BD7-954B-ECF9506D56E3}"/>
              </a:ext>
            </a:extLst>
          </p:cNvPr>
          <p:cNvSpPr>
            <a:spLocks xmlns:a="http://schemas.openxmlformats.org/drawingml/2006/main" noGrp="1"/>
          </p:cNvSpPr>
          <p:nvPr/>
        </p:nvSpPr>
        <p:spPr>
          <a:xfrm xmlns:a="http://schemas.openxmlformats.org/drawingml/2006/main">
            <a:off x="10218420" y="3230880"/>
            <a:ext cx="1348740" cy="2514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560"/>
              <a:buFont typeface="Arial"/>
              <a:buNone/>
              <a:defRPr>
                <a:latin typeface="Apple SD Gothic Neo"/>
                <a:ea typeface="Apple SD Gothic Neo"/>
                <a:cs typeface="Apple SD Gothic Neo"/>
              </a:defRPr>
            </a:pPr>
            <a:r>
              <a:rPr sz="1560" b="1" i="0" u="none" strike="noStrike" cap="none" spc="0">
                <a:solidFill>
                  <a:srgbClr val="BD463E"/>
                </a:solidFill>
                <a:latin typeface="Apple SD Gothic Neo"/>
                <a:ea typeface="Apple SD Gothic Neo"/>
                <a:cs typeface="Apple SD Gothic Neo"/>
              </a:rPr>
              <a:t>개인 안내</a:t>
            </a:r>
            <a:endParaRPr/>
          </a:p>
        </p:txBody>
      </p:sp>
      <p:sp>
        <p:nvSpPr>
          <p:cNvPr id="182" name="Google Shape;182;p5">
            <a:extLst xmlns:a="http://schemas.openxmlformats.org/drawingml/2006/main">
              <a:ext uri="{FF2B5EF4-FFF2-40B4-BE49-F238E27FC236}">
                <a16:creationId xmlns:a16="http://schemas.microsoft.com/office/drawing/2014/main" id="{CB0D1808-B598-4900-8E57-46BDE5BF4784}"/>
              </a:ext>
            </a:extLst>
          </p:cNvPr>
          <p:cNvSpPr>
            <a:spLocks xmlns:a="http://schemas.openxmlformats.org/drawingml/2006/main" noGrp="1"/>
          </p:cNvSpPr>
          <p:nvPr/>
        </p:nvSpPr>
        <p:spPr>
          <a:xfrm xmlns:a="http://schemas.openxmlformats.org/drawingml/2006/main">
            <a:off x="10218420" y="3535680"/>
            <a:ext cx="1318260" cy="2362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65707C"/>
                </a:solidFill>
                <a:latin typeface="Apple SD Gothic Neo"/>
                <a:ea typeface="Apple SD Gothic Neo"/>
                <a:cs typeface="Apple SD Gothic Neo"/>
              </a:defRPr>
            </a:defPPr>
            <a:lvl1pPr>
              <a:defRPr>
                <a:solidFill>
                  <a:srgbClr val="65707C"/>
                </a:solidFill>
                <a:latin typeface="Apple SD Gothic Neo"/>
                <a:ea typeface="Apple SD Gothic Neo"/>
                <a:cs typeface="Apple SD Gothic Neo"/>
              </a:defRPr>
            </a:lvl1pPr>
            <a:lvl2pPr>
              <a:defRPr>
                <a:solidFill>
                  <a:srgbClr val="65707C"/>
                </a:solidFill>
                <a:latin typeface="Apple SD Gothic Neo"/>
                <a:ea typeface="Apple SD Gothic Neo"/>
                <a:cs typeface="Apple SD Gothic Neo"/>
              </a:defRPr>
            </a:lvl2pPr>
            <a:lvl3pPr>
              <a:defRPr>
                <a:solidFill>
                  <a:srgbClr val="65707C"/>
                </a:solidFill>
                <a:latin typeface="Apple SD Gothic Neo"/>
                <a:ea typeface="Apple SD Gothic Neo"/>
                <a:cs typeface="Apple SD Gothic Neo"/>
              </a:defRPr>
            </a:lvl3pPr>
            <a:lvl4pPr>
              <a:defRPr>
                <a:solidFill>
                  <a:srgbClr val="65707C"/>
                </a:solidFill>
                <a:latin typeface="Apple SD Gothic Neo"/>
                <a:ea typeface="Apple SD Gothic Neo"/>
                <a:cs typeface="Apple SD Gothic Neo"/>
              </a:defRPr>
            </a:lvl4pPr>
            <a:lvl5pPr>
              <a:defRPr>
                <a:solidFill>
                  <a:srgbClr val="65707C"/>
                </a:solidFill>
                <a:latin typeface="Apple SD Gothic Neo"/>
                <a:ea typeface="Apple SD Gothic Neo"/>
                <a:cs typeface="Apple SD Gothic Neo"/>
              </a:defRPr>
            </a:lvl5pPr>
            <a:lvl6pPr>
              <a:defRPr>
                <a:solidFill>
                  <a:srgbClr val="65707C"/>
                </a:solidFill>
                <a:latin typeface="Apple SD Gothic Neo"/>
                <a:ea typeface="Apple SD Gothic Neo"/>
                <a:cs typeface="Apple SD Gothic Neo"/>
              </a:defRPr>
            </a:lvl6pPr>
            <a:lvl7pPr>
              <a:defRPr>
                <a:solidFill>
                  <a:srgbClr val="65707C"/>
                </a:solidFill>
                <a:latin typeface="Apple SD Gothic Neo"/>
                <a:ea typeface="Apple SD Gothic Neo"/>
                <a:cs typeface="Apple SD Gothic Neo"/>
              </a:defRPr>
            </a:lvl7pPr>
            <a:lvl8pPr>
              <a:defRPr>
                <a:solidFill>
                  <a:srgbClr val="65707C"/>
                </a:solidFill>
                <a:latin typeface="Apple SD Gothic Neo"/>
                <a:ea typeface="Apple SD Gothic Neo"/>
                <a:cs typeface="Apple SD Gothic Neo"/>
              </a:defRPr>
            </a:lvl8pPr>
            <a:lvl9pPr>
              <a:defRPr>
                <a:solidFill>
                  <a:srgbClr val="65707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320"/>
              <a:buFont typeface="Arial"/>
              <a:buNone/>
              <a:defRPr>
                <a:solidFill>
                  <a:srgbClr val="65707C"/>
                </a:solidFill>
                <a:latin typeface="Apple SD Gothic Neo"/>
                <a:ea typeface="Apple SD Gothic Neo"/>
                <a:cs typeface="Apple SD Gothic Neo"/>
              </a:defRPr>
            </a:pPr>
            <a:r>
              <a:rPr sz="1320" b="0" i="0" u="none" strike="noStrike" cap="none" spc="0">
                <a:solidFill>
                  <a:srgbClr val="65707C"/>
                </a:solidFill>
                <a:latin typeface="Apple SD Gothic Neo"/>
                <a:ea typeface="Apple SD Gothic Neo"/>
                <a:cs typeface="Apple SD Gothic Neo"/>
              </a:rPr>
              <a:t>화면 업데이트</a:t>
            </a:r>
            <a:endParaRPr/>
          </a:p>
        </p:txBody>
      </p:sp>
      <p:sp>
        <p:nvSpPr>
          <p:cNvPr id="183" name="Google Shape;183;p5">
            <a:extLst xmlns:a="http://schemas.openxmlformats.org/drawingml/2006/main">
              <a:ext uri="{FF2B5EF4-FFF2-40B4-BE49-F238E27FC236}">
                <a16:creationId xmlns:a16="http://schemas.microsoft.com/office/drawing/2014/main" id="{03A9FE7A-41A0-4AB6-9F28-E769DA752EBC}"/>
              </a:ext>
            </a:extLst>
          </p:cNvPr>
          <p:cNvSpPr>
            <a:spLocks xmlns:a="http://schemas.openxmlformats.org/drawingml/2006/main" noGrp="1"/>
          </p:cNvSpPr>
          <p:nvPr/>
        </p:nvSpPr>
        <p:spPr>
          <a:xfrm xmlns:a="http://schemas.openxmlformats.org/drawingml/2006/main">
            <a:off x="548640" y="4892040"/>
            <a:ext cx="2484120" cy="2209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062F5B"/>
                </a:solidFill>
                <a:latin typeface="Apple SD Gothic Neo"/>
                <a:ea typeface="Apple SD Gothic Neo"/>
                <a:cs typeface="Apple SD Gothic Neo"/>
              </a:defRPr>
            </a:defPPr>
            <a:lvl1pPr>
              <a:defRPr>
                <a:solidFill>
                  <a:srgbClr val="062F5B"/>
                </a:solidFill>
                <a:latin typeface="Apple SD Gothic Neo"/>
                <a:ea typeface="Apple SD Gothic Neo"/>
                <a:cs typeface="Apple SD Gothic Neo"/>
              </a:defRPr>
            </a:lvl1pPr>
            <a:lvl2pPr>
              <a:defRPr>
                <a:solidFill>
                  <a:srgbClr val="062F5B"/>
                </a:solidFill>
                <a:latin typeface="Apple SD Gothic Neo"/>
                <a:ea typeface="Apple SD Gothic Neo"/>
                <a:cs typeface="Apple SD Gothic Neo"/>
              </a:defRPr>
            </a:lvl2pPr>
            <a:lvl3pPr>
              <a:defRPr>
                <a:solidFill>
                  <a:srgbClr val="062F5B"/>
                </a:solidFill>
                <a:latin typeface="Apple SD Gothic Neo"/>
                <a:ea typeface="Apple SD Gothic Neo"/>
                <a:cs typeface="Apple SD Gothic Neo"/>
              </a:defRPr>
            </a:lvl3pPr>
            <a:lvl4pPr>
              <a:defRPr>
                <a:solidFill>
                  <a:srgbClr val="062F5B"/>
                </a:solidFill>
                <a:latin typeface="Apple SD Gothic Neo"/>
                <a:ea typeface="Apple SD Gothic Neo"/>
                <a:cs typeface="Apple SD Gothic Neo"/>
              </a:defRPr>
            </a:lvl4pPr>
            <a:lvl5pPr>
              <a:defRPr>
                <a:solidFill>
                  <a:srgbClr val="062F5B"/>
                </a:solidFill>
                <a:latin typeface="Apple SD Gothic Neo"/>
                <a:ea typeface="Apple SD Gothic Neo"/>
                <a:cs typeface="Apple SD Gothic Neo"/>
              </a:defRPr>
            </a:lvl5pPr>
            <a:lvl6pPr>
              <a:defRPr>
                <a:solidFill>
                  <a:srgbClr val="062F5B"/>
                </a:solidFill>
                <a:latin typeface="Apple SD Gothic Neo"/>
                <a:ea typeface="Apple SD Gothic Neo"/>
                <a:cs typeface="Apple SD Gothic Neo"/>
              </a:defRPr>
            </a:lvl6pPr>
            <a:lvl7pPr>
              <a:defRPr>
                <a:solidFill>
                  <a:srgbClr val="062F5B"/>
                </a:solidFill>
                <a:latin typeface="Apple SD Gothic Neo"/>
                <a:ea typeface="Apple SD Gothic Neo"/>
                <a:cs typeface="Apple SD Gothic Neo"/>
              </a:defRPr>
            </a:lvl7pPr>
            <a:lvl8pPr>
              <a:defRPr>
                <a:solidFill>
                  <a:srgbClr val="062F5B"/>
                </a:solidFill>
                <a:latin typeface="Apple SD Gothic Neo"/>
                <a:ea typeface="Apple SD Gothic Neo"/>
                <a:cs typeface="Apple SD Gothic Neo"/>
              </a:defRPr>
            </a:lvl8pPr>
            <a:lvl9pPr>
              <a:defRPr>
                <a:solidFill>
                  <a:srgbClr val="062F5B"/>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140"/>
              <a:buFont typeface="Arial"/>
              <a:buNone/>
              <a:defRPr>
                <a:solidFill>
                  <a:srgbClr val="062F5B"/>
                </a:solidFill>
                <a:latin typeface="Apple SD Gothic Neo"/>
                <a:ea typeface="Apple SD Gothic Neo"/>
                <a:cs typeface="Apple SD Gothic Neo"/>
              </a:defRPr>
            </a:pPr>
            <a:r>
              <a:rPr sz="1140" b="0" i="0" u="none" strike="noStrike" cap="none" spc="0">
                <a:solidFill>
                  <a:srgbClr val="062F5B"/>
                </a:solidFill>
                <a:latin typeface="Apple SD Gothic Neo"/>
                <a:ea typeface="Apple SD Gothic Neo"/>
                <a:cs typeface="Apple SD Gothic Neo"/>
              </a:rPr>
              <a:t>K8s 자동 수집은 보류</a:t>
            </a:r>
            <a:endParaRPr/>
          </a:p>
        </p:txBody>
      </p:sp>
      <p:sp>
        <p:nvSpPr>
          <p:cNvPr id="184" name="Google Shape;184;p5">
            <a:extLst xmlns:a="http://schemas.openxmlformats.org/drawingml/2006/main">
              <a:ext uri="{FF2B5EF4-FFF2-40B4-BE49-F238E27FC236}">
                <a16:creationId xmlns:a16="http://schemas.microsoft.com/office/drawing/2014/main" id="{36F70376-809F-43D8-A2AA-E6906F2F71D7}"/>
              </a:ext>
            </a:extLst>
          </p:cNvPr>
          <p:cNvSpPr>
            <a:spLocks xmlns:a="http://schemas.openxmlformats.org/drawingml/2006/main" noGrp="1"/>
          </p:cNvSpPr>
          <p:nvPr/>
        </p:nvSpPr>
        <p:spPr>
          <a:xfrm xmlns:a="http://schemas.openxmlformats.org/drawingml/2006/main">
            <a:off x="3459480" y="4892040"/>
            <a:ext cx="2636520" cy="2209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245B80"/>
                </a:solidFill>
                <a:latin typeface="Apple SD Gothic Neo"/>
                <a:ea typeface="Apple SD Gothic Neo"/>
                <a:cs typeface="Apple SD Gothic Neo"/>
              </a:defRPr>
            </a:defPPr>
            <a:lvl1pPr>
              <a:defRPr>
                <a:solidFill>
                  <a:srgbClr val="245B80"/>
                </a:solidFill>
                <a:latin typeface="Apple SD Gothic Neo"/>
                <a:ea typeface="Apple SD Gothic Neo"/>
                <a:cs typeface="Apple SD Gothic Neo"/>
              </a:defRPr>
            </a:lvl1pPr>
            <a:lvl2pPr>
              <a:defRPr>
                <a:solidFill>
                  <a:srgbClr val="245B80"/>
                </a:solidFill>
                <a:latin typeface="Apple SD Gothic Neo"/>
                <a:ea typeface="Apple SD Gothic Neo"/>
                <a:cs typeface="Apple SD Gothic Neo"/>
              </a:defRPr>
            </a:lvl2pPr>
            <a:lvl3pPr>
              <a:defRPr>
                <a:solidFill>
                  <a:srgbClr val="245B80"/>
                </a:solidFill>
                <a:latin typeface="Apple SD Gothic Neo"/>
                <a:ea typeface="Apple SD Gothic Neo"/>
                <a:cs typeface="Apple SD Gothic Neo"/>
              </a:defRPr>
            </a:lvl3pPr>
            <a:lvl4pPr>
              <a:defRPr>
                <a:solidFill>
                  <a:srgbClr val="245B80"/>
                </a:solidFill>
                <a:latin typeface="Apple SD Gothic Neo"/>
                <a:ea typeface="Apple SD Gothic Neo"/>
                <a:cs typeface="Apple SD Gothic Neo"/>
              </a:defRPr>
            </a:lvl4pPr>
            <a:lvl5pPr>
              <a:defRPr>
                <a:solidFill>
                  <a:srgbClr val="245B80"/>
                </a:solidFill>
                <a:latin typeface="Apple SD Gothic Neo"/>
                <a:ea typeface="Apple SD Gothic Neo"/>
                <a:cs typeface="Apple SD Gothic Neo"/>
              </a:defRPr>
            </a:lvl5pPr>
            <a:lvl6pPr>
              <a:defRPr>
                <a:solidFill>
                  <a:srgbClr val="245B80"/>
                </a:solidFill>
                <a:latin typeface="Apple SD Gothic Neo"/>
                <a:ea typeface="Apple SD Gothic Neo"/>
                <a:cs typeface="Apple SD Gothic Neo"/>
              </a:defRPr>
            </a:lvl6pPr>
            <a:lvl7pPr>
              <a:defRPr>
                <a:solidFill>
                  <a:srgbClr val="245B80"/>
                </a:solidFill>
                <a:latin typeface="Apple SD Gothic Neo"/>
                <a:ea typeface="Apple SD Gothic Neo"/>
                <a:cs typeface="Apple SD Gothic Neo"/>
              </a:defRPr>
            </a:lvl7pPr>
            <a:lvl8pPr>
              <a:defRPr>
                <a:solidFill>
                  <a:srgbClr val="245B80"/>
                </a:solidFill>
                <a:latin typeface="Apple SD Gothic Neo"/>
                <a:ea typeface="Apple SD Gothic Neo"/>
                <a:cs typeface="Apple SD Gothic Neo"/>
              </a:defRPr>
            </a:lvl8pPr>
            <a:lvl9pPr>
              <a:defRPr>
                <a:solidFill>
                  <a:srgbClr val="245B80"/>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140"/>
              <a:buFont typeface="Arial"/>
              <a:buNone/>
              <a:defRPr>
                <a:solidFill>
                  <a:srgbClr val="245B80"/>
                </a:solidFill>
                <a:latin typeface="Apple SD Gothic Neo"/>
                <a:ea typeface="Apple SD Gothic Neo"/>
                <a:cs typeface="Apple SD Gothic Neo"/>
              </a:defRPr>
            </a:pPr>
            <a:r>
              <a:rPr sz="1140" b="0" i="0" u="none" strike="noStrike" cap="none" spc="0">
                <a:solidFill>
                  <a:srgbClr val="245B80"/>
                </a:solidFill>
                <a:latin typeface="Apple SD Gothic Neo"/>
                <a:ea typeface="Apple SD Gothic Neo"/>
                <a:cs typeface="Apple SD Gothic Neo"/>
              </a:rPr>
              <a:t>AI 지연 시에도 정책 평가는 지속</a:t>
            </a:r>
            <a:endParaRPr/>
          </a:p>
        </p:txBody>
      </p:sp>
      <p:sp>
        <p:nvSpPr>
          <p:cNvPr id="185" name="Google Shape;185;p5">
            <a:extLst xmlns:a="http://schemas.openxmlformats.org/drawingml/2006/main">
              <a:ext uri="{FF2B5EF4-FFF2-40B4-BE49-F238E27FC236}">
                <a16:creationId xmlns:a16="http://schemas.microsoft.com/office/drawing/2014/main" id="{55098786-C9DC-41C8-B6F9-C947D28E2AF4}"/>
              </a:ext>
            </a:extLst>
          </p:cNvPr>
          <p:cNvSpPr>
            <a:spLocks xmlns:a="http://schemas.openxmlformats.org/drawingml/2006/main" noGrp="1"/>
          </p:cNvSpPr>
          <p:nvPr/>
        </p:nvSpPr>
        <p:spPr>
          <a:xfrm xmlns:a="http://schemas.openxmlformats.org/drawingml/2006/main">
            <a:off x="9281160" y="4892040"/>
            <a:ext cx="2362200" cy="2209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140"/>
              <a:buFont typeface="Arial"/>
              <a:buNone/>
              <a:defRPr>
                <a:latin typeface="Apple SD Gothic Neo"/>
                <a:ea typeface="Apple SD Gothic Neo"/>
                <a:cs typeface="Apple SD Gothic Neo"/>
              </a:defRPr>
            </a:pPr>
            <a:r>
              <a:rPr sz="1140" b="0" i="0" u="none" strike="noStrike" cap="none" spc="0">
                <a:solidFill>
                  <a:srgbClr val="BD463E"/>
                </a:solidFill>
                <a:latin typeface="Apple SD Gothic Neo"/>
                <a:ea typeface="Apple SD Gothic Neo"/>
                <a:cs typeface="Apple SD Gothic Neo"/>
              </a:rPr>
              <a:t>앱 연동·단말 검증 진행 중</a:t>
            </a:r>
            <a:endParaRPr/>
          </a:p>
        </p:txBody>
      </p:sp>
      <p:sp>
        <p:nvSpPr>
          <p:cNvPr id="186" name="Google Shape;186;p5">
            <a:extLst xmlns:a="http://schemas.openxmlformats.org/drawingml/2006/main">
              <a:ext uri="{FF2B5EF4-FFF2-40B4-BE49-F238E27FC236}">
                <a16:creationId xmlns:a16="http://schemas.microsoft.com/office/drawing/2014/main" id="{EE88F52B-F5F3-48A4-ACE3-0B0DC0069F66}"/>
              </a:ext>
            </a:extLst>
          </p:cNvPr>
          <p:cNvSpPr>
            <a:spLocks xmlns:a="http://schemas.openxmlformats.org/drawingml/2006/main" noGrp="1"/>
          </p:cNvSpPr>
          <p:nvPr/>
        </p:nvSpPr>
        <p:spPr>
          <a:xfrm xmlns:a="http://schemas.openxmlformats.org/drawingml/2006/main">
            <a:off x="548640" y="5257800"/>
            <a:ext cx="11094720" cy="975360"/>
          </a:xfrm>
          <a:prstGeom xmlns:a="http://schemas.openxmlformats.org/drawingml/2006/main" prst="roundRect">
            <a:avLst>
              <a:gd name="adj" fmla="val 14063"/>
            </a:avLst>
          </a:prstGeom>
          <a:solidFill xmlns:a="http://schemas.openxmlformats.org/drawingml/2006/main">
            <a:srgbClr val="FFFFFF"/>
          </a:solidFill>
          <a:ln xmlns:a="http://schemas.openxmlformats.org/drawingml/2006/main" w="11430">
            <a:solidFill>
              <a:srgbClr val="CCD3D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187" name="Google Shape;187;p5">
            <a:extLst xmlns:a="http://schemas.openxmlformats.org/drawingml/2006/main">
              <a:ext uri="{FF2B5EF4-FFF2-40B4-BE49-F238E27FC236}">
                <a16:creationId xmlns:a16="http://schemas.microsoft.com/office/drawing/2014/main" id="{0DE05437-DEC9-49FC-9A83-EDEC791D0BAB}"/>
              </a:ext>
            </a:extLst>
          </p:cNvPr>
          <p:cNvSpPr>
            <a:spLocks xmlns:a="http://schemas.openxmlformats.org/drawingml/2006/main" noGrp="1"/>
          </p:cNvSpPr>
          <p:nvPr/>
        </p:nvSpPr>
        <p:spPr>
          <a:xfrm xmlns:a="http://schemas.openxmlformats.org/drawingml/2006/main">
            <a:off x="731520" y="5402580"/>
            <a:ext cx="1181100" cy="259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65707C"/>
                </a:solidFill>
                <a:latin typeface="Apple SD Gothic Neo"/>
                <a:ea typeface="Apple SD Gothic Neo"/>
                <a:cs typeface="Apple SD Gothic Neo"/>
              </a:defRPr>
            </a:defPPr>
            <a:lvl1pPr>
              <a:defRPr>
                <a:solidFill>
                  <a:srgbClr val="65707C"/>
                </a:solidFill>
                <a:latin typeface="Apple SD Gothic Neo"/>
                <a:ea typeface="Apple SD Gothic Neo"/>
                <a:cs typeface="Apple SD Gothic Neo"/>
              </a:defRPr>
            </a:lvl1pPr>
            <a:lvl2pPr>
              <a:defRPr>
                <a:solidFill>
                  <a:srgbClr val="65707C"/>
                </a:solidFill>
                <a:latin typeface="Apple SD Gothic Neo"/>
                <a:ea typeface="Apple SD Gothic Neo"/>
                <a:cs typeface="Apple SD Gothic Neo"/>
              </a:defRPr>
            </a:lvl2pPr>
            <a:lvl3pPr>
              <a:defRPr>
                <a:solidFill>
                  <a:srgbClr val="65707C"/>
                </a:solidFill>
                <a:latin typeface="Apple SD Gothic Neo"/>
                <a:ea typeface="Apple SD Gothic Neo"/>
                <a:cs typeface="Apple SD Gothic Neo"/>
              </a:defRPr>
            </a:lvl3pPr>
            <a:lvl4pPr>
              <a:defRPr>
                <a:solidFill>
                  <a:srgbClr val="65707C"/>
                </a:solidFill>
                <a:latin typeface="Apple SD Gothic Neo"/>
                <a:ea typeface="Apple SD Gothic Neo"/>
                <a:cs typeface="Apple SD Gothic Neo"/>
              </a:defRPr>
            </a:lvl4pPr>
            <a:lvl5pPr>
              <a:defRPr>
                <a:solidFill>
                  <a:srgbClr val="65707C"/>
                </a:solidFill>
                <a:latin typeface="Apple SD Gothic Neo"/>
                <a:ea typeface="Apple SD Gothic Neo"/>
                <a:cs typeface="Apple SD Gothic Neo"/>
              </a:defRPr>
            </a:lvl5pPr>
            <a:lvl6pPr>
              <a:defRPr>
                <a:solidFill>
                  <a:srgbClr val="65707C"/>
                </a:solidFill>
                <a:latin typeface="Apple SD Gothic Neo"/>
                <a:ea typeface="Apple SD Gothic Neo"/>
                <a:cs typeface="Apple SD Gothic Neo"/>
              </a:defRPr>
            </a:lvl6pPr>
            <a:lvl7pPr>
              <a:defRPr>
                <a:solidFill>
                  <a:srgbClr val="65707C"/>
                </a:solidFill>
                <a:latin typeface="Apple SD Gothic Neo"/>
                <a:ea typeface="Apple SD Gothic Neo"/>
                <a:cs typeface="Apple SD Gothic Neo"/>
              </a:defRPr>
            </a:lvl7pPr>
            <a:lvl8pPr>
              <a:defRPr>
                <a:solidFill>
                  <a:srgbClr val="65707C"/>
                </a:solidFill>
                <a:latin typeface="Apple SD Gothic Neo"/>
                <a:ea typeface="Apple SD Gothic Neo"/>
                <a:cs typeface="Apple SD Gothic Neo"/>
              </a:defRPr>
            </a:lvl8pPr>
            <a:lvl9pPr>
              <a:defRPr>
                <a:solidFill>
                  <a:srgbClr val="65707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380"/>
              <a:buFont typeface="Arial"/>
              <a:buNone/>
              <a:defRPr>
                <a:solidFill>
                  <a:srgbClr val="65707C"/>
                </a:solidFill>
                <a:latin typeface="Apple SD Gothic Neo"/>
                <a:ea typeface="Apple SD Gothic Neo"/>
                <a:cs typeface="Apple SD Gothic Neo"/>
              </a:defRPr>
            </a:pPr>
            <a:r>
              <a:rPr sz="1380" b="1" i="0" u="none" strike="noStrike" cap="none" spc="0">
                <a:solidFill>
                  <a:srgbClr val="65707C"/>
                </a:solidFill>
                <a:latin typeface="Apple SD Gothic Neo"/>
                <a:ea typeface="Apple SD Gothic Neo"/>
                <a:cs typeface="Apple SD Gothic Neo"/>
              </a:rPr>
              <a:t>실행 위치</a:t>
            </a:r>
            <a:endParaRPr/>
          </a:p>
        </p:txBody>
      </p:sp>
      <p:sp>
        <p:nvSpPr>
          <p:cNvPr id="188" name="Google Shape;188;p5">
            <a:extLst xmlns:a="http://schemas.openxmlformats.org/drawingml/2006/main">
              <a:ext uri="{FF2B5EF4-FFF2-40B4-BE49-F238E27FC236}">
                <a16:creationId xmlns:a16="http://schemas.microsoft.com/office/drawing/2014/main" id="{D303488C-CFE5-49C2-99E4-84EFDA3144C9}"/>
              </a:ext>
            </a:extLst>
          </p:cNvPr>
          <p:cNvSpPr>
            <a:spLocks xmlns:a="http://schemas.openxmlformats.org/drawingml/2006/main" noGrp="1"/>
          </p:cNvSpPr>
          <p:nvPr/>
        </p:nvSpPr>
        <p:spPr>
          <a:xfrm xmlns:a="http://schemas.openxmlformats.org/drawingml/2006/main">
            <a:off x="2148840" y="5394960"/>
            <a:ext cx="32004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062F5B"/>
                </a:solidFill>
                <a:latin typeface="Apple SD Gothic Neo"/>
                <a:ea typeface="Apple SD Gothic Neo"/>
                <a:cs typeface="Apple SD Gothic Neo"/>
              </a:defRPr>
            </a:defPPr>
            <a:lvl1pPr>
              <a:defRPr>
                <a:solidFill>
                  <a:srgbClr val="062F5B"/>
                </a:solidFill>
                <a:latin typeface="Apple SD Gothic Neo"/>
                <a:ea typeface="Apple SD Gothic Neo"/>
                <a:cs typeface="Apple SD Gothic Neo"/>
              </a:defRPr>
            </a:lvl1pPr>
            <a:lvl2pPr>
              <a:defRPr>
                <a:solidFill>
                  <a:srgbClr val="062F5B"/>
                </a:solidFill>
                <a:latin typeface="Apple SD Gothic Neo"/>
                <a:ea typeface="Apple SD Gothic Neo"/>
                <a:cs typeface="Apple SD Gothic Neo"/>
              </a:defRPr>
            </a:lvl2pPr>
            <a:lvl3pPr>
              <a:defRPr>
                <a:solidFill>
                  <a:srgbClr val="062F5B"/>
                </a:solidFill>
                <a:latin typeface="Apple SD Gothic Neo"/>
                <a:ea typeface="Apple SD Gothic Neo"/>
                <a:cs typeface="Apple SD Gothic Neo"/>
              </a:defRPr>
            </a:lvl3pPr>
            <a:lvl4pPr>
              <a:defRPr>
                <a:solidFill>
                  <a:srgbClr val="062F5B"/>
                </a:solidFill>
                <a:latin typeface="Apple SD Gothic Neo"/>
                <a:ea typeface="Apple SD Gothic Neo"/>
                <a:cs typeface="Apple SD Gothic Neo"/>
              </a:defRPr>
            </a:lvl4pPr>
            <a:lvl5pPr>
              <a:defRPr>
                <a:solidFill>
                  <a:srgbClr val="062F5B"/>
                </a:solidFill>
                <a:latin typeface="Apple SD Gothic Neo"/>
                <a:ea typeface="Apple SD Gothic Neo"/>
                <a:cs typeface="Apple SD Gothic Neo"/>
              </a:defRPr>
            </a:lvl5pPr>
            <a:lvl6pPr>
              <a:defRPr>
                <a:solidFill>
                  <a:srgbClr val="062F5B"/>
                </a:solidFill>
                <a:latin typeface="Apple SD Gothic Neo"/>
                <a:ea typeface="Apple SD Gothic Neo"/>
                <a:cs typeface="Apple SD Gothic Neo"/>
              </a:defRPr>
            </a:lvl6pPr>
            <a:lvl7pPr>
              <a:defRPr>
                <a:solidFill>
                  <a:srgbClr val="062F5B"/>
                </a:solidFill>
                <a:latin typeface="Apple SD Gothic Neo"/>
                <a:ea typeface="Apple SD Gothic Neo"/>
                <a:cs typeface="Apple SD Gothic Neo"/>
              </a:defRPr>
            </a:lvl7pPr>
            <a:lvl8pPr>
              <a:defRPr>
                <a:solidFill>
                  <a:srgbClr val="062F5B"/>
                </a:solidFill>
                <a:latin typeface="Apple SD Gothic Neo"/>
                <a:ea typeface="Apple SD Gothic Neo"/>
                <a:cs typeface="Apple SD Gothic Neo"/>
              </a:defRPr>
            </a:lvl8pPr>
            <a:lvl9pPr>
              <a:defRPr>
                <a:solidFill>
                  <a:srgbClr val="062F5B"/>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500"/>
              <a:buFont typeface="Arial"/>
              <a:buNone/>
              <a:defRPr>
                <a:solidFill>
                  <a:srgbClr val="062F5B"/>
                </a:solidFill>
                <a:latin typeface="Apple SD Gothic Neo"/>
                <a:ea typeface="Apple SD Gothic Neo"/>
                <a:cs typeface="Apple SD Gothic Neo"/>
              </a:defRPr>
            </a:pPr>
            <a:r>
              <a:rPr sz="1500" b="1" i="0" u="none" strike="noStrike" cap="none" spc="0">
                <a:solidFill>
                  <a:srgbClr val="062F5B"/>
                </a:solidFill>
                <a:latin typeface="Apple SD Gothic Neo"/>
                <a:ea typeface="Apple SD Gothic Neo"/>
                <a:cs typeface="Apple SD Gothic Neo"/>
              </a:rPr>
              <a:t>일반 서버</a:t>
            </a:r>
            <a:endParaRPr/>
          </a:p>
        </p:txBody>
      </p:sp>
      <p:sp>
        <p:nvSpPr>
          <p:cNvPr id="189" name="Google Shape;189;p5">
            <a:extLst xmlns:a="http://schemas.openxmlformats.org/drawingml/2006/main">
              <a:ext uri="{FF2B5EF4-FFF2-40B4-BE49-F238E27FC236}">
                <a16:creationId xmlns:a16="http://schemas.microsoft.com/office/drawing/2014/main" id="{36C52A97-FF31-470B-8199-1FFB6C5BC9D9}"/>
              </a:ext>
            </a:extLst>
          </p:cNvPr>
          <p:cNvSpPr>
            <a:spLocks xmlns:a="http://schemas.openxmlformats.org/drawingml/2006/main" noGrp="1"/>
          </p:cNvSpPr>
          <p:nvPr/>
        </p:nvSpPr>
        <p:spPr>
          <a:xfrm xmlns:a="http://schemas.openxmlformats.org/drawingml/2006/main">
            <a:off x="2148840" y="5715000"/>
            <a:ext cx="333756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65707C"/>
                </a:solidFill>
                <a:latin typeface="Apple SD Gothic Neo"/>
                <a:ea typeface="Apple SD Gothic Neo"/>
                <a:cs typeface="Apple SD Gothic Neo"/>
              </a:defRPr>
            </a:defPPr>
            <a:lvl1pPr>
              <a:defRPr>
                <a:solidFill>
                  <a:srgbClr val="65707C"/>
                </a:solidFill>
                <a:latin typeface="Apple SD Gothic Neo"/>
                <a:ea typeface="Apple SD Gothic Neo"/>
                <a:cs typeface="Apple SD Gothic Neo"/>
              </a:defRPr>
            </a:lvl1pPr>
            <a:lvl2pPr>
              <a:defRPr>
                <a:solidFill>
                  <a:srgbClr val="65707C"/>
                </a:solidFill>
                <a:latin typeface="Apple SD Gothic Neo"/>
                <a:ea typeface="Apple SD Gothic Neo"/>
                <a:cs typeface="Apple SD Gothic Neo"/>
              </a:defRPr>
            </a:lvl2pPr>
            <a:lvl3pPr>
              <a:defRPr>
                <a:solidFill>
                  <a:srgbClr val="65707C"/>
                </a:solidFill>
                <a:latin typeface="Apple SD Gothic Neo"/>
                <a:ea typeface="Apple SD Gothic Neo"/>
                <a:cs typeface="Apple SD Gothic Neo"/>
              </a:defRPr>
            </a:lvl3pPr>
            <a:lvl4pPr>
              <a:defRPr>
                <a:solidFill>
                  <a:srgbClr val="65707C"/>
                </a:solidFill>
                <a:latin typeface="Apple SD Gothic Neo"/>
                <a:ea typeface="Apple SD Gothic Neo"/>
                <a:cs typeface="Apple SD Gothic Neo"/>
              </a:defRPr>
            </a:lvl4pPr>
            <a:lvl5pPr>
              <a:defRPr>
                <a:solidFill>
                  <a:srgbClr val="65707C"/>
                </a:solidFill>
                <a:latin typeface="Apple SD Gothic Neo"/>
                <a:ea typeface="Apple SD Gothic Neo"/>
                <a:cs typeface="Apple SD Gothic Neo"/>
              </a:defRPr>
            </a:lvl5pPr>
            <a:lvl6pPr>
              <a:defRPr>
                <a:solidFill>
                  <a:srgbClr val="65707C"/>
                </a:solidFill>
                <a:latin typeface="Apple SD Gothic Neo"/>
                <a:ea typeface="Apple SD Gothic Neo"/>
                <a:cs typeface="Apple SD Gothic Neo"/>
              </a:defRPr>
            </a:lvl6pPr>
            <a:lvl7pPr>
              <a:defRPr>
                <a:solidFill>
                  <a:srgbClr val="65707C"/>
                </a:solidFill>
                <a:latin typeface="Apple SD Gothic Neo"/>
                <a:ea typeface="Apple SD Gothic Neo"/>
                <a:cs typeface="Apple SD Gothic Neo"/>
              </a:defRPr>
            </a:lvl7pPr>
            <a:lvl8pPr>
              <a:defRPr>
                <a:solidFill>
                  <a:srgbClr val="65707C"/>
                </a:solidFill>
                <a:latin typeface="Apple SD Gothic Neo"/>
                <a:ea typeface="Apple SD Gothic Neo"/>
                <a:cs typeface="Apple SD Gothic Neo"/>
              </a:defRPr>
            </a:lvl8pPr>
            <a:lvl9pPr>
              <a:defRPr>
                <a:solidFill>
                  <a:srgbClr val="65707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320"/>
              <a:buFont typeface="Arial"/>
              <a:buNone/>
              <a:defRPr>
                <a:solidFill>
                  <a:srgbClr val="65707C"/>
                </a:solidFill>
                <a:latin typeface="Apple SD Gothic Neo"/>
                <a:ea typeface="Apple SD Gothic Neo"/>
                <a:cs typeface="Apple SD Gothic Neo"/>
              </a:defRPr>
            </a:pPr>
            <a:r>
              <a:rPr sz="1320" b="0" i="0" u="none" strike="noStrike" cap="none" spc="0">
                <a:solidFill>
                  <a:srgbClr val="65707C"/>
                </a:solidFill>
                <a:latin typeface="Apple SD Gothic Neo"/>
                <a:ea typeface="Apple SD Gothic Neo"/>
                <a:cs typeface="Apple SD Gothic Neo"/>
              </a:rPr>
              <a:t>수신 API · 처리 큐 · DB · 대응 규칙</a:t>
            </a:r>
            <a:endParaRPr/>
          </a:p>
        </p:txBody>
      </p:sp>
      <p:sp>
        <p:nvSpPr>
          <p:cNvPr id="190" name="Google Shape;190;p5">
            <a:extLst xmlns:a="http://schemas.openxmlformats.org/drawingml/2006/main">
              <a:ext uri="{FF2B5EF4-FFF2-40B4-BE49-F238E27FC236}">
                <a16:creationId xmlns:a16="http://schemas.microsoft.com/office/drawing/2014/main" id="{793D2093-A96C-44B9-8BB1-E8DC722860F1}"/>
              </a:ext>
            </a:extLst>
          </p:cNvPr>
          <p:cNvSpPr>
            <a:spLocks xmlns:a="http://schemas.openxmlformats.org/drawingml/2006/main" noGrp="1"/>
          </p:cNvSpPr>
          <p:nvPr/>
        </p:nvSpPr>
        <p:spPr>
          <a:xfrm xmlns:a="http://schemas.openxmlformats.org/drawingml/2006/main">
            <a:off x="6050280" y="5394960"/>
            <a:ext cx="24384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245B80"/>
                </a:solidFill>
                <a:latin typeface="Apple SD Gothic Neo"/>
                <a:ea typeface="Apple SD Gothic Neo"/>
                <a:cs typeface="Apple SD Gothic Neo"/>
              </a:defRPr>
            </a:defPPr>
            <a:lvl1pPr>
              <a:defRPr>
                <a:solidFill>
                  <a:srgbClr val="245B80"/>
                </a:solidFill>
                <a:latin typeface="Apple SD Gothic Neo"/>
                <a:ea typeface="Apple SD Gothic Neo"/>
                <a:cs typeface="Apple SD Gothic Neo"/>
              </a:defRPr>
            </a:lvl1pPr>
            <a:lvl2pPr>
              <a:defRPr>
                <a:solidFill>
                  <a:srgbClr val="245B80"/>
                </a:solidFill>
                <a:latin typeface="Apple SD Gothic Neo"/>
                <a:ea typeface="Apple SD Gothic Neo"/>
                <a:cs typeface="Apple SD Gothic Neo"/>
              </a:defRPr>
            </a:lvl2pPr>
            <a:lvl3pPr>
              <a:defRPr>
                <a:solidFill>
                  <a:srgbClr val="245B80"/>
                </a:solidFill>
                <a:latin typeface="Apple SD Gothic Neo"/>
                <a:ea typeface="Apple SD Gothic Neo"/>
                <a:cs typeface="Apple SD Gothic Neo"/>
              </a:defRPr>
            </a:lvl3pPr>
            <a:lvl4pPr>
              <a:defRPr>
                <a:solidFill>
                  <a:srgbClr val="245B80"/>
                </a:solidFill>
                <a:latin typeface="Apple SD Gothic Neo"/>
                <a:ea typeface="Apple SD Gothic Neo"/>
                <a:cs typeface="Apple SD Gothic Neo"/>
              </a:defRPr>
            </a:lvl4pPr>
            <a:lvl5pPr>
              <a:defRPr>
                <a:solidFill>
                  <a:srgbClr val="245B80"/>
                </a:solidFill>
                <a:latin typeface="Apple SD Gothic Neo"/>
                <a:ea typeface="Apple SD Gothic Neo"/>
                <a:cs typeface="Apple SD Gothic Neo"/>
              </a:defRPr>
            </a:lvl5pPr>
            <a:lvl6pPr>
              <a:defRPr>
                <a:solidFill>
                  <a:srgbClr val="245B80"/>
                </a:solidFill>
                <a:latin typeface="Apple SD Gothic Neo"/>
                <a:ea typeface="Apple SD Gothic Neo"/>
                <a:cs typeface="Apple SD Gothic Neo"/>
              </a:defRPr>
            </a:lvl6pPr>
            <a:lvl7pPr>
              <a:defRPr>
                <a:solidFill>
                  <a:srgbClr val="245B80"/>
                </a:solidFill>
                <a:latin typeface="Apple SD Gothic Neo"/>
                <a:ea typeface="Apple SD Gothic Neo"/>
                <a:cs typeface="Apple SD Gothic Neo"/>
              </a:defRPr>
            </a:lvl7pPr>
            <a:lvl8pPr>
              <a:defRPr>
                <a:solidFill>
                  <a:srgbClr val="245B80"/>
                </a:solidFill>
                <a:latin typeface="Apple SD Gothic Neo"/>
                <a:ea typeface="Apple SD Gothic Neo"/>
                <a:cs typeface="Apple SD Gothic Neo"/>
              </a:defRPr>
            </a:lvl8pPr>
            <a:lvl9pPr>
              <a:defRPr>
                <a:solidFill>
                  <a:srgbClr val="245B80"/>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500"/>
              <a:buFont typeface="Arial"/>
              <a:buNone/>
              <a:defRPr>
                <a:solidFill>
                  <a:srgbClr val="245B80"/>
                </a:solidFill>
                <a:latin typeface="Apple SD Gothic Neo"/>
                <a:ea typeface="Apple SD Gothic Neo"/>
                <a:cs typeface="Apple SD Gothic Neo"/>
              </a:defRPr>
            </a:pPr>
            <a:r>
              <a:rPr sz="1500" b="1" i="0" u="none" strike="noStrike" cap="none" spc="0">
                <a:solidFill>
                  <a:srgbClr val="245B80"/>
                </a:solidFill>
                <a:latin typeface="Apple SD Gothic Neo"/>
                <a:ea typeface="Apple SD Gothic Neo"/>
                <a:cs typeface="Apple SD Gothic Neo"/>
              </a:rPr>
              <a:t>GPU 서버</a:t>
            </a:r>
            <a:endParaRPr/>
          </a:p>
        </p:txBody>
      </p:sp>
      <p:sp>
        <p:nvSpPr>
          <p:cNvPr id="191" name="Google Shape;191;p5">
            <a:extLst xmlns:a="http://schemas.openxmlformats.org/drawingml/2006/main">
              <a:ext uri="{FF2B5EF4-FFF2-40B4-BE49-F238E27FC236}">
                <a16:creationId xmlns:a16="http://schemas.microsoft.com/office/drawing/2014/main" id="{FBA5CACE-9827-4BB8-98CD-7D7F3D79CB7E}"/>
              </a:ext>
            </a:extLst>
          </p:cNvPr>
          <p:cNvSpPr>
            <a:spLocks xmlns:a="http://schemas.openxmlformats.org/drawingml/2006/main" noGrp="1"/>
          </p:cNvSpPr>
          <p:nvPr/>
        </p:nvSpPr>
        <p:spPr>
          <a:xfrm xmlns:a="http://schemas.openxmlformats.org/drawingml/2006/main">
            <a:off x="6050280" y="5715000"/>
            <a:ext cx="26289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65707C"/>
                </a:solidFill>
                <a:latin typeface="Apple SD Gothic Neo"/>
                <a:ea typeface="Apple SD Gothic Neo"/>
                <a:cs typeface="Apple SD Gothic Neo"/>
              </a:defRPr>
            </a:defPPr>
            <a:lvl1pPr>
              <a:defRPr>
                <a:solidFill>
                  <a:srgbClr val="65707C"/>
                </a:solidFill>
                <a:latin typeface="Apple SD Gothic Neo"/>
                <a:ea typeface="Apple SD Gothic Neo"/>
                <a:cs typeface="Apple SD Gothic Neo"/>
              </a:defRPr>
            </a:lvl1pPr>
            <a:lvl2pPr>
              <a:defRPr>
                <a:solidFill>
                  <a:srgbClr val="65707C"/>
                </a:solidFill>
                <a:latin typeface="Apple SD Gothic Neo"/>
                <a:ea typeface="Apple SD Gothic Neo"/>
                <a:cs typeface="Apple SD Gothic Neo"/>
              </a:defRPr>
            </a:lvl2pPr>
            <a:lvl3pPr>
              <a:defRPr>
                <a:solidFill>
                  <a:srgbClr val="65707C"/>
                </a:solidFill>
                <a:latin typeface="Apple SD Gothic Neo"/>
                <a:ea typeface="Apple SD Gothic Neo"/>
                <a:cs typeface="Apple SD Gothic Neo"/>
              </a:defRPr>
            </a:lvl3pPr>
            <a:lvl4pPr>
              <a:defRPr>
                <a:solidFill>
                  <a:srgbClr val="65707C"/>
                </a:solidFill>
                <a:latin typeface="Apple SD Gothic Neo"/>
                <a:ea typeface="Apple SD Gothic Neo"/>
                <a:cs typeface="Apple SD Gothic Neo"/>
              </a:defRPr>
            </a:lvl4pPr>
            <a:lvl5pPr>
              <a:defRPr>
                <a:solidFill>
                  <a:srgbClr val="65707C"/>
                </a:solidFill>
                <a:latin typeface="Apple SD Gothic Neo"/>
                <a:ea typeface="Apple SD Gothic Neo"/>
                <a:cs typeface="Apple SD Gothic Neo"/>
              </a:defRPr>
            </a:lvl5pPr>
            <a:lvl6pPr>
              <a:defRPr>
                <a:solidFill>
                  <a:srgbClr val="65707C"/>
                </a:solidFill>
                <a:latin typeface="Apple SD Gothic Neo"/>
                <a:ea typeface="Apple SD Gothic Neo"/>
                <a:cs typeface="Apple SD Gothic Neo"/>
              </a:defRPr>
            </a:lvl6pPr>
            <a:lvl7pPr>
              <a:defRPr>
                <a:solidFill>
                  <a:srgbClr val="65707C"/>
                </a:solidFill>
                <a:latin typeface="Apple SD Gothic Neo"/>
                <a:ea typeface="Apple SD Gothic Neo"/>
                <a:cs typeface="Apple SD Gothic Neo"/>
              </a:defRPr>
            </a:lvl7pPr>
            <a:lvl8pPr>
              <a:defRPr>
                <a:solidFill>
                  <a:srgbClr val="65707C"/>
                </a:solidFill>
                <a:latin typeface="Apple SD Gothic Neo"/>
                <a:ea typeface="Apple SD Gothic Neo"/>
                <a:cs typeface="Apple SD Gothic Neo"/>
              </a:defRPr>
            </a:lvl8pPr>
            <a:lvl9pPr>
              <a:defRPr>
                <a:solidFill>
                  <a:srgbClr val="65707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320"/>
              <a:buFont typeface="Arial"/>
              <a:buNone/>
              <a:defRPr>
                <a:solidFill>
                  <a:srgbClr val="65707C"/>
                </a:solidFill>
                <a:latin typeface="Apple SD Gothic Neo"/>
                <a:ea typeface="Apple SD Gothic Neo"/>
                <a:cs typeface="Apple SD Gothic Neo"/>
              </a:defRPr>
            </a:pPr>
            <a:r>
              <a:rPr sz="1320" b="0" i="0" u="none" strike="noStrike" cap="none" spc="0">
                <a:solidFill>
                  <a:srgbClr val="65707C"/>
                </a:solidFill>
                <a:latin typeface="Apple SD Gothic Neo"/>
                <a:ea typeface="Apple SD Gothic Neo"/>
                <a:cs typeface="Apple SD Gothic Neo"/>
              </a:rPr>
              <a:t>임베딩과 Qwen 자료 정리</a:t>
            </a:r>
            <a:endParaRPr/>
          </a:p>
        </p:txBody>
      </p:sp>
      <p:sp>
        <p:nvSpPr>
          <p:cNvPr id="192" name="Google Shape;192;p5">
            <a:extLst xmlns:a="http://schemas.openxmlformats.org/drawingml/2006/main">
              <a:ext uri="{FF2B5EF4-FFF2-40B4-BE49-F238E27FC236}">
                <a16:creationId xmlns:a16="http://schemas.microsoft.com/office/drawing/2014/main" id="{6DC48A76-AE02-4F9F-8959-82D3883BD620}"/>
              </a:ext>
            </a:extLst>
          </p:cNvPr>
          <p:cNvSpPr>
            <a:spLocks xmlns:a="http://schemas.openxmlformats.org/drawingml/2006/main" noGrp="1"/>
          </p:cNvSpPr>
          <p:nvPr/>
        </p:nvSpPr>
        <p:spPr>
          <a:xfrm xmlns:a="http://schemas.openxmlformats.org/drawingml/2006/main">
            <a:off x="9105900" y="5394960"/>
            <a:ext cx="208788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500"/>
              <a:buFont typeface="Arial"/>
              <a:buNone/>
              <a:defRPr>
                <a:latin typeface="Apple SD Gothic Neo"/>
                <a:ea typeface="Apple SD Gothic Neo"/>
                <a:cs typeface="Apple SD Gothic Neo"/>
              </a:defRPr>
            </a:pPr>
            <a:r>
              <a:rPr sz="1500" b="1" i="0" u="none" strike="noStrike" cap="none" spc="0">
                <a:solidFill>
                  <a:srgbClr val="B96928"/>
                </a:solidFill>
                <a:latin typeface="Apple SD Gothic Neo"/>
                <a:ea typeface="Apple SD Gothic Neo"/>
                <a:cs typeface="Apple SD Gothic Neo"/>
              </a:rPr>
              <a:t>모바일 앱</a:t>
            </a:r>
            <a:endParaRPr/>
          </a:p>
        </p:txBody>
      </p:sp>
      <p:sp>
        <p:nvSpPr>
          <p:cNvPr id="193" name="Google Shape;193;p5">
            <a:extLst xmlns:a="http://schemas.openxmlformats.org/drawingml/2006/main">
              <a:ext uri="{FF2B5EF4-FFF2-40B4-BE49-F238E27FC236}">
                <a16:creationId xmlns:a16="http://schemas.microsoft.com/office/drawing/2014/main" id="{02D7A182-E689-4827-976C-BA366703F58B}"/>
              </a:ext>
            </a:extLst>
          </p:cNvPr>
          <p:cNvSpPr>
            <a:spLocks xmlns:a="http://schemas.openxmlformats.org/drawingml/2006/main" noGrp="1"/>
          </p:cNvSpPr>
          <p:nvPr/>
        </p:nvSpPr>
        <p:spPr>
          <a:xfrm xmlns:a="http://schemas.openxmlformats.org/drawingml/2006/main">
            <a:off x="9105900" y="5715000"/>
            <a:ext cx="21336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65707C"/>
                </a:solidFill>
                <a:latin typeface="Apple SD Gothic Neo"/>
                <a:ea typeface="Apple SD Gothic Neo"/>
                <a:cs typeface="Apple SD Gothic Neo"/>
              </a:defRPr>
            </a:defPPr>
            <a:lvl1pPr>
              <a:defRPr>
                <a:solidFill>
                  <a:srgbClr val="65707C"/>
                </a:solidFill>
                <a:latin typeface="Apple SD Gothic Neo"/>
                <a:ea typeface="Apple SD Gothic Neo"/>
                <a:cs typeface="Apple SD Gothic Neo"/>
              </a:defRPr>
            </a:lvl1pPr>
            <a:lvl2pPr>
              <a:defRPr>
                <a:solidFill>
                  <a:srgbClr val="65707C"/>
                </a:solidFill>
                <a:latin typeface="Apple SD Gothic Neo"/>
                <a:ea typeface="Apple SD Gothic Neo"/>
                <a:cs typeface="Apple SD Gothic Neo"/>
              </a:defRPr>
            </a:lvl2pPr>
            <a:lvl3pPr>
              <a:defRPr>
                <a:solidFill>
                  <a:srgbClr val="65707C"/>
                </a:solidFill>
                <a:latin typeface="Apple SD Gothic Neo"/>
                <a:ea typeface="Apple SD Gothic Neo"/>
                <a:cs typeface="Apple SD Gothic Neo"/>
              </a:defRPr>
            </a:lvl3pPr>
            <a:lvl4pPr>
              <a:defRPr>
                <a:solidFill>
                  <a:srgbClr val="65707C"/>
                </a:solidFill>
                <a:latin typeface="Apple SD Gothic Neo"/>
                <a:ea typeface="Apple SD Gothic Neo"/>
                <a:cs typeface="Apple SD Gothic Neo"/>
              </a:defRPr>
            </a:lvl4pPr>
            <a:lvl5pPr>
              <a:defRPr>
                <a:solidFill>
                  <a:srgbClr val="65707C"/>
                </a:solidFill>
                <a:latin typeface="Apple SD Gothic Neo"/>
                <a:ea typeface="Apple SD Gothic Neo"/>
                <a:cs typeface="Apple SD Gothic Neo"/>
              </a:defRPr>
            </a:lvl5pPr>
            <a:lvl6pPr>
              <a:defRPr>
                <a:solidFill>
                  <a:srgbClr val="65707C"/>
                </a:solidFill>
                <a:latin typeface="Apple SD Gothic Neo"/>
                <a:ea typeface="Apple SD Gothic Neo"/>
                <a:cs typeface="Apple SD Gothic Neo"/>
              </a:defRPr>
            </a:lvl6pPr>
            <a:lvl7pPr>
              <a:defRPr>
                <a:solidFill>
                  <a:srgbClr val="65707C"/>
                </a:solidFill>
                <a:latin typeface="Apple SD Gothic Neo"/>
                <a:ea typeface="Apple SD Gothic Neo"/>
                <a:cs typeface="Apple SD Gothic Neo"/>
              </a:defRPr>
            </a:lvl7pPr>
            <a:lvl8pPr>
              <a:defRPr>
                <a:solidFill>
                  <a:srgbClr val="65707C"/>
                </a:solidFill>
                <a:latin typeface="Apple SD Gothic Neo"/>
                <a:ea typeface="Apple SD Gothic Neo"/>
                <a:cs typeface="Apple SD Gothic Neo"/>
              </a:defRPr>
            </a:lvl8pPr>
            <a:lvl9pPr>
              <a:defRPr>
                <a:solidFill>
                  <a:srgbClr val="65707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320"/>
              <a:buFont typeface="Arial"/>
              <a:buNone/>
              <a:defRPr>
                <a:solidFill>
                  <a:srgbClr val="65707C"/>
                </a:solidFill>
                <a:latin typeface="Apple SD Gothic Neo"/>
                <a:ea typeface="Apple SD Gothic Neo"/>
                <a:cs typeface="Apple SD Gothic Neo"/>
              </a:defRPr>
            </a:pPr>
            <a:r>
              <a:rPr sz="1320" b="0" i="0" u="none" strike="noStrike" cap="none" spc="0">
                <a:solidFill>
                  <a:srgbClr val="65707C"/>
                </a:solidFill>
                <a:latin typeface="Apple SD Gothic Neo"/>
                <a:ea typeface="Apple SD Gothic Neo"/>
                <a:cs typeface="Apple SD Gothic Neo"/>
              </a:rPr>
              <a:t>화면 표시 · 기기 음성 읽기</a:t>
            </a:r>
            <a:endParaRPr/>
          </a:p>
        </p:txBody>
      </p:sp>
      <p:sp>
        <p:nvSpPr>
          <p:cNvPr id="194" name="Google Shape;194;p5">
            <a:extLst xmlns:a="http://schemas.openxmlformats.org/drawingml/2006/main">
              <a:ext uri="{FF2B5EF4-FFF2-40B4-BE49-F238E27FC236}">
                <a16:creationId xmlns:a16="http://schemas.microsoft.com/office/drawing/2014/main" id="{C4DBA9D0-3603-4035-A43C-C4D79E378F3F}"/>
              </a:ext>
            </a:extLst>
          </p:cNvPr>
          <p:cNvSpPr>
            <a:spLocks xmlns:a="http://schemas.openxmlformats.org/drawingml/2006/main" noGrp="1"/>
          </p:cNvSpPr>
          <p:nvPr/>
        </p:nvSpPr>
        <p:spPr>
          <a:xfrm xmlns:a="http://schemas.openxmlformats.org/drawingml/2006/main">
            <a:off x="5753100" y="5425440"/>
            <a:ext cx="7620" cy="563880"/>
          </a:xfrm>
          <a:custGeom xmlns:a="http://schemas.openxmlformats.org/drawingml/2006/main">
            <a:rect l="l" t="t" r="r" b="b"/>
            <a:pathLst>
              <a:path w="9525" h="704850">
                <a:moveTo>
                  <a:pt x="0" y="0"/>
                </a:moveTo>
                <a:lnTo>
                  <a:pt x="0" y="704850"/>
                </a:lnTo>
              </a:path>
            </a:pathLst>
          </a:custGeom>
          <a:noFill xmlns:a="http://schemas.openxmlformats.org/drawingml/2006/main"/>
          <a:ln xmlns:a="http://schemas.openxmlformats.org/drawingml/2006/main" w="11430">
            <a:solidFill>
              <a:srgbClr val="CCD3D8"/>
            </a:solidFill>
            <a:prstDash val="solid"/>
            <a:headEnd type="none" w="sm" len="sm"/>
            <a:tailEnd type="none" w="sm" len="sm"/>
          </a:ln>
        </p:spPr>
      </p:sp>
      <p:sp>
        <p:nvSpPr>
          <p:cNvPr id="195" name="Google Shape;195;p5">
            <a:extLst xmlns:a="http://schemas.openxmlformats.org/drawingml/2006/main">
              <a:ext uri="{FF2B5EF4-FFF2-40B4-BE49-F238E27FC236}">
                <a16:creationId xmlns:a16="http://schemas.microsoft.com/office/drawing/2014/main" id="{3A432123-5AE3-463B-A50C-F7339ACF5ECA}"/>
              </a:ext>
            </a:extLst>
          </p:cNvPr>
          <p:cNvSpPr>
            <a:spLocks xmlns:a="http://schemas.openxmlformats.org/drawingml/2006/main" noGrp="1"/>
          </p:cNvSpPr>
          <p:nvPr/>
        </p:nvSpPr>
        <p:spPr>
          <a:xfrm xmlns:a="http://schemas.openxmlformats.org/drawingml/2006/main">
            <a:off x="8793480" y="5425440"/>
            <a:ext cx="7620" cy="563880"/>
          </a:xfrm>
          <a:custGeom xmlns:a="http://schemas.openxmlformats.org/drawingml/2006/main">
            <a:rect l="l" t="t" r="r" b="b"/>
            <a:pathLst>
              <a:path w="9525" h="704850">
                <a:moveTo>
                  <a:pt x="0" y="0"/>
                </a:moveTo>
                <a:lnTo>
                  <a:pt x="0" y="704850"/>
                </a:lnTo>
              </a:path>
            </a:pathLst>
          </a:custGeom>
          <a:noFill xmlns:a="http://schemas.openxmlformats.org/drawingml/2006/main"/>
          <a:ln xmlns:a="http://schemas.openxmlformats.org/drawingml/2006/main" w="11430">
            <a:solidFill>
              <a:srgbClr val="CCD3D8"/>
            </a:solidFill>
            <a:prstDash val="solid"/>
            <a:headEnd type="none" w="sm" len="sm"/>
            <a:tailEnd type="none" w="sm" len="sm"/>
          </a:ln>
        </p:spPr>
      </p:sp>
      <p:cxnSp>
        <p:nvCxnSpPr>
          <p:cNvPr id="196" name="Google Shape;196;p5">
            <a:extLst xmlns:a="http://schemas.openxmlformats.org/drawingml/2006/main">
              <a:ext uri="{FF2B5EF4-FFF2-40B4-BE49-F238E27FC236}">
                <a16:creationId xmlns:a16="http://schemas.microsoft.com/office/drawing/2014/main" id="{36129031-FB65-4249-B8C9-4A8A612352EE}"/>
              </a:ext>
            </a:extLst>
          </p:cNvPr>
          <p:cNvCxnSpPr/>
          <p:nvPr/>
        </p:nvCxnSpPr>
        <p:spPr>
          <a:xfrm xmlns:a="http://schemas.openxmlformats.org/drawingml/2006/main">
            <a:off x="8459890" y="1798320"/>
            <a:ext cx="495300" cy="0"/>
          </a:xfrm>
          <a:prstGeom xmlns:a="http://schemas.openxmlformats.org/drawingml/2006/main" prst="straightConnector1">
            <a:avLst/>
          </a:prstGeom>
          <a:ln xmlns:a="http://schemas.openxmlformats.org/drawingml/2006/main" w="25400" cap="flat">
            <a:solidFill>
              <a:srgbClr val="C00000"/>
            </a:solidFill>
            <a:prstDash val="solid"/>
            <a:round/>
            <a:headEnd type="none" w="sm" len="sm"/>
            <a:tailEnd type="triangle" w="med" len="med"/>
          </a:ln>
        </p:spPr>
      </p:cxnSp>
      <p:cxnSp>
        <p:nvCxnSpPr>
          <p:cNvPr id="197" name="Google Shape;197;p5">
            <a:extLst xmlns:a="http://schemas.openxmlformats.org/drawingml/2006/main">
              <a:ext uri="{FF2B5EF4-FFF2-40B4-BE49-F238E27FC236}">
                <a16:creationId xmlns:a16="http://schemas.microsoft.com/office/drawing/2014/main" id="{60D9D9A6-F463-4644-A470-7D55ADEFD63A}"/>
              </a:ext>
            </a:extLst>
          </p:cNvPr>
          <p:cNvCxnSpPr/>
          <p:nvPr/>
        </p:nvCxnSpPr>
        <p:spPr>
          <a:xfrm xmlns:a="http://schemas.openxmlformats.org/drawingml/2006/main">
            <a:off x="5645610" y="1798320"/>
            <a:ext cx="495300" cy="0"/>
          </a:xfrm>
          <a:prstGeom xmlns:a="http://schemas.openxmlformats.org/drawingml/2006/main" prst="straightConnector1">
            <a:avLst/>
          </a:prstGeom>
          <a:ln xmlns:a="http://schemas.openxmlformats.org/drawingml/2006/main" w="25400" cap="flat">
            <a:solidFill>
              <a:srgbClr val="C00000"/>
            </a:solidFill>
            <a:prstDash val="solid"/>
            <a:round/>
            <a:headEnd type="none" w="sm" len="sm"/>
            <a:tailEnd type="triangle" w="med" len="med"/>
          </a:ln>
        </p:spPr>
      </p:cxnSp>
      <p:cxnSp>
        <p:nvCxnSpPr>
          <p:cNvPr id="198" name="Google Shape;198;p5">
            <a:extLst xmlns:a="http://schemas.openxmlformats.org/drawingml/2006/main">
              <a:ext uri="{FF2B5EF4-FFF2-40B4-BE49-F238E27FC236}">
                <a16:creationId xmlns:a16="http://schemas.microsoft.com/office/drawing/2014/main" id="{08FAA695-2623-4EEE-9AD2-81E036682F7B}"/>
              </a:ext>
            </a:extLst>
          </p:cNvPr>
          <p:cNvCxnSpPr/>
          <p:nvPr/>
        </p:nvCxnSpPr>
        <p:spPr>
          <a:xfrm xmlns:a="http://schemas.openxmlformats.org/drawingml/2006/main">
            <a:off x="2831330" y="1798320"/>
            <a:ext cx="495300" cy="0"/>
          </a:xfrm>
          <a:prstGeom xmlns:a="http://schemas.openxmlformats.org/drawingml/2006/main" prst="straightConnector1">
            <a:avLst/>
          </a:prstGeom>
          <a:ln xmlns:a="http://schemas.openxmlformats.org/drawingml/2006/main" w="25400" cap="flat">
            <a:solidFill>
              <a:srgbClr val="C00000"/>
            </a:solidFill>
            <a:prstDash val="solid"/>
            <a:round/>
            <a:headEnd type="none" w="sm" len="sm"/>
            <a:tailEnd type="triangle" w="med" len="med"/>
          </a:ln>
        </p:spPr>
      </p:cxnSp>
      <p:cxnSp>
        <p:nvCxnSpPr>
          <p:cNvPr id="199" name="Google Shape;199;p5">
            <a:extLst xmlns:a="http://schemas.openxmlformats.org/drawingml/2006/main">
              <a:ext uri="{FF2B5EF4-FFF2-40B4-BE49-F238E27FC236}">
                <a16:creationId xmlns:a16="http://schemas.microsoft.com/office/drawing/2014/main" id="{C2657EB4-44FE-4021-A297-9513B131F0AA}"/>
              </a:ext>
            </a:extLst>
          </p:cNvPr>
          <p:cNvCxnSpPr/>
          <p:nvPr/>
        </p:nvCxnSpPr>
        <p:spPr>
          <a:xfrm xmlns:a="http://schemas.openxmlformats.org/drawingml/2006/main">
            <a:off x="3083756" y="3497580"/>
            <a:ext cx="202809" cy="0"/>
          </a:xfrm>
          <a:prstGeom xmlns:a="http://schemas.openxmlformats.org/drawingml/2006/main" prst="straightConnector1">
            <a:avLst/>
          </a:prstGeom>
          <a:ln xmlns:a="http://schemas.openxmlformats.org/drawingml/2006/main" w="19050" cap="flat">
            <a:solidFill>
              <a:srgbClr val="575757"/>
            </a:solidFill>
            <a:prstDash val="solid"/>
            <a:round/>
            <a:headEnd type="none" w="sm" len="sm"/>
            <a:tailEnd type="triangle" w="med" len="med"/>
          </a:ln>
        </p:spPr>
      </p:cxnSp>
      <p:cxnSp>
        <p:nvCxnSpPr>
          <p:cNvPr id="200" name="Google Shape;200;p5">
            <a:extLst xmlns:a="http://schemas.openxmlformats.org/drawingml/2006/main">
              <a:ext uri="{FF2B5EF4-FFF2-40B4-BE49-F238E27FC236}">
                <a16:creationId xmlns:a16="http://schemas.microsoft.com/office/drawing/2014/main" id="{872D1CC5-D8C6-412C-AF1F-63404B818371}"/>
              </a:ext>
            </a:extLst>
          </p:cNvPr>
          <p:cNvCxnSpPr/>
          <p:nvPr/>
        </p:nvCxnSpPr>
        <p:spPr>
          <a:xfrm xmlns:a="http://schemas.openxmlformats.org/drawingml/2006/main">
            <a:off x="5994597" y="3497580"/>
            <a:ext cx="202809" cy="0"/>
          </a:xfrm>
          <a:prstGeom xmlns:a="http://schemas.openxmlformats.org/drawingml/2006/main" prst="straightConnector1">
            <a:avLst/>
          </a:prstGeom>
          <a:ln xmlns:a="http://schemas.openxmlformats.org/drawingml/2006/main" w="19050" cap="flat">
            <a:solidFill>
              <a:srgbClr val="575757"/>
            </a:solidFill>
            <a:prstDash val="solid"/>
            <a:round/>
            <a:headEnd type="none" w="sm" len="sm"/>
            <a:tailEnd type="triangle" w="med" len="med"/>
          </a:ln>
        </p:spPr>
      </p:cxnSp>
      <p:cxnSp>
        <p:nvCxnSpPr>
          <p:cNvPr id="201" name="Google Shape;201;p5">
            <a:extLst xmlns:a="http://schemas.openxmlformats.org/drawingml/2006/main">
              <a:ext uri="{FF2B5EF4-FFF2-40B4-BE49-F238E27FC236}">
                <a16:creationId xmlns:a16="http://schemas.microsoft.com/office/drawing/2014/main" id="{146DA1B9-ECF2-46B9-9267-708394E106DB}"/>
              </a:ext>
            </a:extLst>
          </p:cNvPr>
          <p:cNvCxnSpPr/>
          <p:nvPr/>
        </p:nvCxnSpPr>
        <p:spPr>
          <a:xfrm xmlns:a="http://schemas.openxmlformats.org/drawingml/2006/main">
            <a:off x="8905438" y="3497580"/>
            <a:ext cx="202809" cy="0"/>
          </a:xfrm>
          <a:prstGeom xmlns:a="http://schemas.openxmlformats.org/drawingml/2006/main" prst="straightConnector1">
            <a:avLst/>
          </a:prstGeom>
          <a:ln xmlns:a="http://schemas.openxmlformats.org/drawingml/2006/main" w="19050" cap="flat">
            <a:solidFill>
              <a:srgbClr val="575757"/>
            </a:solidFill>
            <a:prstDash val="solid"/>
            <a:round/>
            <a:headEnd type="none" w="sm" len="sm"/>
            <a:tailEnd type="triangle" w="med" len="med"/>
          </a:ln>
        </p:spPr>
      </p:cxnSp>
    </p:spTree>
    <p:extLst>
      <p:ext uri="{BB962C8B-B14F-4D97-AF65-F5344CB8AC3E}">
        <p14:creationId xmlns:p14="http://schemas.microsoft.com/office/powerpoint/2010/main" val="1196724309"/>
      </p:ext>
    </p:extLst>
  </p:cSld>
</p:sld>
</file>

<file path=ppt/slides/slide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07" name="Google Shape;207;p7">
            <a:extLst xmlns:a="http://schemas.openxmlformats.org/drawingml/2006/main">
              <a:ext uri="{FF2B5EF4-FFF2-40B4-BE49-F238E27FC236}">
                <a16:creationId xmlns:a16="http://schemas.microsoft.com/office/drawing/2014/main" id="{C36F5AB6-CD7D-4E72-B2C3-E01CC52CA8C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6F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208" name="Google Shape;208;p7">
            <a:extLst xmlns:a="http://schemas.openxmlformats.org/drawingml/2006/main">
              <a:ext uri="{FF2B5EF4-FFF2-40B4-BE49-F238E27FC236}">
                <a16:creationId xmlns:a16="http://schemas.microsoft.com/office/drawing/2014/main" id="{ABAD1359-0D7C-4DD7-8E4C-AA63226C6A60}"/>
              </a:ext>
            </a:extLst>
          </p:cNvPr>
          <p:cNvSpPr>
            <a:spLocks xmlns:a="http://schemas.openxmlformats.org/drawingml/2006/main" noGrp="1"/>
          </p:cNvSpPr>
          <p:nvPr/>
        </p:nvSpPr>
        <p:spPr>
          <a:xfrm xmlns:a="http://schemas.openxmlformats.org/drawingml/2006/main">
            <a:off x="609600" y="457200"/>
            <a:ext cx="10972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defRPr sz="2700" b="1">
                <a:solidFill>
                  <a:srgbClr val="062F5B"/>
                </a:solidFill>
                <a:latin typeface="Apple SD Gothic Neo"/>
                <a:ea typeface="Apple SD Gothic Neo"/>
                <a:cs typeface="Apple SD Gothic Neo"/>
              </a:defRPr>
            </a:defPPr>
            <a:lvl1pPr>
              <a:defRPr sz="2700" b="1">
                <a:solidFill>
                  <a:srgbClr val="062F5B"/>
                </a:solidFill>
                <a:latin typeface="Apple SD Gothic Neo"/>
                <a:ea typeface="Apple SD Gothic Neo"/>
                <a:cs typeface="Apple SD Gothic Neo"/>
              </a:defRPr>
            </a:lvl1pPr>
            <a:lvl2pPr>
              <a:defRPr sz="2700" b="1">
                <a:solidFill>
                  <a:srgbClr val="062F5B"/>
                </a:solidFill>
                <a:latin typeface="Apple SD Gothic Neo"/>
                <a:ea typeface="Apple SD Gothic Neo"/>
                <a:cs typeface="Apple SD Gothic Neo"/>
              </a:defRPr>
            </a:lvl2pPr>
            <a:lvl3pPr>
              <a:defRPr sz="2700" b="1">
                <a:solidFill>
                  <a:srgbClr val="062F5B"/>
                </a:solidFill>
                <a:latin typeface="Apple SD Gothic Neo"/>
                <a:ea typeface="Apple SD Gothic Neo"/>
                <a:cs typeface="Apple SD Gothic Neo"/>
              </a:defRPr>
            </a:lvl3pPr>
            <a:lvl4pPr>
              <a:defRPr sz="2700" b="1">
                <a:solidFill>
                  <a:srgbClr val="062F5B"/>
                </a:solidFill>
                <a:latin typeface="Apple SD Gothic Neo"/>
                <a:ea typeface="Apple SD Gothic Neo"/>
                <a:cs typeface="Apple SD Gothic Neo"/>
              </a:defRPr>
            </a:lvl4pPr>
            <a:lvl5pPr>
              <a:defRPr sz="2700" b="1">
                <a:solidFill>
                  <a:srgbClr val="062F5B"/>
                </a:solidFill>
                <a:latin typeface="Apple SD Gothic Neo"/>
                <a:ea typeface="Apple SD Gothic Neo"/>
                <a:cs typeface="Apple SD Gothic Neo"/>
              </a:defRPr>
            </a:lvl5pPr>
            <a:lvl6pPr>
              <a:defRPr sz="2700" b="1">
                <a:solidFill>
                  <a:srgbClr val="062F5B"/>
                </a:solidFill>
                <a:latin typeface="Apple SD Gothic Neo"/>
                <a:ea typeface="Apple SD Gothic Neo"/>
                <a:cs typeface="Apple SD Gothic Neo"/>
              </a:defRPr>
            </a:lvl6pPr>
            <a:lvl7pPr>
              <a:defRPr sz="2700" b="1">
                <a:solidFill>
                  <a:srgbClr val="062F5B"/>
                </a:solidFill>
                <a:latin typeface="Apple SD Gothic Neo"/>
                <a:ea typeface="Apple SD Gothic Neo"/>
                <a:cs typeface="Apple SD Gothic Neo"/>
              </a:defRPr>
            </a:lvl7pPr>
            <a:lvl8pPr>
              <a:defRPr sz="2700" b="1">
                <a:solidFill>
                  <a:srgbClr val="062F5B"/>
                </a:solidFill>
                <a:latin typeface="Apple SD Gothic Neo"/>
                <a:ea typeface="Apple SD Gothic Neo"/>
                <a:cs typeface="Apple SD Gothic Neo"/>
              </a:defRPr>
            </a:lvl8pPr>
            <a:lvl9pPr>
              <a:defRPr sz="2700" b="1">
                <a:solidFill>
                  <a:srgbClr val="062F5B"/>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2880"/>
              <a:buFont typeface="Arial"/>
              <a:buNone/>
              <a:defRPr sz="2700" b="1">
                <a:solidFill>
                  <a:srgbClr val="062F5B"/>
                </a:solidFill>
                <a:latin typeface="Apple SD Gothic Neo"/>
                <a:ea typeface="Apple SD Gothic Neo"/>
                <a:cs typeface="Apple SD Gothic Neo"/>
              </a:defRPr>
            </a:pPr>
            <a:r>
              <a:rPr sz="2700" b="1" i="0" u="none" strike="noStrike" cap="none" spc="0">
                <a:solidFill>
                  <a:srgbClr val="062F5B"/>
                </a:solidFill>
                <a:latin typeface="Apple SD Gothic Neo"/>
                <a:ea typeface="Apple SD Gothic Neo"/>
                <a:cs typeface="Apple SD Gothic Neo"/>
              </a:rPr>
              <a:t>긴급 알림과 개인별 안내 갱신</a:t>
            </a:r>
            <a:endParaRPr/>
          </a:p>
        </p:txBody>
      </p:sp>
      <p:sp>
        <p:nvSpPr>
          <p:cNvPr id="209" name="Google Shape;209;p7">
            <a:extLst xmlns:a="http://schemas.openxmlformats.org/drawingml/2006/main">
              <a:ext uri="{FF2B5EF4-FFF2-40B4-BE49-F238E27FC236}">
                <a16:creationId xmlns:a16="http://schemas.microsoft.com/office/drawing/2014/main" id="{6261B83A-0477-41E9-BD6E-CE4E66EAD105}"/>
              </a:ext>
            </a:extLst>
          </p:cNvPr>
          <p:cNvSpPr>
            <a:spLocks xmlns:a="http://schemas.openxmlformats.org/drawingml/2006/main" noGrp="1"/>
          </p:cNvSpPr>
          <p:nvPr/>
        </p:nvSpPr>
        <p:spPr>
          <a:xfrm xmlns:a="http://schemas.openxmlformats.org/drawingml/2006/main">
            <a:off x="609600" y="1066800"/>
            <a:ext cx="109728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1425">
                <a:solidFill>
                  <a:srgbClr val="65707C"/>
                </a:solidFill>
                <a:latin typeface="Apple SD Gothic Neo"/>
                <a:ea typeface="Apple SD Gothic Neo"/>
                <a:cs typeface="Apple SD Gothic Neo"/>
              </a:defRPr>
            </a:defPPr>
            <a:lvl1pPr>
              <a:defRPr sz="1425">
                <a:solidFill>
                  <a:srgbClr val="65707C"/>
                </a:solidFill>
                <a:latin typeface="Apple SD Gothic Neo"/>
                <a:ea typeface="Apple SD Gothic Neo"/>
                <a:cs typeface="Apple SD Gothic Neo"/>
              </a:defRPr>
            </a:lvl1pPr>
            <a:lvl2pPr>
              <a:defRPr sz="1425">
                <a:solidFill>
                  <a:srgbClr val="65707C"/>
                </a:solidFill>
                <a:latin typeface="Apple SD Gothic Neo"/>
                <a:ea typeface="Apple SD Gothic Neo"/>
                <a:cs typeface="Apple SD Gothic Neo"/>
              </a:defRPr>
            </a:lvl2pPr>
            <a:lvl3pPr>
              <a:defRPr sz="1425">
                <a:solidFill>
                  <a:srgbClr val="65707C"/>
                </a:solidFill>
                <a:latin typeface="Apple SD Gothic Neo"/>
                <a:ea typeface="Apple SD Gothic Neo"/>
                <a:cs typeface="Apple SD Gothic Neo"/>
              </a:defRPr>
            </a:lvl3pPr>
            <a:lvl4pPr>
              <a:defRPr sz="1425">
                <a:solidFill>
                  <a:srgbClr val="65707C"/>
                </a:solidFill>
                <a:latin typeface="Apple SD Gothic Neo"/>
                <a:ea typeface="Apple SD Gothic Neo"/>
                <a:cs typeface="Apple SD Gothic Neo"/>
              </a:defRPr>
            </a:lvl4pPr>
            <a:lvl5pPr>
              <a:defRPr sz="1425">
                <a:solidFill>
                  <a:srgbClr val="65707C"/>
                </a:solidFill>
                <a:latin typeface="Apple SD Gothic Neo"/>
                <a:ea typeface="Apple SD Gothic Neo"/>
                <a:cs typeface="Apple SD Gothic Neo"/>
              </a:defRPr>
            </a:lvl5pPr>
            <a:lvl6pPr>
              <a:defRPr sz="1425">
                <a:solidFill>
                  <a:srgbClr val="65707C"/>
                </a:solidFill>
                <a:latin typeface="Apple SD Gothic Neo"/>
                <a:ea typeface="Apple SD Gothic Neo"/>
                <a:cs typeface="Apple SD Gothic Neo"/>
              </a:defRPr>
            </a:lvl6pPr>
            <a:lvl7pPr>
              <a:defRPr sz="1425">
                <a:solidFill>
                  <a:srgbClr val="65707C"/>
                </a:solidFill>
                <a:latin typeface="Apple SD Gothic Neo"/>
                <a:ea typeface="Apple SD Gothic Neo"/>
                <a:cs typeface="Apple SD Gothic Neo"/>
              </a:defRPr>
            </a:lvl7pPr>
            <a:lvl8pPr>
              <a:defRPr sz="1425">
                <a:solidFill>
                  <a:srgbClr val="65707C"/>
                </a:solidFill>
                <a:latin typeface="Apple SD Gothic Neo"/>
                <a:ea typeface="Apple SD Gothic Neo"/>
                <a:cs typeface="Apple SD Gothic Neo"/>
              </a:defRPr>
            </a:lvl8pPr>
            <a:lvl9pPr>
              <a:defRPr sz="1425">
                <a:solidFill>
                  <a:srgbClr val="65707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500"/>
              <a:buFont typeface="Arial"/>
              <a:buNone/>
              <a:defRPr sz="1425">
                <a:solidFill>
                  <a:srgbClr val="65707C"/>
                </a:solidFill>
                <a:latin typeface="Apple SD Gothic Neo"/>
                <a:ea typeface="Apple SD Gothic Neo"/>
                <a:cs typeface="Apple SD Gothic Neo"/>
              </a:defRPr>
            </a:pPr>
            <a:r>
              <a:rPr sz="1425" b="0" i="0" u="none" strike="noStrike" cap="none" spc="0">
                <a:solidFill>
                  <a:srgbClr val="65707C"/>
                </a:solidFill>
                <a:latin typeface="Apple SD Gothic Neo"/>
                <a:ea typeface="Apple SD Gothic Neo"/>
                <a:cs typeface="Apple SD Gothic Neo"/>
              </a:rPr>
              <a:t>공식 원문은 먼저 전달하고, 개인 안내는 변화가 생길 때마다 다시 평가합니다</a:t>
            </a:r>
            <a:endParaRPr/>
          </a:p>
        </p:txBody>
      </p:sp>
      <p:sp>
        <p:nvSpPr>
          <p:cNvPr id="210" name="Google Shape;210;p7">
            <a:extLst xmlns:a="http://schemas.openxmlformats.org/drawingml/2006/main">
              <a:ext uri="{FF2B5EF4-FFF2-40B4-BE49-F238E27FC236}">
                <a16:creationId xmlns:a16="http://schemas.microsoft.com/office/drawing/2014/main" id="{4C1BB16B-3238-46DA-8A90-0D5C4440263B}"/>
              </a:ext>
            </a:extLst>
          </p:cNvPr>
          <p:cNvSpPr>
            <a:spLocks xmlns:a="http://schemas.openxmlformats.org/drawingml/2006/main" noGrp="1"/>
          </p:cNvSpPr>
          <p:nvPr/>
        </p:nvSpPr>
        <p:spPr>
          <a:xfrm xmlns:a="http://schemas.openxmlformats.org/drawingml/2006/main">
            <a:off x="548640" y="1363980"/>
            <a:ext cx="419100" cy="38100"/>
          </a:xfrm>
          <a:prstGeom xmlns:a="http://schemas.openxmlformats.org/drawingml/2006/main" prst="rect">
            <a:avLst/>
          </a:prstGeom>
          <a:solidFill xmlns:a="http://schemas.openxmlformats.org/drawingml/2006/main">
            <a:srgbClr val="FFB515"/>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211" name="Google Shape;211;p7">
            <a:extLst xmlns:a="http://schemas.openxmlformats.org/drawingml/2006/main">
              <a:ext uri="{FF2B5EF4-FFF2-40B4-BE49-F238E27FC236}">
                <a16:creationId xmlns:a16="http://schemas.microsoft.com/office/drawing/2014/main" id="{89DB2CB2-87F5-4B9D-8226-665D8E10D049}"/>
              </a:ext>
            </a:extLst>
          </p:cNvPr>
          <p:cNvSpPr>
            <a:spLocks xmlns:a="http://schemas.openxmlformats.org/drawingml/2006/main" noGrp="1"/>
          </p:cNvSpPr>
          <p:nvPr/>
        </p:nvSpPr>
        <p:spPr>
          <a:xfrm xmlns:a="http://schemas.openxmlformats.org/drawingml/2006/main">
            <a:off x="548640" y="1577340"/>
            <a:ext cx="11094720" cy="1394460"/>
          </a:xfrm>
          <a:prstGeom xmlns:a="http://schemas.openxmlformats.org/drawingml/2006/main" prst="roundRect">
            <a:avLst>
              <a:gd name="adj" fmla="val 12022"/>
            </a:avLst>
          </a:prstGeom>
          <a:solidFill xmlns:a="http://schemas.openxmlformats.org/drawingml/2006/main">
            <a:srgbClr val="FBEDE8"/>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212" name="Google Shape;212;p7">
            <a:extLst xmlns:a="http://schemas.openxmlformats.org/drawingml/2006/main">
              <a:ext uri="{FF2B5EF4-FFF2-40B4-BE49-F238E27FC236}">
                <a16:creationId xmlns:a16="http://schemas.microsoft.com/office/drawing/2014/main" id="{B611F205-A298-44D9-8D2F-F7E3B47031AB}"/>
              </a:ext>
            </a:extLst>
          </p:cNvPr>
          <p:cNvSpPr>
            <a:spLocks xmlns:a="http://schemas.openxmlformats.org/drawingml/2006/main" noGrp="1"/>
          </p:cNvSpPr>
          <p:nvPr/>
        </p:nvSpPr>
        <p:spPr>
          <a:xfrm xmlns:a="http://schemas.openxmlformats.org/drawingml/2006/main">
            <a:off x="746760" y="1722120"/>
            <a:ext cx="60960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679"/>
              <a:buFont typeface="Arial"/>
              <a:buNone/>
              <a:defRPr>
                <a:latin typeface="Apple SD Gothic Neo"/>
                <a:ea typeface="Apple SD Gothic Neo"/>
                <a:cs typeface="Apple SD Gothic Neo"/>
              </a:defRPr>
            </a:pPr>
            <a:r>
              <a:rPr sz="1680" b="1" i="0" u="none" strike="noStrike" cap="none" spc="0">
                <a:solidFill>
                  <a:srgbClr val="BD463E"/>
                </a:solidFill>
                <a:latin typeface="Apple SD Gothic Neo"/>
                <a:ea typeface="Apple SD Gothic Neo"/>
                <a:cs typeface="Apple SD Gothic Neo"/>
              </a:rPr>
              <a:t>공식 경보 우선 처리</a:t>
            </a:r>
            <a:endParaRPr/>
          </a:p>
        </p:txBody>
      </p:sp>
      <p:sp>
        <p:nvSpPr>
          <p:cNvPr id="213" name="Google Shape;213;p7">
            <a:extLst xmlns:a="http://schemas.openxmlformats.org/drawingml/2006/main">
              <a:ext uri="{FF2B5EF4-FFF2-40B4-BE49-F238E27FC236}">
                <a16:creationId xmlns:a16="http://schemas.microsoft.com/office/drawing/2014/main" id="{01172EBD-3021-499D-9384-2400742DCAE2}"/>
              </a:ext>
            </a:extLst>
          </p:cNvPr>
          <p:cNvSpPr>
            <a:spLocks xmlns:a="http://schemas.openxmlformats.org/drawingml/2006/main" noGrp="1"/>
          </p:cNvSpPr>
          <p:nvPr/>
        </p:nvSpPr>
        <p:spPr>
          <a:xfrm xmlns:a="http://schemas.openxmlformats.org/drawingml/2006/main">
            <a:off x="8359140" y="1744980"/>
            <a:ext cx="3048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r">
              <a:lnSpc>
                <a:spcPct val="100000"/>
              </a:lnSpc>
              <a:spcBef>
                <a:spcPts val="0"/>
              </a:spcBef>
              <a:spcAft>
                <a:spcPts val="0"/>
              </a:spcAft>
              <a:buClr>
                <a:srgbClr val="000000"/>
              </a:buClr>
              <a:buSzPts val="1260"/>
              <a:buFont typeface="Arial"/>
              <a:buNone/>
              <a:defRPr>
                <a:latin typeface="Apple SD Gothic Neo"/>
                <a:ea typeface="Apple SD Gothic Neo"/>
                <a:cs typeface="Apple SD Gothic Neo"/>
              </a:defRPr>
            </a:pPr>
            <a:r>
              <a:rPr sz="1260" b="0" i="0" u="none" strike="noStrike" cap="none" spc="0">
                <a:solidFill>
                  <a:srgbClr val="BD463E"/>
                </a:solidFill>
                <a:latin typeface="Apple SD Gothic Neo"/>
                <a:ea typeface="Apple SD Gothic Neo"/>
                <a:cs typeface="Apple SD Gothic Neo"/>
              </a:rPr>
              <a:t>AI와 개인 정책 계산을 기다리지 않음</a:t>
            </a:r>
            <a:endParaRPr/>
          </a:p>
        </p:txBody>
      </p:sp>
      <p:sp>
        <p:nvSpPr>
          <p:cNvPr id="214" name="Google Shape;214;p7">
            <a:extLst xmlns:a="http://schemas.openxmlformats.org/drawingml/2006/main">
              <a:ext uri="{FF2B5EF4-FFF2-40B4-BE49-F238E27FC236}">
                <a16:creationId xmlns:a16="http://schemas.microsoft.com/office/drawing/2014/main" id="{CEDEE5F1-6512-4C57-868F-A4C15C14179E}"/>
              </a:ext>
            </a:extLst>
          </p:cNvPr>
          <p:cNvSpPr>
            <a:spLocks xmlns:a="http://schemas.openxmlformats.org/drawingml/2006/main" noGrp="1"/>
          </p:cNvSpPr>
          <p:nvPr/>
        </p:nvSpPr>
        <p:spPr>
          <a:xfrm xmlns:a="http://schemas.openxmlformats.org/drawingml/2006/main">
            <a:off x="784860" y="2232660"/>
            <a:ext cx="2133600" cy="2971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679"/>
              <a:buFont typeface="Arial"/>
              <a:buNone/>
              <a:defRPr>
                <a:solidFill>
                  <a:srgbClr val="20324C"/>
                </a:solidFill>
                <a:latin typeface="Apple SD Gothic Neo"/>
                <a:ea typeface="Apple SD Gothic Neo"/>
                <a:cs typeface="Apple SD Gothic Neo"/>
              </a:defRPr>
            </a:pPr>
            <a:r>
              <a:rPr sz="1680" b="1" i="0" u="none" strike="noStrike" cap="none" spc="0">
                <a:solidFill>
                  <a:srgbClr val="20324C"/>
                </a:solidFill>
                <a:latin typeface="Apple SD Gothic Neo"/>
                <a:ea typeface="Apple SD Gothic Neo"/>
                <a:cs typeface="Apple SD Gothic Neo"/>
              </a:rPr>
              <a:t>공식 경보 수신</a:t>
            </a:r>
            <a:endParaRPr sz="1680" b="1" i="0" u="none" strike="noStrike" cap="none" spc="0">
              <a:solidFill>
                <a:srgbClr val="172E2A"/>
              </a:solidFill>
              <a:latin typeface="Arial"/>
              <a:ea typeface="Arial"/>
              <a:cs typeface="Arial"/>
            </a:endParaRPr>
          </a:p>
        </p:txBody>
      </p:sp>
      <p:sp>
        <p:nvSpPr>
          <p:cNvPr id="215" name="Google Shape;215;p7">
            <a:extLst xmlns:a="http://schemas.openxmlformats.org/drawingml/2006/main">
              <a:ext uri="{FF2B5EF4-FFF2-40B4-BE49-F238E27FC236}">
                <a16:creationId xmlns:a16="http://schemas.microsoft.com/office/drawing/2014/main" id="{888E0431-3616-467B-8724-9B090F9BB8E6}"/>
              </a:ext>
            </a:extLst>
          </p:cNvPr>
          <p:cNvSpPr>
            <a:spLocks xmlns:a="http://schemas.openxmlformats.org/drawingml/2006/main" noGrp="1"/>
          </p:cNvSpPr>
          <p:nvPr/>
        </p:nvSpPr>
        <p:spPr>
          <a:xfrm xmlns:a="http://schemas.openxmlformats.org/drawingml/2006/main">
            <a:off x="784860" y="2590800"/>
            <a:ext cx="2148840" cy="2209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65707C"/>
                </a:solidFill>
                <a:latin typeface="Apple SD Gothic Neo"/>
                <a:ea typeface="Apple SD Gothic Neo"/>
                <a:cs typeface="Apple SD Gothic Neo"/>
              </a:defRPr>
            </a:defPPr>
            <a:lvl1pPr>
              <a:defRPr>
                <a:solidFill>
                  <a:srgbClr val="65707C"/>
                </a:solidFill>
                <a:latin typeface="Apple SD Gothic Neo"/>
                <a:ea typeface="Apple SD Gothic Neo"/>
                <a:cs typeface="Apple SD Gothic Neo"/>
              </a:defRPr>
            </a:lvl1pPr>
            <a:lvl2pPr>
              <a:defRPr>
                <a:solidFill>
                  <a:srgbClr val="65707C"/>
                </a:solidFill>
                <a:latin typeface="Apple SD Gothic Neo"/>
                <a:ea typeface="Apple SD Gothic Neo"/>
                <a:cs typeface="Apple SD Gothic Neo"/>
              </a:defRPr>
            </a:lvl2pPr>
            <a:lvl3pPr>
              <a:defRPr>
                <a:solidFill>
                  <a:srgbClr val="65707C"/>
                </a:solidFill>
                <a:latin typeface="Apple SD Gothic Neo"/>
                <a:ea typeface="Apple SD Gothic Neo"/>
                <a:cs typeface="Apple SD Gothic Neo"/>
              </a:defRPr>
            </a:lvl3pPr>
            <a:lvl4pPr>
              <a:defRPr>
                <a:solidFill>
                  <a:srgbClr val="65707C"/>
                </a:solidFill>
                <a:latin typeface="Apple SD Gothic Neo"/>
                <a:ea typeface="Apple SD Gothic Neo"/>
                <a:cs typeface="Apple SD Gothic Neo"/>
              </a:defRPr>
            </a:lvl4pPr>
            <a:lvl5pPr>
              <a:defRPr>
                <a:solidFill>
                  <a:srgbClr val="65707C"/>
                </a:solidFill>
                <a:latin typeface="Apple SD Gothic Neo"/>
                <a:ea typeface="Apple SD Gothic Neo"/>
                <a:cs typeface="Apple SD Gothic Neo"/>
              </a:defRPr>
            </a:lvl5pPr>
            <a:lvl6pPr>
              <a:defRPr>
                <a:solidFill>
                  <a:srgbClr val="65707C"/>
                </a:solidFill>
                <a:latin typeface="Apple SD Gothic Neo"/>
                <a:ea typeface="Apple SD Gothic Neo"/>
                <a:cs typeface="Apple SD Gothic Neo"/>
              </a:defRPr>
            </a:lvl6pPr>
            <a:lvl7pPr>
              <a:defRPr>
                <a:solidFill>
                  <a:srgbClr val="65707C"/>
                </a:solidFill>
                <a:latin typeface="Apple SD Gothic Neo"/>
                <a:ea typeface="Apple SD Gothic Neo"/>
                <a:cs typeface="Apple SD Gothic Neo"/>
              </a:defRPr>
            </a:lvl7pPr>
            <a:lvl8pPr>
              <a:defRPr>
                <a:solidFill>
                  <a:srgbClr val="65707C"/>
                </a:solidFill>
                <a:latin typeface="Apple SD Gothic Neo"/>
                <a:ea typeface="Apple SD Gothic Neo"/>
                <a:cs typeface="Apple SD Gothic Neo"/>
              </a:defRPr>
            </a:lvl8pPr>
            <a:lvl9pPr>
              <a:defRPr>
                <a:solidFill>
                  <a:srgbClr val="65707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320"/>
              <a:buFont typeface="Arial"/>
              <a:buNone/>
              <a:defRPr>
                <a:solidFill>
                  <a:srgbClr val="65707C"/>
                </a:solidFill>
                <a:latin typeface="Apple SD Gothic Neo"/>
                <a:ea typeface="Apple SD Gothic Neo"/>
                <a:cs typeface="Apple SD Gothic Neo"/>
              </a:defRPr>
            </a:pPr>
            <a:r>
              <a:rPr sz="1320" b="0" i="0" u="none" strike="noStrike" cap="none" spc="0">
                <a:solidFill>
                  <a:srgbClr val="65707C"/>
                </a:solidFill>
                <a:latin typeface="Apple SD Gothic Neo"/>
                <a:ea typeface="Apple SD Gothic Neo"/>
                <a:cs typeface="Apple SD Gothic Neo"/>
              </a:rPr>
              <a:t>발령·정정·해제</a:t>
            </a:r>
            <a:endParaRPr/>
          </a:p>
        </p:txBody>
      </p:sp>
      <p:sp>
        <p:nvSpPr>
          <p:cNvPr id="216" name="Google Shape;216;p7">
            <a:extLst xmlns:a="http://schemas.openxmlformats.org/drawingml/2006/main">
              <a:ext uri="{FF2B5EF4-FFF2-40B4-BE49-F238E27FC236}">
                <a16:creationId xmlns:a16="http://schemas.microsoft.com/office/drawing/2014/main" id="{C23CC26D-950C-4E53-89B4-47F4A3616262}"/>
              </a:ext>
            </a:extLst>
          </p:cNvPr>
          <p:cNvSpPr>
            <a:spLocks xmlns:a="http://schemas.openxmlformats.org/drawingml/2006/main" noGrp="1"/>
          </p:cNvSpPr>
          <p:nvPr/>
        </p:nvSpPr>
        <p:spPr>
          <a:xfrm xmlns:a="http://schemas.openxmlformats.org/drawingml/2006/main">
            <a:off x="3542323" y="2232660"/>
            <a:ext cx="2133600" cy="2971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679"/>
              <a:buFont typeface="Arial"/>
              <a:buNone/>
              <a:defRPr>
                <a:solidFill>
                  <a:srgbClr val="20324C"/>
                </a:solidFill>
                <a:latin typeface="Apple SD Gothic Neo"/>
                <a:ea typeface="Apple SD Gothic Neo"/>
                <a:cs typeface="Apple SD Gothic Neo"/>
              </a:defRPr>
            </a:pPr>
            <a:r>
              <a:rPr sz="1680" b="1" i="0" u="none" strike="noStrike" cap="none" spc="0">
                <a:solidFill>
                  <a:srgbClr val="20324C"/>
                </a:solidFill>
                <a:latin typeface="Apple SD Gothic Neo"/>
                <a:ea typeface="Apple SD Gothic Neo"/>
                <a:cs typeface="Apple SD Gothic Neo"/>
              </a:rPr>
              <a:t>긴급 전용 처리</a:t>
            </a:r>
            <a:endParaRPr sz="1680" b="1" i="0" u="none" strike="noStrike" cap="none" spc="0">
              <a:solidFill>
                <a:srgbClr val="172E2A"/>
              </a:solidFill>
              <a:latin typeface="Arial"/>
              <a:ea typeface="Arial"/>
              <a:cs typeface="Arial"/>
            </a:endParaRPr>
          </a:p>
        </p:txBody>
      </p:sp>
      <p:sp>
        <p:nvSpPr>
          <p:cNvPr id="217" name="Google Shape;217;p7">
            <a:extLst xmlns:a="http://schemas.openxmlformats.org/drawingml/2006/main">
              <a:ext uri="{FF2B5EF4-FFF2-40B4-BE49-F238E27FC236}">
                <a16:creationId xmlns:a16="http://schemas.microsoft.com/office/drawing/2014/main" id="{A2D62D12-01F5-400C-8E2E-9081DCDB56C3}"/>
              </a:ext>
            </a:extLst>
          </p:cNvPr>
          <p:cNvSpPr>
            <a:spLocks xmlns:a="http://schemas.openxmlformats.org/drawingml/2006/main" noGrp="1"/>
          </p:cNvSpPr>
          <p:nvPr/>
        </p:nvSpPr>
        <p:spPr>
          <a:xfrm xmlns:a="http://schemas.openxmlformats.org/drawingml/2006/main">
            <a:off x="3542323" y="2590800"/>
            <a:ext cx="2209800" cy="2209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65707C"/>
                </a:solidFill>
                <a:latin typeface="Apple SD Gothic Neo"/>
                <a:ea typeface="Apple SD Gothic Neo"/>
                <a:cs typeface="Apple SD Gothic Neo"/>
              </a:defRPr>
            </a:defPPr>
            <a:lvl1pPr>
              <a:defRPr>
                <a:solidFill>
                  <a:srgbClr val="65707C"/>
                </a:solidFill>
                <a:latin typeface="Apple SD Gothic Neo"/>
                <a:ea typeface="Apple SD Gothic Neo"/>
                <a:cs typeface="Apple SD Gothic Neo"/>
              </a:defRPr>
            </a:lvl1pPr>
            <a:lvl2pPr>
              <a:defRPr>
                <a:solidFill>
                  <a:srgbClr val="65707C"/>
                </a:solidFill>
                <a:latin typeface="Apple SD Gothic Neo"/>
                <a:ea typeface="Apple SD Gothic Neo"/>
                <a:cs typeface="Apple SD Gothic Neo"/>
              </a:defRPr>
            </a:lvl2pPr>
            <a:lvl3pPr>
              <a:defRPr>
                <a:solidFill>
                  <a:srgbClr val="65707C"/>
                </a:solidFill>
                <a:latin typeface="Apple SD Gothic Neo"/>
                <a:ea typeface="Apple SD Gothic Neo"/>
                <a:cs typeface="Apple SD Gothic Neo"/>
              </a:defRPr>
            </a:lvl3pPr>
            <a:lvl4pPr>
              <a:defRPr>
                <a:solidFill>
                  <a:srgbClr val="65707C"/>
                </a:solidFill>
                <a:latin typeface="Apple SD Gothic Neo"/>
                <a:ea typeface="Apple SD Gothic Neo"/>
                <a:cs typeface="Apple SD Gothic Neo"/>
              </a:defRPr>
            </a:lvl4pPr>
            <a:lvl5pPr>
              <a:defRPr>
                <a:solidFill>
                  <a:srgbClr val="65707C"/>
                </a:solidFill>
                <a:latin typeface="Apple SD Gothic Neo"/>
                <a:ea typeface="Apple SD Gothic Neo"/>
                <a:cs typeface="Apple SD Gothic Neo"/>
              </a:defRPr>
            </a:lvl5pPr>
            <a:lvl6pPr>
              <a:defRPr>
                <a:solidFill>
                  <a:srgbClr val="65707C"/>
                </a:solidFill>
                <a:latin typeface="Apple SD Gothic Neo"/>
                <a:ea typeface="Apple SD Gothic Neo"/>
                <a:cs typeface="Apple SD Gothic Neo"/>
              </a:defRPr>
            </a:lvl6pPr>
            <a:lvl7pPr>
              <a:defRPr>
                <a:solidFill>
                  <a:srgbClr val="65707C"/>
                </a:solidFill>
                <a:latin typeface="Apple SD Gothic Neo"/>
                <a:ea typeface="Apple SD Gothic Neo"/>
                <a:cs typeface="Apple SD Gothic Neo"/>
              </a:defRPr>
            </a:lvl7pPr>
            <a:lvl8pPr>
              <a:defRPr>
                <a:solidFill>
                  <a:srgbClr val="65707C"/>
                </a:solidFill>
                <a:latin typeface="Apple SD Gothic Neo"/>
                <a:ea typeface="Apple SD Gothic Neo"/>
                <a:cs typeface="Apple SD Gothic Neo"/>
              </a:defRPr>
            </a:lvl8pPr>
            <a:lvl9pPr>
              <a:defRPr>
                <a:solidFill>
                  <a:srgbClr val="65707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320"/>
              <a:buFont typeface="Arial"/>
              <a:buNone/>
              <a:defRPr>
                <a:solidFill>
                  <a:srgbClr val="65707C"/>
                </a:solidFill>
                <a:latin typeface="Apple SD Gothic Neo"/>
                <a:ea typeface="Apple SD Gothic Neo"/>
                <a:cs typeface="Apple SD Gothic Neo"/>
              </a:defRPr>
            </a:pPr>
            <a:r>
              <a:rPr sz="1320" b="0" i="0" u="none" strike="noStrike" cap="none" spc="0">
                <a:solidFill>
                  <a:srgbClr val="65707C"/>
                </a:solidFill>
                <a:latin typeface="Apple SD Gothic Neo"/>
                <a:ea typeface="Apple SD Gothic Neo"/>
                <a:cs typeface="Apple SD Gothic Neo"/>
              </a:rPr>
              <a:t>분석 대기열과 분리</a:t>
            </a:r>
            <a:endParaRPr/>
          </a:p>
        </p:txBody>
      </p:sp>
      <p:sp>
        <p:nvSpPr>
          <p:cNvPr id="218" name="Google Shape;218;p7">
            <a:extLst xmlns:a="http://schemas.openxmlformats.org/drawingml/2006/main">
              <a:ext uri="{FF2B5EF4-FFF2-40B4-BE49-F238E27FC236}">
                <a16:creationId xmlns:a16="http://schemas.microsoft.com/office/drawing/2014/main" id="{A42EBB54-840E-4902-AD1F-1B782519C573}"/>
              </a:ext>
            </a:extLst>
          </p:cNvPr>
          <p:cNvSpPr>
            <a:spLocks xmlns:a="http://schemas.openxmlformats.org/drawingml/2006/main" noGrp="1"/>
          </p:cNvSpPr>
          <p:nvPr/>
        </p:nvSpPr>
        <p:spPr>
          <a:xfrm xmlns:a="http://schemas.openxmlformats.org/drawingml/2006/main">
            <a:off x="6360746" y="2232660"/>
            <a:ext cx="2133600" cy="2971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679"/>
              <a:buFont typeface="Arial"/>
              <a:buNone/>
              <a:defRPr>
                <a:solidFill>
                  <a:srgbClr val="20324C"/>
                </a:solidFill>
                <a:latin typeface="Apple SD Gothic Neo"/>
                <a:ea typeface="Apple SD Gothic Neo"/>
                <a:cs typeface="Apple SD Gothic Neo"/>
              </a:defRPr>
            </a:pPr>
            <a:r>
              <a:rPr sz="1680" b="1" i="0" u="none" strike="noStrike" cap="none" spc="0">
                <a:solidFill>
                  <a:srgbClr val="20324C"/>
                </a:solidFill>
                <a:latin typeface="Apple SD Gothic Neo"/>
                <a:ea typeface="Apple SD Gothic Neo"/>
                <a:cs typeface="Apple SD Gothic Neo"/>
              </a:rPr>
              <a:t>발령 대상 확인</a:t>
            </a:r>
            <a:endParaRPr sz="1680" b="1" i="0" u="none" strike="noStrike" cap="none" spc="0">
              <a:solidFill>
                <a:srgbClr val="172E2A"/>
              </a:solidFill>
              <a:latin typeface="Arial"/>
              <a:ea typeface="Arial"/>
              <a:cs typeface="Arial"/>
            </a:endParaRPr>
          </a:p>
        </p:txBody>
      </p:sp>
      <p:sp>
        <p:nvSpPr>
          <p:cNvPr id="219" name="Google Shape;219;p7">
            <a:extLst xmlns:a="http://schemas.openxmlformats.org/drawingml/2006/main">
              <a:ext uri="{FF2B5EF4-FFF2-40B4-BE49-F238E27FC236}">
                <a16:creationId xmlns:a16="http://schemas.microsoft.com/office/drawing/2014/main" id="{EE0ADBBA-E1E8-4C28-B03E-23A47A38B4FA}"/>
              </a:ext>
            </a:extLst>
          </p:cNvPr>
          <p:cNvSpPr>
            <a:spLocks xmlns:a="http://schemas.openxmlformats.org/drawingml/2006/main" noGrp="1"/>
          </p:cNvSpPr>
          <p:nvPr/>
        </p:nvSpPr>
        <p:spPr>
          <a:xfrm xmlns:a="http://schemas.openxmlformats.org/drawingml/2006/main">
            <a:off x="6360746" y="2590800"/>
            <a:ext cx="2286000" cy="2209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65707C"/>
                </a:solidFill>
                <a:latin typeface="Apple SD Gothic Neo"/>
                <a:ea typeface="Apple SD Gothic Neo"/>
                <a:cs typeface="Apple SD Gothic Neo"/>
              </a:defRPr>
            </a:defPPr>
            <a:lvl1pPr>
              <a:defRPr>
                <a:solidFill>
                  <a:srgbClr val="65707C"/>
                </a:solidFill>
                <a:latin typeface="Apple SD Gothic Neo"/>
                <a:ea typeface="Apple SD Gothic Neo"/>
                <a:cs typeface="Apple SD Gothic Neo"/>
              </a:defRPr>
            </a:lvl1pPr>
            <a:lvl2pPr>
              <a:defRPr>
                <a:solidFill>
                  <a:srgbClr val="65707C"/>
                </a:solidFill>
                <a:latin typeface="Apple SD Gothic Neo"/>
                <a:ea typeface="Apple SD Gothic Neo"/>
                <a:cs typeface="Apple SD Gothic Neo"/>
              </a:defRPr>
            </a:lvl2pPr>
            <a:lvl3pPr>
              <a:defRPr>
                <a:solidFill>
                  <a:srgbClr val="65707C"/>
                </a:solidFill>
                <a:latin typeface="Apple SD Gothic Neo"/>
                <a:ea typeface="Apple SD Gothic Neo"/>
                <a:cs typeface="Apple SD Gothic Neo"/>
              </a:defRPr>
            </a:lvl3pPr>
            <a:lvl4pPr>
              <a:defRPr>
                <a:solidFill>
                  <a:srgbClr val="65707C"/>
                </a:solidFill>
                <a:latin typeface="Apple SD Gothic Neo"/>
                <a:ea typeface="Apple SD Gothic Neo"/>
                <a:cs typeface="Apple SD Gothic Neo"/>
              </a:defRPr>
            </a:lvl4pPr>
            <a:lvl5pPr>
              <a:defRPr>
                <a:solidFill>
                  <a:srgbClr val="65707C"/>
                </a:solidFill>
                <a:latin typeface="Apple SD Gothic Neo"/>
                <a:ea typeface="Apple SD Gothic Neo"/>
                <a:cs typeface="Apple SD Gothic Neo"/>
              </a:defRPr>
            </a:lvl5pPr>
            <a:lvl6pPr>
              <a:defRPr>
                <a:solidFill>
                  <a:srgbClr val="65707C"/>
                </a:solidFill>
                <a:latin typeface="Apple SD Gothic Neo"/>
                <a:ea typeface="Apple SD Gothic Neo"/>
                <a:cs typeface="Apple SD Gothic Neo"/>
              </a:defRPr>
            </a:lvl6pPr>
            <a:lvl7pPr>
              <a:defRPr>
                <a:solidFill>
                  <a:srgbClr val="65707C"/>
                </a:solidFill>
                <a:latin typeface="Apple SD Gothic Neo"/>
                <a:ea typeface="Apple SD Gothic Neo"/>
                <a:cs typeface="Apple SD Gothic Neo"/>
              </a:defRPr>
            </a:lvl7pPr>
            <a:lvl8pPr>
              <a:defRPr>
                <a:solidFill>
                  <a:srgbClr val="65707C"/>
                </a:solidFill>
                <a:latin typeface="Apple SD Gothic Neo"/>
                <a:ea typeface="Apple SD Gothic Neo"/>
                <a:cs typeface="Apple SD Gothic Neo"/>
              </a:defRPr>
            </a:lvl8pPr>
            <a:lvl9pPr>
              <a:defRPr>
                <a:solidFill>
                  <a:srgbClr val="65707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320"/>
              <a:buFont typeface="Arial"/>
              <a:buNone/>
              <a:defRPr>
                <a:solidFill>
                  <a:srgbClr val="65707C"/>
                </a:solidFill>
                <a:latin typeface="Apple SD Gothic Neo"/>
                <a:ea typeface="Apple SD Gothic Neo"/>
                <a:cs typeface="Apple SD Gothic Neo"/>
              </a:defRPr>
            </a:pPr>
            <a:r>
              <a:rPr sz="1320" b="0" i="0" u="none" strike="noStrike" cap="none" spc="0">
                <a:solidFill>
                  <a:srgbClr val="65707C"/>
                </a:solidFill>
                <a:latin typeface="Apple SD Gothic Neo"/>
                <a:ea typeface="Apple SD Gothic Neo"/>
                <a:cs typeface="Apple SD Gothic Neo"/>
              </a:rPr>
              <a:t>대상 구역과 사용자 위치</a:t>
            </a:r>
            <a:endParaRPr/>
          </a:p>
        </p:txBody>
      </p:sp>
      <p:sp>
        <p:nvSpPr>
          <p:cNvPr id="220" name="Google Shape;220;p7">
            <a:extLst xmlns:a="http://schemas.openxmlformats.org/drawingml/2006/main">
              <a:ext uri="{FF2B5EF4-FFF2-40B4-BE49-F238E27FC236}">
                <a16:creationId xmlns:a16="http://schemas.microsoft.com/office/drawing/2014/main" id="{ED49E2DA-DC37-4D8F-AF9C-E91F65042AB1}"/>
              </a:ext>
            </a:extLst>
          </p:cNvPr>
          <p:cNvSpPr>
            <a:spLocks xmlns:a="http://schemas.openxmlformats.org/drawingml/2006/main" noGrp="1"/>
          </p:cNvSpPr>
          <p:nvPr/>
        </p:nvSpPr>
        <p:spPr>
          <a:xfrm xmlns:a="http://schemas.openxmlformats.org/drawingml/2006/main">
            <a:off x="9255368" y="2209214"/>
            <a:ext cx="2286000" cy="2971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679"/>
              <a:buFont typeface="Arial"/>
              <a:buNone/>
              <a:defRPr>
                <a:latin typeface="Apple SD Gothic Neo"/>
                <a:ea typeface="Apple SD Gothic Neo"/>
                <a:cs typeface="Apple SD Gothic Neo"/>
              </a:defRPr>
            </a:pPr>
            <a:r>
              <a:rPr sz="1680" b="1" i="0" u="none" strike="noStrike" cap="none" spc="0">
                <a:solidFill>
                  <a:srgbClr val="BD463E"/>
                </a:solidFill>
                <a:latin typeface="Apple SD Gothic Neo"/>
                <a:ea typeface="Apple SD Gothic Neo"/>
                <a:cs typeface="Apple SD Gothic Neo"/>
              </a:rPr>
              <a:t>원문 우선 전달</a:t>
            </a:r>
            <a:endParaRPr sz="1680" b="1" i="0" u="none" strike="noStrike" cap="none" spc="0">
              <a:solidFill>
                <a:srgbClr val="BD463E"/>
              </a:solidFill>
              <a:latin typeface="Arial"/>
              <a:ea typeface="Arial"/>
              <a:cs typeface="Arial"/>
            </a:endParaRPr>
          </a:p>
        </p:txBody>
      </p:sp>
      <p:sp>
        <p:nvSpPr>
          <p:cNvPr id="221" name="Google Shape;221;p7">
            <a:extLst xmlns:a="http://schemas.openxmlformats.org/drawingml/2006/main">
              <a:ext uri="{FF2B5EF4-FFF2-40B4-BE49-F238E27FC236}">
                <a16:creationId xmlns:a16="http://schemas.microsoft.com/office/drawing/2014/main" id="{C7FA4E23-52EC-403F-B2B8-20CBD5DC286A}"/>
              </a:ext>
            </a:extLst>
          </p:cNvPr>
          <p:cNvSpPr>
            <a:spLocks xmlns:a="http://schemas.openxmlformats.org/drawingml/2006/main" noGrp="1"/>
          </p:cNvSpPr>
          <p:nvPr/>
        </p:nvSpPr>
        <p:spPr>
          <a:xfrm xmlns:a="http://schemas.openxmlformats.org/drawingml/2006/main">
            <a:off x="9255368" y="2567354"/>
            <a:ext cx="2286000" cy="2209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65707C"/>
                </a:solidFill>
                <a:latin typeface="Apple SD Gothic Neo"/>
                <a:ea typeface="Apple SD Gothic Neo"/>
                <a:cs typeface="Apple SD Gothic Neo"/>
              </a:defRPr>
            </a:defPPr>
            <a:lvl1pPr>
              <a:defRPr>
                <a:solidFill>
                  <a:srgbClr val="65707C"/>
                </a:solidFill>
                <a:latin typeface="Apple SD Gothic Neo"/>
                <a:ea typeface="Apple SD Gothic Neo"/>
                <a:cs typeface="Apple SD Gothic Neo"/>
              </a:defRPr>
            </a:lvl1pPr>
            <a:lvl2pPr>
              <a:defRPr>
                <a:solidFill>
                  <a:srgbClr val="65707C"/>
                </a:solidFill>
                <a:latin typeface="Apple SD Gothic Neo"/>
                <a:ea typeface="Apple SD Gothic Neo"/>
                <a:cs typeface="Apple SD Gothic Neo"/>
              </a:defRPr>
            </a:lvl2pPr>
            <a:lvl3pPr>
              <a:defRPr>
                <a:solidFill>
                  <a:srgbClr val="65707C"/>
                </a:solidFill>
                <a:latin typeface="Apple SD Gothic Neo"/>
                <a:ea typeface="Apple SD Gothic Neo"/>
                <a:cs typeface="Apple SD Gothic Neo"/>
              </a:defRPr>
            </a:lvl3pPr>
            <a:lvl4pPr>
              <a:defRPr>
                <a:solidFill>
                  <a:srgbClr val="65707C"/>
                </a:solidFill>
                <a:latin typeface="Apple SD Gothic Neo"/>
                <a:ea typeface="Apple SD Gothic Neo"/>
                <a:cs typeface="Apple SD Gothic Neo"/>
              </a:defRPr>
            </a:lvl4pPr>
            <a:lvl5pPr>
              <a:defRPr>
                <a:solidFill>
                  <a:srgbClr val="65707C"/>
                </a:solidFill>
                <a:latin typeface="Apple SD Gothic Neo"/>
                <a:ea typeface="Apple SD Gothic Neo"/>
                <a:cs typeface="Apple SD Gothic Neo"/>
              </a:defRPr>
            </a:lvl5pPr>
            <a:lvl6pPr>
              <a:defRPr>
                <a:solidFill>
                  <a:srgbClr val="65707C"/>
                </a:solidFill>
                <a:latin typeface="Apple SD Gothic Neo"/>
                <a:ea typeface="Apple SD Gothic Neo"/>
                <a:cs typeface="Apple SD Gothic Neo"/>
              </a:defRPr>
            </a:lvl6pPr>
            <a:lvl7pPr>
              <a:defRPr>
                <a:solidFill>
                  <a:srgbClr val="65707C"/>
                </a:solidFill>
                <a:latin typeface="Apple SD Gothic Neo"/>
                <a:ea typeface="Apple SD Gothic Neo"/>
                <a:cs typeface="Apple SD Gothic Neo"/>
              </a:defRPr>
            </a:lvl7pPr>
            <a:lvl8pPr>
              <a:defRPr>
                <a:solidFill>
                  <a:srgbClr val="65707C"/>
                </a:solidFill>
                <a:latin typeface="Apple SD Gothic Neo"/>
                <a:ea typeface="Apple SD Gothic Neo"/>
                <a:cs typeface="Apple SD Gothic Neo"/>
              </a:defRPr>
            </a:lvl8pPr>
            <a:lvl9pPr>
              <a:defRPr>
                <a:solidFill>
                  <a:srgbClr val="65707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320"/>
              <a:buFont typeface="Arial"/>
              <a:buNone/>
              <a:defRPr>
                <a:solidFill>
                  <a:srgbClr val="65707C"/>
                </a:solidFill>
                <a:latin typeface="Apple SD Gothic Neo"/>
                <a:ea typeface="Apple SD Gothic Neo"/>
                <a:cs typeface="Apple SD Gothic Neo"/>
              </a:defRPr>
            </a:pPr>
            <a:r>
              <a:rPr sz="1320" b="0" i="0" u="none" strike="noStrike" cap="none" spc="0">
                <a:solidFill>
                  <a:srgbClr val="65707C"/>
                </a:solidFill>
                <a:latin typeface="Apple SD Gothic Neo"/>
                <a:ea typeface="Apple SD Gothic Neo"/>
                <a:cs typeface="Apple SD Gothic Neo"/>
              </a:rPr>
              <a:t>수정·해제 이력도 반영</a:t>
            </a:r>
            <a:endParaRPr sz="1320" b="0" i="0" u="none" strike="noStrike" cap="none" spc="0">
              <a:solidFill>
                <a:srgbClr val="61736F"/>
              </a:solidFill>
              <a:latin typeface="Arial"/>
              <a:ea typeface="Arial"/>
              <a:cs typeface="Arial"/>
            </a:endParaRPr>
          </a:p>
        </p:txBody>
      </p:sp>
      <p:sp>
        <p:nvSpPr>
          <p:cNvPr id="222" name="Google Shape;222;p7">
            <a:extLst xmlns:a="http://schemas.openxmlformats.org/drawingml/2006/main">
              <a:ext uri="{FF2B5EF4-FFF2-40B4-BE49-F238E27FC236}">
                <a16:creationId xmlns:a16="http://schemas.microsoft.com/office/drawing/2014/main" id="{26582B8D-35A2-4608-9D05-EB5802E86A1E}"/>
              </a:ext>
            </a:extLst>
          </p:cNvPr>
          <p:cNvSpPr>
            <a:spLocks xmlns:a="http://schemas.openxmlformats.org/drawingml/2006/main" noGrp="1"/>
          </p:cNvSpPr>
          <p:nvPr/>
        </p:nvSpPr>
        <p:spPr>
          <a:xfrm xmlns:a="http://schemas.openxmlformats.org/drawingml/2006/main">
            <a:off x="563880" y="3314700"/>
            <a:ext cx="7620000" cy="3124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062F5B"/>
                </a:solidFill>
                <a:latin typeface="Apple SD Gothic Neo"/>
                <a:ea typeface="Apple SD Gothic Neo"/>
                <a:cs typeface="Apple SD Gothic Neo"/>
              </a:defRPr>
            </a:defPPr>
            <a:lvl1pPr>
              <a:defRPr>
                <a:solidFill>
                  <a:srgbClr val="062F5B"/>
                </a:solidFill>
                <a:latin typeface="Apple SD Gothic Neo"/>
                <a:ea typeface="Apple SD Gothic Neo"/>
                <a:cs typeface="Apple SD Gothic Neo"/>
              </a:defRPr>
            </a:lvl1pPr>
            <a:lvl2pPr>
              <a:defRPr>
                <a:solidFill>
                  <a:srgbClr val="062F5B"/>
                </a:solidFill>
                <a:latin typeface="Apple SD Gothic Neo"/>
                <a:ea typeface="Apple SD Gothic Neo"/>
                <a:cs typeface="Apple SD Gothic Neo"/>
              </a:defRPr>
            </a:lvl2pPr>
            <a:lvl3pPr>
              <a:defRPr>
                <a:solidFill>
                  <a:srgbClr val="062F5B"/>
                </a:solidFill>
                <a:latin typeface="Apple SD Gothic Neo"/>
                <a:ea typeface="Apple SD Gothic Neo"/>
                <a:cs typeface="Apple SD Gothic Neo"/>
              </a:defRPr>
            </a:lvl3pPr>
            <a:lvl4pPr>
              <a:defRPr>
                <a:solidFill>
                  <a:srgbClr val="062F5B"/>
                </a:solidFill>
                <a:latin typeface="Apple SD Gothic Neo"/>
                <a:ea typeface="Apple SD Gothic Neo"/>
                <a:cs typeface="Apple SD Gothic Neo"/>
              </a:defRPr>
            </a:lvl4pPr>
            <a:lvl5pPr>
              <a:defRPr>
                <a:solidFill>
                  <a:srgbClr val="062F5B"/>
                </a:solidFill>
                <a:latin typeface="Apple SD Gothic Neo"/>
                <a:ea typeface="Apple SD Gothic Neo"/>
                <a:cs typeface="Apple SD Gothic Neo"/>
              </a:defRPr>
            </a:lvl5pPr>
            <a:lvl6pPr>
              <a:defRPr>
                <a:solidFill>
                  <a:srgbClr val="062F5B"/>
                </a:solidFill>
                <a:latin typeface="Apple SD Gothic Neo"/>
                <a:ea typeface="Apple SD Gothic Neo"/>
                <a:cs typeface="Apple SD Gothic Neo"/>
              </a:defRPr>
            </a:lvl6pPr>
            <a:lvl7pPr>
              <a:defRPr>
                <a:solidFill>
                  <a:srgbClr val="062F5B"/>
                </a:solidFill>
                <a:latin typeface="Apple SD Gothic Neo"/>
                <a:ea typeface="Apple SD Gothic Neo"/>
                <a:cs typeface="Apple SD Gothic Neo"/>
              </a:defRPr>
            </a:lvl7pPr>
            <a:lvl8pPr>
              <a:defRPr>
                <a:solidFill>
                  <a:srgbClr val="062F5B"/>
                </a:solidFill>
                <a:latin typeface="Apple SD Gothic Neo"/>
                <a:ea typeface="Apple SD Gothic Neo"/>
                <a:cs typeface="Apple SD Gothic Neo"/>
              </a:defRPr>
            </a:lvl8pPr>
            <a:lvl9pPr>
              <a:defRPr>
                <a:solidFill>
                  <a:srgbClr val="062F5B"/>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860"/>
              <a:buFont typeface="Arial"/>
              <a:buNone/>
              <a:defRPr>
                <a:solidFill>
                  <a:srgbClr val="062F5B"/>
                </a:solidFill>
                <a:latin typeface="Apple SD Gothic Neo"/>
                <a:ea typeface="Apple SD Gothic Neo"/>
                <a:cs typeface="Apple SD Gothic Neo"/>
              </a:defRPr>
            </a:pPr>
            <a:r>
              <a:rPr sz="1860" b="1" i="0" u="none" strike="noStrike" cap="none" spc="0">
                <a:solidFill>
                  <a:srgbClr val="062F5B"/>
                </a:solidFill>
                <a:latin typeface="Apple SD Gothic Neo"/>
                <a:ea typeface="Apple SD Gothic Neo"/>
                <a:cs typeface="Apple SD Gothic Neo"/>
              </a:rPr>
              <a:t>개인별 안내 갱신</a:t>
            </a:r>
            <a:endParaRPr/>
          </a:p>
        </p:txBody>
      </p:sp>
      <p:sp>
        <p:nvSpPr>
          <p:cNvPr id="223" name="Google Shape;223;p7">
            <a:extLst xmlns:a="http://schemas.openxmlformats.org/drawingml/2006/main">
              <a:ext uri="{FF2B5EF4-FFF2-40B4-BE49-F238E27FC236}">
                <a16:creationId xmlns:a16="http://schemas.microsoft.com/office/drawing/2014/main" id="{0DCEA2C4-E53B-4D35-9E9B-66B8AE17CAA2}"/>
              </a:ext>
            </a:extLst>
          </p:cNvPr>
          <p:cNvSpPr>
            <a:spLocks xmlns:a="http://schemas.openxmlformats.org/drawingml/2006/main" noGrp="1"/>
          </p:cNvSpPr>
          <p:nvPr/>
        </p:nvSpPr>
        <p:spPr>
          <a:xfrm xmlns:a="http://schemas.openxmlformats.org/drawingml/2006/main">
            <a:off x="8382000" y="3360420"/>
            <a:ext cx="3238500" cy="2362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65707C"/>
                </a:solidFill>
                <a:latin typeface="Apple SD Gothic Neo"/>
                <a:ea typeface="Apple SD Gothic Neo"/>
                <a:cs typeface="Apple SD Gothic Neo"/>
              </a:defRPr>
            </a:defPPr>
            <a:lvl1pPr>
              <a:defRPr>
                <a:solidFill>
                  <a:srgbClr val="65707C"/>
                </a:solidFill>
                <a:latin typeface="Apple SD Gothic Neo"/>
                <a:ea typeface="Apple SD Gothic Neo"/>
                <a:cs typeface="Apple SD Gothic Neo"/>
              </a:defRPr>
            </a:lvl1pPr>
            <a:lvl2pPr>
              <a:defRPr>
                <a:solidFill>
                  <a:srgbClr val="65707C"/>
                </a:solidFill>
                <a:latin typeface="Apple SD Gothic Neo"/>
                <a:ea typeface="Apple SD Gothic Neo"/>
                <a:cs typeface="Apple SD Gothic Neo"/>
              </a:defRPr>
            </a:lvl2pPr>
            <a:lvl3pPr>
              <a:defRPr>
                <a:solidFill>
                  <a:srgbClr val="65707C"/>
                </a:solidFill>
                <a:latin typeface="Apple SD Gothic Neo"/>
                <a:ea typeface="Apple SD Gothic Neo"/>
                <a:cs typeface="Apple SD Gothic Neo"/>
              </a:defRPr>
            </a:lvl3pPr>
            <a:lvl4pPr>
              <a:defRPr>
                <a:solidFill>
                  <a:srgbClr val="65707C"/>
                </a:solidFill>
                <a:latin typeface="Apple SD Gothic Neo"/>
                <a:ea typeface="Apple SD Gothic Neo"/>
                <a:cs typeface="Apple SD Gothic Neo"/>
              </a:defRPr>
            </a:lvl4pPr>
            <a:lvl5pPr>
              <a:defRPr>
                <a:solidFill>
                  <a:srgbClr val="65707C"/>
                </a:solidFill>
                <a:latin typeface="Apple SD Gothic Neo"/>
                <a:ea typeface="Apple SD Gothic Neo"/>
                <a:cs typeface="Apple SD Gothic Neo"/>
              </a:defRPr>
            </a:lvl5pPr>
            <a:lvl6pPr>
              <a:defRPr>
                <a:solidFill>
                  <a:srgbClr val="65707C"/>
                </a:solidFill>
                <a:latin typeface="Apple SD Gothic Neo"/>
                <a:ea typeface="Apple SD Gothic Neo"/>
                <a:cs typeface="Apple SD Gothic Neo"/>
              </a:defRPr>
            </a:lvl6pPr>
            <a:lvl7pPr>
              <a:defRPr>
                <a:solidFill>
                  <a:srgbClr val="65707C"/>
                </a:solidFill>
                <a:latin typeface="Apple SD Gothic Neo"/>
                <a:ea typeface="Apple SD Gothic Neo"/>
                <a:cs typeface="Apple SD Gothic Neo"/>
              </a:defRPr>
            </a:lvl7pPr>
            <a:lvl8pPr>
              <a:defRPr>
                <a:solidFill>
                  <a:srgbClr val="65707C"/>
                </a:solidFill>
                <a:latin typeface="Apple SD Gothic Neo"/>
                <a:ea typeface="Apple SD Gothic Neo"/>
                <a:cs typeface="Apple SD Gothic Neo"/>
              </a:defRPr>
            </a:lvl8pPr>
            <a:lvl9pPr>
              <a:defRPr>
                <a:solidFill>
                  <a:srgbClr val="65707C"/>
                </a:solidFill>
                <a:latin typeface="Apple SD Gothic Neo"/>
                <a:ea typeface="Apple SD Gothic Neo"/>
                <a:cs typeface="Apple SD Gothic Neo"/>
              </a:defRPr>
            </a:lvl9pPr>
          </a:lstStyle>
          <a:p xmlns:a="http://schemas.openxmlformats.org/drawingml/2006/main">
            <a:pPr marL="0" marR="0" lvl="0" indent="0" algn="r">
              <a:lnSpc>
                <a:spcPct val="100000"/>
              </a:lnSpc>
              <a:spcBef>
                <a:spcPts val="0"/>
              </a:spcBef>
              <a:spcAft>
                <a:spcPts val="0"/>
              </a:spcAft>
              <a:buClr>
                <a:srgbClr val="000000"/>
              </a:buClr>
              <a:buSzPts val="1260"/>
              <a:buFont typeface="Arial"/>
              <a:buNone/>
              <a:defRPr>
                <a:solidFill>
                  <a:srgbClr val="65707C"/>
                </a:solidFill>
                <a:latin typeface="Apple SD Gothic Neo"/>
                <a:ea typeface="Apple SD Gothic Neo"/>
                <a:cs typeface="Apple SD Gothic Neo"/>
              </a:defRPr>
            </a:pPr>
            <a:r>
              <a:rPr sz="1260" b="0" i="0" u="none" strike="noStrike" cap="none" spc="0">
                <a:solidFill>
                  <a:srgbClr val="65707C"/>
                </a:solidFill>
                <a:latin typeface="Apple SD Gothic Neo"/>
                <a:ea typeface="Apple SD Gothic Neo"/>
                <a:cs typeface="Apple SD Gothic Neo"/>
              </a:rPr>
              <a:t>자료·위치·프로필·답변이 바뀌면 재평가</a:t>
            </a:r>
            <a:endParaRPr/>
          </a:p>
        </p:txBody>
      </p:sp>
      <p:sp>
        <p:nvSpPr>
          <p:cNvPr id="224" name="Google Shape;224;p7">
            <a:extLst xmlns:a="http://schemas.openxmlformats.org/drawingml/2006/main">
              <a:ext uri="{FF2B5EF4-FFF2-40B4-BE49-F238E27FC236}">
                <a16:creationId xmlns:a16="http://schemas.microsoft.com/office/drawing/2014/main" id="{8D0494DB-F978-44D0-9D1B-1E31BDB8DD1D}"/>
              </a:ext>
            </a:extLst>
          </p:cNvPr>
          <p:cNvSpPr>
            <a:spLocks xmlns:a="http://schemas.openxmlformats.org/drawingml/2006/main" noGrp="1"/>
          </p:cNvSpPr>
          <p:nvPr/>
        </p:nvSpPr>
        <p:spPr>
          <a:xfrm xmlns:a="http://schemas.openxmlformats.org/drawingml/2006/main">
            <a:off x="548640" y="3802380"/>
            <a:ext cx="2362200" cy="1264920"/>
          </a:xfrm>
          <a:prstGeom xmlns:a="http://schemas.openxmlformats.org/drawingml/2006/main" prst="roundRect">
            <a:avLst>
              <a:gd name="adj" fmla="val 10843"/>
            </a:avLst>
          </a:prstGeom>
          <a:solidFill xmlns:a="http://schemas.openxmlformats.org/drawingml/2006/main">
            <a:srgbClr val="E9EFF5"/>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225" name="Google Shape;225;p7">
            <a:extLst xmlns:a="http://schemas.openxmlformats.org/drawingml/2006/main">
              <a:ext uri="{FF2B5EF4-FFF2-40B4-BE49-F238E27FC236}">
                <a16:creationId xmlns:a16="http://schemas.microsoft.com/office/drawing/2014/main" id="{FF8E7191-260C-47F7-8347-723A24C70E71}"/>
              </a:ext>
            </a:extLst>
          </p:cNvPr>
          <p:cNvSpPr>
            <a:spLocks xmlns:a="http://schemas.openxmlformats.org/drawingml/2006/main" noGrp="1"/>
          </p:cNvSpPr>
          <p:nvPr/>
        </p:nvSpPr>
        <p:spPr>
          <a:xfrm xmlns:a="http://schemas.openxmlformats.org/drawingml/2006/main">
            <a:off x="670560" y="3924300"/>
            <a:ext cx="228600" cy="228600"/>
          </a:xfrm>
          <a:prstGeom xmlns:a="http://schemas.openxmlformats.org/drawingml/2006/main" prst="ellipse">
            <a:avLst/>
          </a:prstGeom>
          <a:solidFill xmlns:a="http://schemas.openxmlformats.org/drawingml/2006/main">
            <a:srgbClr val="062F5B"/>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226" name="Google Shape;226;p7">
            <a:extLst xmlns:a="http://schemas.openxmlformats.org/drawingml/2006/main">
              <a:ext uri="{FF2B5EF4-FFF2-40B4-BE49-F238E27FC236}">
                <a16:creationId xmlns:a16="http://schemas.microsoft.com/office/drawing/2014/main" id="{C3FA8232-F241-4A1F-83D3-562AE7178A75}"/>
              </a:ext>
            </a:extLst>
          </p:cNvPr>
          <p:cNvSpPr>
            <a:spLocks xmlns:a="http://schemas.openxmlformats.org/drawingml/2006/main" noGrp="1"/>
          </p:cNvSpPr>
          <p:nvPr/>
        </p:nvSpPr>
        <p:spPr>
          <a:xfrm xmlns:a="http://schemas.openxmlformats.org/drawingml/2006/main">
            <a:off x="685800" y="3939540"/>
            <a:ext cx="198120" cy="205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ctr">
              <a:lnSpc>
                <a:spcPct val="100000"/>
              </a:lnSpc>
              <a:spcBef>
                <a:spcPts val="0"/>
              </a:spcBef>
              <a:spcAft>
                <a:spcPts val="0"/>
              </a:spcAft>
              <a:buClr>
                <a:srgbClr val="000000"/>
              </a:buClr>
              <a:buSzPts val="1080"/>
              <a:buFont typeface="Arial"/>
              <a:buNone/>
              <a:defRPr>
                <a:latin typeface="Apple SD Gothic Neo"/>
                <a:ea typeface="Apple SD Gothic Neo"/>
                <a:cs typeface="Apple SD Gothic Neo"/>
              </a:defRPr>
            </a:pPr>
            <a:r>
              <a:rPr sz="1080" b="1" i="0" u="none" strike="noStrike" cap="none" spc="0">
                <a:solidFill>
                  <a:srgbClr val="FFFFFF"/>
                </a:solidFill>
                <a:latin typeface="Apple SD Gothic Neo"/>
                <a:ea typeface="Apple SD Gothic Neo"/>
                <a:cs typeface="Apple SD Gothic Neo"/>
              </a:rPr>
              <a:t>1</a:t>
            </a:r>
            <a:endParaRPr/>
          </a:p>
        </p:txBody>
      </p:sp>
      <p:sp>
        <p:nvSpPr>
          <p:cNvPr id="227" name="Google Shape;227;p7">
            <a:extLst xmlns:a="http://schemas.openxmlformats.org/drawingml/2006/main">
              <a:ext uri="{FF2B5EF4-FFF2-40B4-BE49-F238E27FC236}">
                <a16:creationId xmlns:a16="http://schemas.microsoft.com/office/drawing/2014/main" id="{F3A95B2E-F943-4046-86DC-5462502C9D25}"/>
              </a:ext>
            </a:extLst>
          </p:cNvPr>
          <p:cNvSpPr>
            <a:spLocks xmlns:a="http://schemas.openxmlformats.org/drawingml/2006/main" noGrp="1"/>
          </p:cNvSpPr>
          <p:nvPr/>
        </p:nvSpPr>
        <p:spPr>
          <a:xfrm xmlns:a="http://schemas.openxmlformats.org/drawingml/2006/main">
            <a:off x="3459480" y="3802380"/>
            <a:ext cx="2362200" cy="1264920"/>
          </a:xfrm>
          <a:prstGeom xmlns:a="http://schemas.openxmlformats.org/drawingml/2006/main" prst="roundRect">
            <a:avLst>
              <a:gd name="adj" fmla="val 10843"/>
            </a:avLst>
          </a:prstGeom>
          <a:solidFill xmlns:a="http://schemas.openxmlformats.org/drawingml/2006/main">
            <a:srgbClr val="E9EFF5"/>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228" name="Google Shape;228;p7">
            <a:extLst xmlns:a="http://schemas.openxmlformats.org/drawingml/2006/main">
              <a:ext uri="{FF2B5EF4-FFF2-40B4-BE49-F238E27FC236}">
                <a16:creationId xmlns:a16="http://schemas.microsoft.com/office/drawing/2014/main" id="{790FE6EC-9F06-4AE3-AA73-BF0A052102E0}"/>
              </a:ext>
            </a:extLst>
          </p:cNvPr>
          <p:cNvSpPr>
            <a:spLocks xmlns:a="http://schemas.openxmlformats.org/drawingml/2006/main" noGrp="1"/>
          </p:cNvSpPr>
          <p:nvPr/>
        </p:nvSpPr>
        <p:spPr>
          <a:xfrm xmlns:a="http://schemas.openxmlformats.org/drawingml/2006/main">
            <a:off x="3581400" y="3924300"/>
            <a:ext cx="228600" cy="228600"/>
          </a:xfrm>
          <a:prstGeom xmlns:a="http://schemas.openxmlformats.org/drawingml/2006/main" prst="ellipse">
            <a:avLst/>
          </a:prstGeom>
          <a:solidFill xmlns:a="http://schemas.openxmlformats.org/drawingml/2006/main">
            <a:srgbClr val="062F5B"/>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229" name="Google Shape;229;p7">
            <a:extLst xmlns:a="http://schemas.openxmlformats.org/drawingml/2006/main">
              <a:ext uri="{FF2B5EF4-FFF2-40B4-BE49-F238E27FC236}">
                <a16:creationId xmlns:a16="http://schemas.microsoft.com/office/drawing/2014/main" id="{324811D7-4EF7-4F1E-ABA5-0AAC496B4310}"/>
              </a:ext>
            </a:extLst>
          </p:cNvPr>
          <p:cNvSpPr>
            <a:spLocks xmlns:a="http://schemas.openxmlformats.org/drawingml/2006/main" noGrp="1"/>
          </p:cNvSpPr>
          <p:nvPr/>
        </p:nvSpPr>
        <p:spPr>
          <a:xfrm xmlns:a="http://schemas.openxmlformats.org/drawingml/2006/main">
            <a:off x="3596640" y="3939540"/>
            <a:ext cx="198120" cy="205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ctr">
              <a:lnSpc>
                <a:spcPct val="100000"/>
              </a:lnSpc>
              <a:spcBef>
                <a:spcPts val="0"/>
              </a:spcBef>
              <a:spcAft>
                <a:spcPts val="0"/>
              </a:spcAft>
              <a:buClr>
                <a:srgbClr val="000000"/>
              </a:buClr>
              <a:buSzPts val="1080"/>
              <a:buFont typeface="Arial"/>
              <a:buNone/>
              <a:defRPr>
                <a:latin typeface="Apple SD Gothic Neo"/>
                <a:ea typeface="Apple SD Gothic Neo"/>
                <a:cs typeface="Apple SD Gothic Neo"/>
              </a:defRPr>
            </a:pPr>
            <a:r>
              <a:rPr sz="1080" b="1" i="0" u="none" strike="noStrike" cap="none" spc="0">
                <a:solidFill>
                  <a:srgbClr val="FFFFFF"/>
                </a:solidFill>
                <a:latin typeface="Apple SD Gothic Neo"/>
                <a:ea typeface="Apple SD Gothic Neo"/>
                <a:cs typeface="Apple SD Gothic Neo"/>
              </a:rPr>
              <a:t>2</a:t>
            </a:r>
            <a:endParaRPr/>
          </a:p>
        </p:txBody>
      </p:sp>
      <p:sp>
        <p:nvSpPr>
          <p:cNvPr id="230" name="Google Shape;230;p7">
            <a:extLst xmlns:a="http://schemas.openxmlformats.org/drawingml/2006/main">
              <a:ext uri="{FF2B5EF4-FFF2-40B4-BE49-F238E27FC236}">
                <a16:creationId xmlns:a16="http://schemas.microsoft.com/office/drawing/2014/main" id="{CD2F33B5-32FE-4891-9A9D-954B7FC9A3BC}"/>
              </a:ext>
            </a:extLst>
          </p:cNvPr>
          <p:cNvSpPr>
            <a:spLocks xmlns:a="http://schemas.openxmlformats.org/drawingml/2006/main" noGrp="1"/>
          </p:cNvSpPr>
          <p:nvPr/>
        </p:nvSpPr>
        <p:spPr>
          <a:xfrm xmlns:a="http://schemas.openxmlformats.org/drawingml/2006/main">
            <a:off x="6370320" y="3802380"/>
            <a:ext cx="2362200" cy="1264920"/>
          </a:xfrm>
          <a:prstGeom xmlns:a="http://schemas.openxmlformats.org/drawingml/2006/main" prst="roundRect">
            <a:avLst>
              <a:gd name="adj" fmla="val 10843"/>
            </a:avLst>
          </a:prstGeom>
          <a:solidFill xmlns:a="http://schemas.openxmlformats.org/drawingml/2006/main">
            <a:srgbClr val="F8EDDD"/>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231" name="Google Shape;231;p7">
            <a:extLst xmlns:a="http://schemas.openxmlformats.org/drawingml/2006/main">
              <a:ext uri="{FF2B5EF4-FFF2-40B4-BE49-F238E27FC236}">
                <a16:creationId xmlns:a16="http://schemas.microsoft.com/office/drawing/2014/main" id="{E5D41138-2ADA-41C4-AB63-26D7C4BC8100}"/>
              </a:ext>
            </a:extLst>
          </p:cNvPr>
          <p:cNvSpPr>
            <a:spLocks xmlns:a="http://schemas.openxmlformats.org/drawingml/2006/main" noGrp="1"/>
          </p:cNvSpPr>
          <p:nvPr/>
        </p:nvSpPr>
        <p:spPr>
          <a:xfrm xmlns:a="http://schemas.openxmlformats.org/drawingml/2006/main">
            <a:off x="6492240" y="3924300"/>
            <a:ext cx="228600" cy="228600"/>
          </a:xfrm>
          <a:prstGeom xmlns:a="http://schemas.openxmlformats.org/drawingml/2006/main" prst="ellipse">
            <a:avLst/>
          </a:prstGeom>
          <a:solidFill xmlns:a="http://schemas.openxmlformats.org/drawingml/2006/main">
            <a:srgbClr val="B96928"/>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232" name="Google Shape;232;p7">
            <a:extLst xmlns:a="http://schemas.openxmlformats.org/drawingml/2006/main">
              <a:ext uri="{FF2B5EF4-FFF2-40B4-BE49-F238E27FC236}">
                <a16:creationId xmlns:a16="http://schemas.microsoft.com/office/drawing/2014/main" id="{2501C477-AF91-47C8-9654-1A77F88535FA}"/>
              </a:ext>
            </a:extLst>
          </p:cNvPr>
          <p:cNvSpPr>
            <a:spLocks xmlns:a="http://schemas.openxmlformats.org/drawingml/2006/main" noGrp="1"/>
          </p:cNvSpPr>
          <p:nvPr/>
        </p:nvSpPr>
        <p:spPr>
          <a:xfrm xmlns:a="http://schemas.openxmlformats.org/drawingml/2006/main">
            <a:off x="6507480" y="3939540"/>
            <a:ext cx="198120" cy="205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ctr">
              <a:lnSpc>
                <a:spcPct val="100000"/>
              </a:lnSpc>
              <a:spcBef>
                <a:spcPts val="0"/>
              </a:spcBef>
              <a:spcAft>
                <a:spcPts val="0"/>
              </a:spcAft>
              <a:buClr>
                <a:srgbClr val="000000"/>
              </a:buClr>
              <a:buSzPts val="1080"/>
              <a:buFont typeface="Arial"/>
              <a:buNone/>
              <a:defRPr>
                <a:latin typeface="Apple SD Gothic Neo"/>
                <a:ea typeface="Apple SD Gothic Neo"/>
                <a:cs typeface="Apple SD Gothic Neo"/>
              </a:defRPr>
            </a:pPr>
            <a:r>
              <a:rPr sz="1080" b="1" i="0" u="none" strike="noStrike" cap="none" spc="0">
                <a:solidFill>
                  <a:srgbClr val="FFFFFF"/>
                </a:solidFill>
                <a:latin typeface="Apple SD Gothic Neo"/>
                <a:ea typeface="Apple SD Gothic Neo"/>
                <a:cs typeface="Apple SD Gothic Neo"/>
              </a:rPr>
              <a:t>3</a:t>
            </a:r>
            <a:endParaRPr/>
          </a:p>
        </p:txBody>
      </p:sp>
      <p:sp>
        <p:nvSpPr>
          <p:cNvPr id="233" name="Google Shape;233;p7">
            <a:extLst xmlns:a="http://schemas.openxmlformats.org/drawingml/2006/main">
              <a:ext uri="{FF2B5EF4-FFF2-40B4-BE49-F238E27FC236}">
                <a16:creationId xmlns:a16="http://schemas.microsoft.com/office/drawing/2014/main" id="{0DBF6E37-6EDC-4882-9B45-84684B551AFC}"/>
              </a:ext>
            </a:extLst>
          </p:cNvPr>
          <p:cNvSpPr>
            <a:spLocks xmlns:a="http://schemas.openxmlformats.org/drawingml/2006/main" noGrp="1"/>
          </p:cNvSpPr>
          <p:nvPr/>
        </p:nvSpPr>
        <p:spPr>
          <a:xfrm xmlns:a="http://schemas.openxmlformats.org/drawingml/2006/main">
            <a:off x="9281160" y="3802380"/>
            <a:ext cx="2362200" cy="1264920"/>
          </a:xfrm>
          <a:prstGeom xmlns:a="http://schemas.openxmlformats.org/drawingml/2006/main" prst="roundRect">
            <a:avLst>
              <a:gd name="adj" fmla="val 10843"/>
            </a:avLst>
          </a:prstGeom>
          <a:solidFill xmlns:a="http://schemas.openxmlformats.org/drawingml/2006/main">
            <a:srgbClr val="E9EFF5"/>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234" name="Google Shape;234;p7">
            <a:extLst xmlns:a="http://schemas.openxmlformats.org/drawingml/2006/main">
              <a:ext uri="{FF2B5EF4-FFF2-40B4-BE49-F238E27FC236}">
                <a16:creationId xmlns:a16="http://schemas.microsoft.com/office/drawing/2014/main" id="{FECEB2DC-EDAB-4085-A474-6D37ADB3CD06}"/>
              </a:ext>
            </a:extLst>
          </p:cNvPr>
          <p:cNvSpPr>
            <a:spLocks xmlns:a="http://schemas.openxmlformats.org/drawingml/2006/main" noGrp="1"/>
          </p:cNvSpPr>
          <p:nvPr/>
        </p:nvSpPr>
        <p:spPr>
          <a:xfrm xmlns:a="http://schemas.openxmlformats.org/drawingml/2006/main">
            <a:off x="9403080" y="3924300"/>
            <a:ext cx="228600" cy="228600"/>
          </a:xfrm>
          <a:prstGeom xmlns:a="http://schemas.openxmlformats.org/drawingml/2006/main" prst="ellipse">
            <a:avLst/>
          </a:prstGeom>
          <a:solidFill xmlns:a="http://schemas.openxmlformats.org/drawingml/2006/main">
            <a:srgbClr val="245B8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235" name="Google Shape;235;p7">
            <a:extLst xmlns:a="http://schemas.openxmlformats.org/drawingml/2006/main">
              <a:ext uri="{FF2B5EF4-FFF2-40B4-BE49-F238E27FC236}">
                <a16:creationId xmlns:a16="http://schemas.microsoft.com/office/drawing/2014/main" id="{1727AB7A-C27C-46CE-ABAF-1D47B03D478B}"/>
              </a:ext>
            </a:extLst>
          </p:cNvPr>
          <p:cNvSpPr>
            <a:spLocks xmlns:a="http://schemas.openxmlformats.org/drawingml/2006/main" noGrp="1"/>
          </p:cNvSpPr>
          <p:nvPr/>
        </p:nvSpPr>
        <p:spPr>
          <a:xfrm xmlns:a="http://schemas.openxmlformats.org/drawingml/2006/main">
            <a:off x="9418320" y="3939540"/>
            <a:ext cx="198120" cy="205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ctr">
              <a:lnSpc>
                <a:spcPct val="100000"/>
              </a:lnSpc>
              <a:spcBef>
                <a:spcPts val="0"/>
              </a:spcBef>
              <a:spcAft>
                <a:spcPts val="0"/>
              </a:spcAft>
              <a:buClr>
                <a:srgbClr val="000000"/>
              </a:buClr>
              <a:buSzPts val="1080"/>
              <a:buFont typeface="Arial"/>
              <a:buNone/>
              <a:defRPr>
                <a:latin typeface="Apple SD Gothic Neo"/>
                <a:ea typeface="Apple SD Gothic Neo"/>
                <a:cs typeface="Apple SD Gothic Neo"/>
              </a:defRPr>
            </a:pPr>
            <a:r>
              <a:rPr sz="1080" b="1" i="0" u="none" strike="noStrike" cap="none" spc="0">
                <a:solidFill>
                  <a:srgbClr val="FFFFFF"/>
                </a:solidFill>
                <a:latin typeface="Apple SD Gothic Neo"/>
                <a:ea typeface="Apple SD Gothic Neo"/>
                <a:cs typeface="Apple SD Gothic Neo"/>
              </a:rPr>
              <a:t>4</a:t>
            </a:r>
            <a:endParaRPr/>
          </a:p>
        </p:txBody>
      </p:sp>
      <p:sp>
        <p:nvSpPr>
          <p:cNvPr id="236" name="Google Shape;236;p7">
            <a:extLst xmlns:a="http://schemas.openxmlformats.org/drawingml/2006/main">
              <a:ext uri="{FF2B5EF4-FFF2-40B4-BE49-F238E27FC236}">
                <a16:creationId xmlns:a16="http://schemas.microsoft.com/office/drawing/2014/main" id="{DFB9A505-A77D-4E91-9F1C-EBB50511AB09}"/>
              </a:ext>
            </a:extLst>
          </p:cNvPr>
          <p:cNvSpPr>
            <a:spLocks xmlns:a="http://schemas.openxmlformats.org/drawingml/2006/main" noGrp="1"/>
          </p:cNvSpPr>
          <p:nvPr/>
        </p:nvSpPr>
        <p:spPr>
          <a:xfrm xmlns:a="http://schemas.openxmlformats.org/drawingml/2006/main">
            <a:off x="731520" y="4251960"/>
            <a:ext cx="202692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679"/>
              <a:buFont typeface="Arial"/>
              <a:buNone/>
              <a:defRPr>
                <a:solidFill>
                  <a:srgbClr val="20324C"/>
                </a:solidFill>
                <a:latin typeface="Apple SD Gothic Neo"/>
                <a:ea typeface="Apple SD Gothic Neo"/>
                <a:cs typeface="Apple SD Gothic Neo"/>
              </a:defRPr>
            </a:pPr>
            <a:r>
              <a:rPr sz="1680" b="1" i="0" u="none" strike="noStrike" cap="none" spc="0">
                <a:solidFill>
                  <a:srgbClr val="20324C"/>
                </a:solidFill>
                <a:latin typeface="Apple SD Gothic Neo"/>
                <a:ea typeface="Apple SD Gothic Neo"/>
                <a:cs typeface="Apple SD Gothic Neo"/>
              </a:rPr>
              <a:t>새 입력 반영</a:t>
            </a:r>
            <a:endParaRPr/>
          </a:p>
        </p:txBody>
      </p:sp>
      <p:sp>
        <p:nvSpPr>
          <p:cNvPr id="237" name="Google Shape;237;p7">
            <a:extLst xmlns:a="http://schemas.openxmlformats.org/drawingml/2006/main">
              <a:ext uri="{FF2B5EF4-FFF2-40B4-BE49-F238E27FC236}">
                <a16:creationId xmlns:a16="http://schemas.microsoft.com/office/drawing/2014/main" id="{417813D6-890E-4665-A98F-E263A0CCCBBF}"/>
              </a:ext>
            </a:extLst>
          </p:cNvPr>
          <p:cNvSpPr>
            <a:spLocks xmlns:a="http://schemas.openxmlformats.org/drawingml/2006/main" noGrp="1"/>
          </p:cNvSpPr>
          <p:nvPr/>
        </p:nvSpPr>
        <p:spPr>
          <a:xfrm xmlns:a="http://schemas.openxmlformats.org/drawingml/2006/main">
            <a:off x="731520" y="4625340"/>
            <a:ext cx="20574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65707C"/>
                </a:solidFill>
                <a:latin typeface="Apple SD Gothic Neo"/>
                <a:ea typeface="Apple SD Gothic Neo"/>
                <a:cs typeface="Apple SD Gothic Neo"/>
              </a:defRPr>
            </a:defPPr>
            <a:lvl1pPr>
              <a:defRPr>
                <a:solidFill>
                  <a:srgbClr val="65707C"/>
                </a:solidFill>
                <a:latin typeface="Apple SD Gothic Neo"/>
                <a:ea typeface="Apple SD Gothic Neo"/>
                <a:cs typeface="Apple SD Gothic Neo"/>
              </a:defRPr>
            </a:lvl1pPr>
            <a:lvl2pPr>
              <a:defRPr>
                <a:solidFill>
                  <a:srgbClr val="65707C"/>
                </a:solidFill>
                <a:latin typeface="Apple SD Gothic Neo"/>
                <a:ea typeface="Apple SD Gothic Neo"/>
                <a:cs typeface="Apple SD Gothic Neo"/>
              </a:defRPr>
            </a:lvl2pPr>
            <a:lvl3pPr>
              <a:defRPr>
                <a:solidFill>
                  <a:srgbClr val="65707C"/>
                </a:solidFill>
                <a:latin typeface="Apple SD Gothic Neo"/>
                <a:ea typeface="Apple SD Gothic Neo"/>
                <a:cs typeface="Apple SD Gothic Neo"/>
              </a:defRPr>
            </a:lvl3pPr>
            <a:lvl4pPr>
              <a:defRPr>
                <a:solidFill>
                  <a:srgbClr val="65707C"/>
                </a:solidFill>
                <a:latin typeface="Apple SD Gothic Neo"/>
                <a:ea typeface="Apple SD Gothic Neo"/>
                <a:cs typeface="Apple SD Gothic Neo"/>
              </a:defRPr>
            </a:lvl4pPr>
            <a:lvl5pPr>
              <a:defRPr>
                <a:solidFill>
                  <a:srgbClr val="65707C"/>
                </a:solidFill>
                <a:latin typeface="Apple SD Gothic Neo"/>
                <a:ea typeface="Apple SD Gothic Neo"/>
                <a:cs typeface="Apple SD Gothic Neo"/>
              </a:defRPr>
            </a:lvl5pPr>
            <a:lvl6pPr>
              <a:defRPr>
                <a:solidFill>
                  <a:srgbClr val="65707C"/>
                </a:solidFill>
                <a:latin typeface="Apple SD Gothic Neo"/>
                <a:ea typeface="Apple SD Gothic Neo"/>
                <a:cs typeface="Apple SD Gothic Neo"/>
              </a:defRPr>
            </a:lvl6pPr>
            <a:lvl7pPr>
              <a:defRPr>
                <a:solidFill>
                  <a:srgbClr val="65707C"/>
                </a:solidFill>
                <a:latin typeface="Apple SD Gothic Neo"/>
                <a:ea typeface="Apple SD Gothic Neo"/>
                <a:cs typeface="Apple SD Gothic Neo"/>
              </a:defRPr>
            </a:lvl7pPr>
            <a:lvl8pPr>
              <a:defRPr>
                <a:solidFill>
                  <a:srgbClr val="65707C"/>
                </a:solidFill>
                <a:latin typeface="Apple SD Gothic Neo"/>
                <a:ea typeface="Apple SD Gothic Neo"/>
                <a:cs typeface="Apple SD Gothic Neo"/>
              </a:defRPr>
            </a:lvl8pPr>
            <a:lvl9pPr>
              <a:defRPr>
                <a:solidFill>
                  <a:srgbClr val="65707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320"/>
              <a:buFont typeface="Arial"/>
              <a:buNone/>
              <a:defRPr>
                <a:solidFill>
                  <a:srgbClr val="65707C"/>
                </a:solidFill>
                <a:latin typeface="Apple SD Gothic Neo"/>
                <a:ea typeface="Apple SD Gothic Neo"/>
                <a:cs typeface="Apple SD Gothic Neo"/>
              </a:defRPr>
            </a:pPr>
            <a:r>
              <a:rPr sz="1320" b="0" i="0" u="none" strike="noStrike" cap="none" spc="0">
                <a:solidFill>
                  <a:srgbClr val="65707C"/>
                </a:solidFill>
                <a:latin typeface="Apple SD Gothic Neo"/>
                <a:ea typeface="Apple SD Gothic Neo"/>
                <a:cs typeface="Apple SD Gothic Neo"/>
              </a:rPr>
              <a:t>자료·위치·사용자 상태</a:t>
            </a:r>
            <a:endParaRPr/>
          </a:p>
        </p:txBody>
      </p:sp>
      <p:sp>
        <p:nvSpPr>
          <p:cNvPr id="238" name="Google Shape;238;p7">
            <a:extLst xmlns:a="http://schemas.openxmlformats.org/drawingml/2006/main">
              <a:ext uri="{FF2B5EF4-FFF2-40B4-BE49-F238E27FC236}">
                <a16:creationId xmlns:a16="http://schemas.microsoft.com/office/drawing/2014/main" id="{CE9232C5-99FC-494F-87A0-31470622751E}"/>
              </a:ext>
            </a:extLst>
          </p:cNvPr>
          <p:cNvSpPr>
            <a:spLocks xmlns:a="http://schemas.openxmlformats.org/drawingml/2006/main" noGrp="1"/>
          </p:cNvSpPr>
          <p:nvPr/>
        </p:nvSpPr>
        <p:spPr>
          <a:xfrm xmlns:a="http://schemas.openxmlformats.org/drawingml/2006/main">
            <a:off x="3642360" y="4251960"/>
            <a:ext cx="202692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679"/>
              <a:buFont typeface="Arial"/>
              <a:buNone/>
              <a:defRPr>
                <a:solidFill>
                  <a:srgbClr val="20324C"/>
                </a:solidFill>
                <a:latin typeface="Apple SD Gothic Neo"/>
                <a:ea typeface="Apple SD Gothic Neo"/>
                <a:cs typeface="Apple SD Gothic Neo"/>
              </a:defRPr>
            </a:pPr>
            <a:r>
              <a:rPr sz="1680" b="1" i="0" u="none" strike="noStrike" cap="none" spc="0">
                <a:solidFill>
                  <a:srgbClr val="20324C"/>
                </a:solidFill>
                <a:latin typeface="Apple SD Gothic Neo"/>
                <a:ea typeface="Apple SD Gothic Neo"/>
                <a:cs typeface="Apple SD Gothic Neo"/>
              </a:rPr>
              <a:t>개인별 재평가</a:t>
            </a:r>
            <a:endParaRPr/>
          </a:p>
        </p:txBody>
      </p:sp>
      <p:sp>
        <p:nvSpPr>
          <p:cNvPr id="239" name="Google Shape;239;p7">
            <a:extLst xmlns:a="http://schemas.openxmlformats.org/drawingml/2006/main">
              <a:ext uri="{FF2B5EF4-FFF2-40B4-BE49-F238E27FC236}">
                <a16:creationId xmlns:a16="http://schemas.microsoft.com/office/drawing/2014/main" id="{17D8A2AA-4C72-43BB-8912-E1AECEF21044}"/>
              </a:ext>
            </a:extLst>
          </p:cNvPr>
          <p:cNvSpPr>
            <a:spLocks xmlns:a="http://schemas.openxmlformats.org/drawingml/2006/main" noGrp="1"/>
          </p:cNvSpPr>
          <p:nvPr/>
        </p:nvSpPr>
        <p:spPr>
          <a:xfrm xmlns:a="http://schemas.openxmlformats.org/drawingml/2006/main">
            <a:off x="3642360" y="4625340"/>
            <a:ext cx="20574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65707C"/>
                </a:solidFill>
                <a:latin typeface="Apple SD Gothic Neo"/>
                <a:ea typeface="Apple SD Gothic Neo"/>
                <a:cs typeface="Apple SD Gothic Neo"/>
              </a:defRPr>
            </a:defPPr>
            <a:lvl1pPr>
              <a:defRPr>
                <a:solidFill>
                  <a:srgbClr val="65707C"/>
                </a:solidFill>
                <a:latin typeface="Apple SD Gothic Neo"/>
                <a:ea typeface="Apple SD Gothic Neo"/>
                <a:cs typeface="Apple SD Gothic Neo"/>
              </a:defRPr>
            </a:lvl1pPr>
            <a:lvl2pPr>
              <a:defRPr>
                <a:solidFill>
                  <a:srgbClr val="65707C"/>
                </a:solidFill>
                <a:latin typeface="Apple SD Gothic Neo"/>
                <a:ea typeface="Apple SD Gothic Neo"/>
                <a:cs typeface="Apple SD Gothic Neo"/>
              </a:defRPr>
            </a:lvl2pPr>
            <a:lvl3pPr>
              <a:defRPr>
                <a:solidFill>
                  <a:srgbClr val="65707C"/>
                </a:solidFill>
                <a:latin typeface="Apple SD Gothic Neo"/>
                <a:ea typeface="Apple SD Gothic Neo"/>
                <a:cs typeface="Apple SD Gothic Neo"/>
              </a:defRPr>
            </a:lvl3pPr>
            <a:lvl4pPr>
              <a:defRPr>
                <a:solidFill>
                  <a:srgbClr val="65707C"/>
                </a:solidFill>
                <a:latin typeface="Apple SD Gothic Neo"/>
                <a:ea typeface="Apple SD Gothic Neo"/>
                <a:cs typeface="Apple SD Gothic Neo"/>
              </a:defRPr>
            </a:lvl4pPr>
            <a:lvl5pPr>
              <a:defRPr>
                <a:solidFill>
                  <a:srgbClr val="65707C"/>
                </a:solidFill>
                <a:latin typeface="Apple SD Gothic Neo"/>
                <a:ea typeface="Apple SD Gothic Neo"/>
                <a:cs typeface="Apple SD Gothic Neo"/>
              </a:defRPr>
            </a:lvl5pPr>
            <a:lvl6pPr>
              <a:defRPr>
                <a:solidFill>
                  <a:srgbClr val="65707C"/>
                </a:solidFill>
                <a:latin typeface="Apple SD Gothic Neo"/>
                <a:ea typeface="Apple SD Gothic Neo"/>
                <a:cs typeface="Apple SD Gothic Neo"/>
              </a:defRPr>
            </a:lvl6pPr>
            <a:lvl7pPr>
              <a:defRPr>
                <a:solidFill>
                  <a:srgbClr val="65707C"/>
                </a:solidFill>
                <a:latin typeface="Apple SD Gothic Neo"/>
                <a:ea typeface="Apple SD Gothic Neo"/>
                <a:cs typeface="Apple SD Gothic Neo"/>
              </a:defRPr>
            </a:lvl7pPr>
            <a:lvl8pPr>
              <a:defRPr>
                <a:solidFill>
                  <a:srgbClr val="65707C"/>
                </a:solidFill>
                <a:latin typeface="Apple SD Gothic Neo"/>
                <a:ea typeface="Apple SD Gothic Neo"/>
                <a:cs typeface="Apple SD Gothic Neo"/>
              </a:defRPr>
            </a:lvl8pPr>
            <a:lvl9pPr>
              <a:defRPr>
                <a:solidFill>
                  <a:srgbClr val="65707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320"/>
              <a:buFont typeface="Arial"/>
              <a:buNone/>
              <a:defRPr>
                <a:solidFill>
                  <a:srgbClr val="65707C"/>
                </a:solidFill>
                <a:latin typeface="Apple SD Gothic Neo"/>
                <a:ea typeface="Apple SD Gothic Neo"/>
                <a:cs typeface="Apple SD Gothic Neo"/>
              </a:defRPr>
            </a:pPr>
            <a:r>
              <a:rPr sz="1320" b="0" i="0" u="none" strike="noStrike" cap="none" spc="0">
                <a:solidFill>
                  <a:srgbClr val="65707C"/>
                </a:solidFill>
                <a:latin typeface="Apple SD Gothic Neo"/>
                <a:ea typeface="Apple SD Gothic Neo"/>
                <a:cs typeface="Apple SD Gothic Neo"/>
              </a:rPr>
              <a:t>기본 지침과 고정 규칙</a:t>
            </a:r>
            <a:endParaRPr/>
          </a:p>
        </p:txBody>
      </p:sp>
      <p:sp>
        <p:nvSpPr>
          <p:cNvPr id="240" name="Google Shape;240;p7">
            <a:extLst xmlns:a="http://schemas.openxmlformats.org/drawingml/2006/main">
              <a:ext uri="{FF2B5EF4-FFF2-40B4-BE49-F238E27FC236}">
                <a16:creationId xmlns:a16="http://schemas.microsoft.com/office/drawing/2014/main" id="{A50630F1-945A-4E4A-9884-24FCD79E0308}"/>
              </a:ext>
            </a:extLst>
          </p:cNvPr>
          <p:cNvSpPr>
            <a:spLocks xmlns:a="http://schemas.openxmlformats.org/drawingml/2006/main" noGrp="1"/>
          </p:cNvSpPr>
          <p:nvPr/>
        </p:nvSpPr>
        <p:spPr>
          <a:xfrm xmlns:a="http://schemas.openxmlformats.org/drawingml/2006/main">
            <a:off x="6553200" y="4213860"/>
            <a:ext cx="202692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679"/>
              <a:buFont typeface="Arial"/>
              <a:buNone/>
              <a:defRPr>
                <a:solidFill>
                  <a:srgbClr val="20324C"/>
                </a:solidFill>
                <a:latin typeface="Apple SD Gothic Neo"/>
                <a:ea typeface="Apple SD Gothic Neo"/>
                <a:cs typeface="Apple SD Gothic Neo"/>
              </a:defRPr>
            </a:pPr>
            <a:r>
              <a:rPr sz="1680" b="1" i="0" u="none" strike="noStrike" cap="none" spc="0">
                <a:solidFill>
                  <a:srgbClr val="20324C"/>
                </a:solidFill>
                <a:latin typeface="Apple SD Gothic Neo"/>
                <a:ea typeface="Apple SD Gothic Neo"/>
                <a:cs typeface="Apple SD Gothic Neo"/>
              </a:rPr>
              <a:t>대응 단계와 행동</a:t>
            </a:r>
            <a:endParaRPr/>
          </a:p>
        </p:txBody>
      </p:sp>
      <p:sp>
        <p:nvSpPr>
          <p:cNvPr id="241" name="Google Shape;241;p7">
            <a:extLst xmlns:a="http://schemas.openxmlformats.org/drawingml/2006/main">
              <a:ext uri="{FF2B5EF4-FFF2-40B4-BE49-F238E27FC236}">
                <a16:creationId xmlns:a16="http://schemas.microsoft.com/office/drawing/2014/main" id="{21C66791-CC02-4D85-B2A2-17B06525D8A8}"/>
              </a:ext>
            </a:extLst>
          </p:cNvPr>
          <p:cNvSpPr>
            <a:spLocks xmlns:a="http://schemas.openxmlformats.org/drawingml/2006/main" noGrp="1"/>
          </p:cNvSpPr>
          <p:nvPr/>
        </p:nvSpPr>
        <p:spPr>
          <a:xfrm xmlns:a="http://schemas.openxmlformats.org/drawingml/2006/main">
            <a:off x="6515100" y="4602480"/>
            <a:ext cx="655320" cy="274320"/>
          </a:xfrm>
          <a:prstGeom xmlns:a="http://schemas.openxmlformats.org/drawingml/2006/main" prst="roundRect">
            <a:avLst>
              <a:gd name="adj" fmla="val 50000"/>
            </a:avLst>
          </a:prstGeom>
          <a:solidFill xmlns:a="http://schemas.openxmlformats.org/drawingml/2006/main">
            <a:srgbClr val="F8E4A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242" name="Google Shape;242;p7">
            <a:extLst xmlns:a="http://schemas.openxmlformats.org/drawingml/2006/main">
              <a:ext uri="{FF2B5EF4-FFF2-40B4-BE49-F238E27FC236}">
                <a16:creationId xmlns:a16="http://schemas.microsoft.com/office/drawing/2014/main" id="{B67941B3-332B-4D72-9FB8-28CD1997A459}"/>
              </a:ext>
            </a:extLst>
          </p:cNvPr>
          <p:cNvSpPr>
            <a:spLocks xmlns:a="http://schemas.openxmlformats.org/drawingml/2006/main" noGrp="1"/>
          </p:cNvSpPr>
          <p:nvPr/>
        </p:nvSpPr>
        <p:spPr>
          <a:xfrm xmlns:a="http://schemas.openxmlformats.org/drawingml/2006/main">
            <a:off x="6515100" y="4617720"/>
            <a:ext cx="6553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ctr">
              <a:lnSpc>
                <a:spcPct val="100000"/>
              </a:lnSpc>
              <a:spcBef>
                <a:spcPts val="0"/>
              </a:spcBef>
              <a:spcAft>
                <a:spcPts val="0"/>
              </a:spcAft>
              <a:buClr>
                <a:srgbClr val="000000"/>
              </a:buClr>
              <a:buSzPts val="1140"/>
              <a:buFont typeface="Arial"/>
              <a:buNone/>
              <a:defRPr>
                <a:latin typeface="Apple SD Gothic Neo"/>
                <a:ea typeface="Apple SD Gothic Neo"/>
                <a:cs typeface="Apple SD Gothic Neo"/>
              </a:defRPr>
            </a:pPr>
            <a:r>
              <a:rPr sz="1140" b="1" i="0" u="none" strike="noStrike" cap="none" spc="0">
                <a:solidFill>
                  <a:srgbClr val="B96928"/>
                </a:solidFill>
                <a:latin typeface="Apple SD Gothic Neo"/>
                <a:ea typeface="Apple SD Gothic Neo"/>
                <a:cs typeface="Apple SD Gothic Neo"/>
              </a:rPr>
              <a:t>1 경고</a:t>
            </a:r>
            <a:endParaRPr/>
          </a:p>
        </p:txBody>
      </p:sp>
      <p:sp>
        <p:nvSpPr>
          <p:cNvPr id="243" name="Google Shape;243;p7">
            <a:extLst xmlns:a="http://schemas.openxmlformats.org/drawingml/2006/main">
              <a:ext uri="{FF2B5EF4-FFF2-40B4-BE49-F238E27FC236}">
                <a16:creationId xmlns:a16="http://schemas.microsoft.com/office/drawing/2014/main" id="{5E98A9AD-D651-487A-A576-1C640AE8B6D6}"/>
              </a:ext>
            </a:extLst>
          </p:cNvPr>
          <p:cNvSpPr>
            <a:spLocks xmlns:a="http://schemas.openxmlformats.org/drawingml/2006/main" noGrp="1"/>
          </p:cNvSpPr>
          <p:nvPr/>
        </p:nvSpPr>
        <p:spPr>
          <a:xfrm xmlns:a="http://schemas.openxmlformats.org/drawingml/2006/main">
            <a:off x="7223760" y="4602480"/>
            <a:ext cx="655320" cy="274320"/>
          </a:xfrm>
          <a:prstGeom xmlns:a="http://schemas.openxmlformats.org/drawingml/2006/main" prst="roundRect">
            <a:avLst>
              <a:gd name="adj" fmla="val 50000"/>
            </a:avLst>
          </a:prstGeom>
          <a:solidFill xmlns:a="http://schemas.openxmlformats.org/drawingml/2006/main">
            <a:srgbClr val="F4D8BB"/>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244" name="Google Shape;244;p7">
            <a:extLst xmlns:a="http://schemas.openxmlformats.org/drawingml/2006/main">
              <a:ext uri="{FF2B5EF4-FFF2-40B4-BE49-F238E27FC236}">
                <a16:creationId xmlns:a16="http://schemas.microsoft.com/office/drawing/2014/main" id="{10DB8720-3FC0-40C5-BB57-13A13FF3ABD1}"/>
              </a:ext>
            </a:extLst>
          </p:cNvPr>
          <p:cNvSpPr>
            <a:spLocks xmlns:a="http://schemas.openxmlformats.org/drawingml/2006/main" noGrp="1"/>
          </p:cNvSpPr>
          <p:nvPr/>
        </p:nvSpPr>
        <p:spPr>
          <a:xfrm xmlns:a="http://schemas.openxmlformats.org/drawingml/2006/main">
            <a:off x="7223760" y="4617720"/>
            <a:ext cx="6553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ctr">
              <a:lnSpc>
                <a:spcPct val="100000"/>
              </a:lnSpc>
              <a:spcBef>
                <a:spcPts val="0"/>
              </a:spcBef>
              <a:spcAft>
                <a:spcPts val="0"/>
              </a:spcAft>
              <a:buClr>
                <a:srgbClr val="000000"/>
              </a:buClr>
              <a:buSzPts val="1140"/>
              <a:buFont typeface="Arial"/>
              <a:buNone/>
              <a:defRPr>
                <a:latin typeface="Apple SD Gothic Neo"/>
                <a:ea typeface="Apple SD Gothic Neo"/>
                <a:cs typeface="Apple SD Gothic Neo"/>
              </a:defRPr>
            </a:pPr>
            <a:r>
              <a:rPr sz="1140" b="1" i="0" u="none" strike="noStrike" cap="none" spc="0">
                <a:solidFill>
                  <a:srgbClr val="B96928"/>
                </a:solidFill>
                <a:latin typeface="Apple SD Gothic Neo"/>
                <a:ea typeface="Apple SD Gothic Neo"/>
                <a:cs typeface="Apple SD Gothic Neo"/>
              </a:rPr>
              <a:t>2 대피</a:t>
            </a:r>
            <a:endParaRPr/>
          </a:p>
        </p:txBody>
      </p:sp>
      <p:sp>
        <p:nvSpPr>
          <p:cNvPr id="245" name="Google Shape;245;p7">
            <a:extLst xmlns:a="http://schemas.openxmlformats.org/drawingml/2006/main">
              <a:ext uri="{FF2B5EF4-FFF2-40B4-BE49-F238E27FC236}">
                <a16:creationId xmlns:a16="http://schemas.microsoft.com/office/drawing/2014/main" id="{55B83D36-CB4B-468E-BD80-21E0D07B9B86}"/>
              </a:ext>
            </a:extLst>
          </p:cNvPr>
          <p:cNvSpPr>
            <a:spLocks xmlns:a="http://schemas.openxmlformats.org/drawingml/2006/main" noGrp="1"/>
          </p:cNvSpPr>
          <p:nvPr/>
        </p:nvSpPr>
        <p:spPr>
          <a:xfrm xmlns:a="http://schemas.openxmlformats.org/drawingml/2006/main">
            <a:off x="7932420" y="4602480"/>
            <a:ext cx="655320" cy="274320"/>
          </a:xfrm>
          <a:prstGeom xmlns:a="http://schemas.openxmlformats.org/drawingml/2006/main" prst="roundRect">
            <a:avLst>
              <a:gd name="adj" fmla="val 50000"/>
            </a:avLst>
          </a:prstGeom>
          <a:solidFill xmlns:a="http://schemas.openxmlformats.org/drawingml/2006/main">
            <a:srgbClr val="F0C6B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246" name="Google Shape;246;p7">
            <a:extLst xmlns:a="http://schemas.openxmlformats.org/drawingml/2006/main">
              <a:ext uri="{FF2B5EF4-FFF2-40B4-BE49-F238E27FC236}">
                <a16:creationId xmlns:a16="http://schemas.microsoft.com/office/drawing/2014/main" id="{B030ADAA-40A2-4CD9-BCD9-CE385C7FA1EA}"/>
              </a:ext>
            </a:extLst>
          </p:cNvPr>
          <p:cNvSpPr>
            <a:spLocks xmlns:a="http://schemas.openxmlformats.org/drawingml/2006/main" noGrp="1"/>
          </p:cNvSpPr>
          <p:nvPr/>
        </p:nvSpPr>
        <p:spPr>
          <a:xfrm xmlns:a="http://schemas.openxmlformats.org/drawingml/2006/main">
            <a:off x="7932420" y="4617720"/>
            <a:ext cx="6553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ctr">
              <a:lnSpc>
                <a:spcPct val="100000"/>
              </a:lnSpc>
              <a:spcBef>
                <a:spcPts val="0"/>
              </a:spcBef>
              <a:spcAft>
                <a:spcPts val="0"/>
              </a:spcAft>
              <a:buClr>
                <a:srgbClr val="000000"/>
              </a:buClr>
              <a:buSzPts val="1140"/>
              <a:buFont typeface="Arial"/>
              <a:buNone/>
              <a:defRPr>
                <a:latin typeface="Apple SD Gothic Neo"/>
                <a:ea typeface="Apple SD Gothic Neo"/>
                <a:cs typeface="Apple SD Gothic Neo"/>
              </a:defRPr>
            </a:pPr>
            <a:r>
              <a:rPr sz="1140" b="1" i="0" u="none" strike="noStrike" cap="none" spc="0">
                <a:solidFill>
                  <a:srgbClr val="BD463E"/>
                </a:solidFill>
                <a:latin typeface="Apple SD Gothic Neo"/>
                <a:ea typeface="Apple SD Gothic Neo"/>
                <a:cs typeface="Apple SD Gothic Neo"/>
              </a:rPr>
              <a:t>3 위급</a:t>
            </a:r>
            <a:endParaRPr/>
          </a:p>
        </p:txBody>
      </p:sp>
      <p:sp>
        <p:nvSpPr>
          <p:cNvPr id="247" name="Google Shape;247;p7">
            <a:extLst xmlns:a="http://schemas.openxmlformats.org/drawingml/2006/main">
              <a:ext uri="{FF2B5EF4-FFF2-40B4-BE49-F238E27FC236}">
                <a16:creationId xmlns:a16="http://schemas.microsoft.com/office/drawing/2014/main" id="{1E85DE72-DE61-49C6-9192-AACFA04D976E}"/>
              </a:ext>
            </a:extLst>
          </p:cNvPr>
          <p:cNvSpPr>
            <a:spLocks xmlns:a="http://schemas.openxmlformats.org/drawingml/2006/main" noGrp="1"/>
          </p:cNvSpPr>
          <p:nvPr/>
        </p:nvSpPr>
        <p:spPr>
          <a:xfrm xmlns:a="http://schemas.openxmlformats.org/drawingml/2006/main">
            <a:off x="9464040" y="4251960"/>
            <a:ext cx="20193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679"/>
              <a:buFont typeface="Arial"/>
              <a:buNone/>
              <a:defRPr>
                <a:solidFill>
                  <a:srgbClr val="20324C"/>
                </a:solidFill>
                <a:latin typeface="Apple SD Gothic Neo"/>
                <a:ea typeface="Apple SD Gothic Neo"/>
                <a:cs typeface="Apple SD Gothic Neo"/>
              </a:defRPr>
            </a:pPr>
            <a:r>
              <a:rPr sz="1680" b="1" i="0" u="none" strike="noStrike" cap="none" spc="0">
                <a:solidFill>
                  <a:srgbClr val="20324C"/>
                </a:solidFill>
                <a:latin typeface="Apple SD Gothic Neo"/>
                <a:ea typeface="Apple SD Gothic Neo"/>
                <a:cs typeface="Apple SD Gothic Neo"/>
              </a:rPr>
              <a:t>화면 갱신</a:t>
            </a:r>
            <a:endParaRPr/>
          </a:p>
        </p:txBody>
      </p:sp>
      <p:sp>
        <p:nvSpPr>
          <p:cNvPr id="248" name="Google Shape;248;p7">
            <a:extLst xmlns:a="http://schemas.openxmlformats.org/drawingml/2006/main">
              <a:ext uri="{FF2B5EF4-FFF2-40B4-BE49-F238E27FC236}">
                <a16:creationId xmlns:a16="http://schemas.microsoft.com/office/drawing/2014/main" id="{4DA5288C-6381-4757-BBF8-EEF877681B10}"/>
              </a:ext>
            </a:extLst>
          </p:cNvPr>
          <p:cNvSpPr>
            <a:spLocks xmlns:a="http://schemas.openxmlformats.org/drawingml/2006/main" noGrp="1"/>
          </p:cNvSpPr>
          <p:nvPr/>
        </p:nvSpPr>
        <p:spPr>
          <a:xfrm xmlns:a="http://schemas.openxmlformats.org/drawingml/2006/main">
            <a:off x="9464040" y="4625340"/>
            <a:ext cx="20193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65707C"/>
                </a:solidFill>
                <a:latin typeface="Apple SD Gothic Neo"/>
                <a:ea typeface="Apple SD Gothic Neo"/>
                <a:cs typeface="Apple SD Gothic Neo"/>
              </a:defRPr>
            </a:defPPr>
            <a:lvl1pPr>
              <a:defRPr>
                <a:solidFill>
                  <a:srgbClr val="65707C"/>
                </a:solidFill>
                <a:latin typeface="Apple SD Gothic Neo"/>
                <a:ea typeface="Apple SD Gothic Neo"/>
                <a:cs typeface="Apple SD Gothic Neo"/>
              </a:defRPr>
            </a:lvl1pPr>
            <a:lvl2pPr>
              <a:defRPr>
                <a:solidFill>
                  <a:srgbClr val="65707C"/>
                </a:solidFill>
                <a:latin typeface="Apple SD Gothic Neo"/>
                <a:ea typeface="Apple SD Gothic Neo"/>
                <a:cs typeface="Apple SD Gothic Neo"/>
              </a:defRPr>
            </a:lvl2pPr>
            <a:lvl3pPr>
              <a:defRPr>
                <a:solidFill>
                  <a:srgbClr val="65707C"/>
                </a:solidFill>
                <a:latin typeface="Apple SD Gothic Neo"/>
                <a:ea typeface="Apple SD Gothic Neo"/>
                <a:cs typeface="Apple SD Gothic Neo"/>
              </a:defRPr>
            </a:lvl3pPr>
            <a:lvl4pPr>
              <a:defRPr>
                <a:solidFill>
                  <a:srgbClr val="65707C"/>
                </a:solidFill>
                <a:latin typeface="Apple SD Gothic Neo"/>
                <a:ea typeface="Apple SD Gothic Neo"/>
                <a:cs typeface="Apple SD Gothic Neo"/>
              </a:defRPr>
            </a:lvl4pPr>
            <a:lvl5pPr>
              <a:defRPr>
                <a:solidFill>
                  <a:srgbClr val="65707C"/>
                </a:solidFill>
                <a:latin typeface="Apple SD Gothic Neo"/>
                <a:ea typeface="Apple SD Gothic Neo"/>
                <a:cs typeface="Apple SD Gothic Neo"/>
              </a:defRPr>
            </a:lvl5pPr>
            <a:lvl6pPr>
              <a:defRPr>
                <a:solidFill>
                  <a:srgbClr val="65707C"/>
                </a:solidFill>
                <a:latin typeface="Apple SD Gothic Neo"/>
                <a:ea typeface="Apple SD Gothic Neo"/>
                <a:cs typeface="Apple SD Gothic Neo"/>
              </a:defRPr>
            </a:lvl6pPr>
            <a:lvl7pPr>
              <a:defRPr>
                <a:solidFill>
                  <a:srgbClr val="65707C"/>
                </a:solidFill>
                <a:latin typeface="Apple SD Gothic Neo"/>
                <a:ea typeface="Apple SD Gothic Neo"/>
                <a:cs typeface="Apple SD Gothic Neo"/>
              </a:defRPr>
            </a:lvl7pPr>
            <a:lvl8pPr>
              <a:defRPr>
                <a:solidFill>
                  <a:srgbClr val="65707C"/>
                </a:solidFill>
                <a:latin typeface="Apple SD Gothic Neo"/>
                <a:ea typeface="Apple SD Gothic Neo"/>
                <a:cs typeface="Apple SD Gothic Neo"/>
              </a:defRPr>
            </a:lvl8pPr>
            <a:lvl9pPr>
              <a:defRPr>
                <a:solidFill>
                  <a:srgbClr val="65707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320"/>
              <a:buFont typeface="Arial"/>
              <a:buNone/>
              <a:defRPr>
                <a:solidFill>
                  <a:srgbClr val="65707C"/>
                </a:solidFill>
                <a:latin typeface="Apple SD Gothic Neo"/>
                <a:ea typeface="Apple SD Gothic Neo"/>
                <a:cs typeface="Apple SD Gothic Neo"/>
              </a:defRPr>
            </a:pPr>
            <a:r>
              <a:rPr sz="1320" b="0" i="0" u="none" strike="noStrike" cap="none" spc="0">
                <a:solidFill>
                  <a:srgbClr val="65707C"/>
                </a:solidFill>
                <a:latin typeface="Apple SD Gothic Neo"/>
                <a:ea typeface="Apple SD Gothic Neo"/>
                <a:cs typeface="Apple SD Gothic Neo"/>
              </a:rPr>
              <a:t>행동이 바뀌면 새 버전</a:t>
            </a:r>
            <a:endParaRPr/>
          </a:p>
        </p:txBody>
      </p:sp>
      <p:sp>
        <p:nvSpPr>
          <p:cNvPr id="249" name="Google Shape;249;p7">
            <a:extLst xmlns:a="http://schemas.openxmlformats.org/drawingml/2006/main">
              <a:ext uri="{FF2B5EF4-FFF2-40B4-BE49-F238E27FC236}">
                <a16:creationId xmlns:a16="http://schemas.microsoft.com/office/drawing/2014/main" id="{B798DE4D-BDFA-4962-8F54-5C5299AE0839}"/>
              </a:ext>
            </a:extLst>
          </p:cNvPr>
          <p:cNvSpPr>
            <a:spLocks xmlns:a="http://schemas.openxmlformats.org/drawingml/2006/main" noGrp="1"/>
          </p:cNvSpPr>
          <p:nvPr/>
        </p:nvSpPr>
        <p:spPr>
          <a:xfrm xmlns:a="http://schemas.openxmlformats.org/drawingml/2006/main">
            <a:off x="1729740" y="5196840"/>
            <a:ext cx="8732520" cy="342900"/>
          </a:xfrm>
          <a:custGeom xmlns:a="http://schemas.openxmlformats.org/drawingml/2006/main">
            <a:rect l="l" t="t" r="r" b="b"/>
            <a:pathLst>
              <a:path w="10915650" h="428625">
                <a:moveTo>
                  <a:pt x="10915650" y="0"/>
                </a:moveTo>
                <a:lnTo>
                  <a:pt x="10915650" y="428625"/>
                </a:lnTo>
                <a:lnTo>
                  <a:pt x="0" y="428625"/>
                </a:lnTo>
                <a:lnTo>
                  <a:pt x="0" y="9525"/>
                </a:lnTo>
              </a:path>
            </a:pathLst>
          </a:custGeom>
          <a:noFill xmlns:a="http://schemas.openxmlformats.org/drawingml/2006/main"/>
          <a:ln xmlns:a="http://schemas.openxmlformats.org/drawingml/2006/main" w="19050">
            <a:solidFill>
              <a:srgbClr val="062F5B"/>
            </a:solidFill>
            <a:prstDash val="solid"/>
            <a:headEnd type="none" w="sm" len="sm"/>
            <a:tailEnd type="none" w="sm" len="sm"/>
          </a:ln>
        </p:spPr>
      </p:sp>
      <p:sp>
        <p:nvSpPr>
          <p:cNvPr id="250" name="Google Shape;250;p7">
            <a:extLst xmlns:a="http://schemas.openxmlformats.org/drawingml/2006/main">
              <a:ext uri="{FF2B5EF4-FFF2-40B4-BE49-F238E27FC236}">
                <a16:creationId xmlns:a16="http://schemas.microsoft.com/office/drawing/2014/main" id="{C268677E-EB2E-4519-9E1B-21C21A3F116C}"/>
              </a:ext>
            </a:extLst>
          </p:cNvPr>
          <p:cNvSpPr>
            <a:spLocks xmlns:a="http://schemas.openxmlformats.org/drawingml/2006/main" noGrp="1"/>
          </p:cNvSpPr>
          <p:nvPr/>
        </p:nvSpPr>
        <p:spPr>
          <a:xfrm xmlns:a="http://schemas.openxmlformats.org/drawingml/2006/main">
            <a:off x="1676400" y="5196840"/>
            <a:ext cx="106680" cy="106680"/>
          </a:xfrm>
          <a:custGeom xmlns:a="http://schemas.openxmlformats.org/drawingml/2006/main">
            <a:rect l="l" t="t" r="r" b="b"/>
            <a:pathLst>
              <a:path w="133350" h="133350">
                <a:moveTo>
                  <a:pt x="0" y="133350"/>
                </a:moveTo>
                <a:lnTo>
                  <a:pt x="66675" y="0"/>
                </a:lnTo>
                <a:lnTo>
                  <a:pt x="133350" y="133350"/>
                </a:lnTo>
              </a:path>
            </a:pathLst>
          </a:custGeom>
          <a:noFill xmlns:a="http://schemas.openxmlformats.org/drawingml/2006/main"/>
          <a:ln xmlns:a="http://schemas.openxmlformats.org/drawingml/2006/main" w="19050">
            <a:solidFill>
              <a:srgbClr val="062F5B"/>
            </a:solidFill>
            <a:prstDash val="solid"/>
            <a:headEnd type="none" w="sm" len="sm"/>
            <a:tailEnd type="none" w="sm" len="sm"/>
          </a:ln>
        </p:spPr>
      </p:sp>
      <p:sp>
        <p:nvSpPr>
          <p:cNvPr id="251" name="Google Shape;251;p7">
            <a:extLst xmlns:a="http://schemas.openxmlformats.org/drawingml/2006/main">
              <a:ext uri="{FF2B5EF4-FFF2-40B4-BE49-F238E27FC236}">
                <a16:creationId xmlns:a16="http://schemas.microsoft.com/office/drawing/2014/main" id="{DB074D02-78BF-4CFB-9A23-D79C9E5FA801}"/>
              </a:ext>
            </a:extLst>
          </p:cNvPr>
          <p:cNvSpPr>
            <a:spLocks xmlns:a="http://schemas.openxmlformats.org/drawingml/2006/main" noGrp="1"/>
          </p:cNvSpPr>
          <p:nvPr/>
        </p:nvSpPr>
        <p:spPr>
          <a:xfrm xmlns:a="http://schemas.openxmlformats.org/drawingml/2006/main">
            <a:off x="3634740" y="5402580"/>
            <a:ext cx="4914900" cy="289560"/>
          </a:xfrm>
          <a:prstGeom xmlns:a="http://schemas.openxmlformats.org/drawingml/2006/main" prst="rect">
            <a:avLst/>
          </a:prstGeom>
          <a:solidFill xmlns:a="http://schemas.openxmlformats.org/drawingml/2006/main">
            <a:srgbClr val="F7F6F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252" name="Google Shape;252;p7">
            <a:extLst xmlns:a="http://schemas.openxmlformats.org/drawingml/2006/main">
              <a:ext uri="{FF2B5EF4-FFF2-40B4-BE49-F238E27FC236}">
                <a16:creationId xmlns:a16="http://schemas.microsoft.com/office/drawing/2014/main" id="{267F6920-71A3-46C2-B878-E27EFCBB9009}"/>
              </a:ext>
            </a:extLst>
          </p:cNvPr>
          <p:cNvSpPr>
            <a:spLocks xmlns:a="http://schemas.openxmlformats.org/drawingml/2006/main" noGrp="1"/>
          </p:cNvSpPr>
          <p:nvPr/>
        </p:nvSpPr>
        <p:spPr>
          <a:xfrm xmlns:a="http://schemas.openxmlformats.org/drawingml/2006/main">
            <a:off x="3634740" y="5417820"/>
            <a:ext cx="49149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062F5B"/>
                </a:solidFill>
                <a:latin typeface="Apple SD Gothic Neo"/>
                <a:ea typeface="Apple SD Gothic Neo"/>
                <a:cs typeface="Apple SD Gothic Neo"/>
              </a:defRPr>
            </a:defPPr>
            <a:lvl1pPr>
              <a:defRPr>
                <a:solidFill>
                  <a:srgbClr val="062F5B"/>
                </a:solidFill>
                <a:latin typeface="Apple SD Gothic Neo"/>
                <a:ea typeface="Apple SD Gothic Neo"/>
                <a:cs typeface="Apple SD Gothic Neo"/>
              </a:defRPr>
            </a:lvl1pPr>
            <a:lvl2pPr>
              <a:defRPr>
                <a:solidFill>
                  <a:srgbClr val="062F5B"/>
                </a:solidFill>
                <a:latin typeface="Apple SD Gothic Neo"/>
                <a:ea typeface="Apple SD Gothic Neo"/>
                <a:cs typeface="Apple SD Gothic Neo"/>
              </a:defRPr>
            </a:lvl2pPr>
            <a:lvl3pPr>
              <a:defRPr>
                <a:solidFill>
                  <a:srgbClr val="062F5B"/>
                </a:solidFill>
                <a:latin typeface="Apple SD Gothic Neo"/>
                <a:ea typeface="Apple SD Gothic Neo"/>
                <a:cs typeface="Apple SD Gothic Neo"/>
              </a:defRPr>
            </a:lvl3pPr>
            <a:lvl4pPr>
              <a:defRPr>
                <a:solidFill>
                  <a:srgbClr val="062F5B"/>
                </a:solidFill>
                <a:latin typeface="Apple SD Gothic Neo"/>
                <a:ea typeface="Apple SD Gothic Neo"/>
                <a:cs typeface="Apple SD Gothic Neo"/>
              </a:defRPr>
            </a:lvl4pPr>
            <a:lvl5pPr>
              <a:defRPr>
                <a:solidFill>
                  <a:srgbClr val="062F5B"/>
                </a:solidFill>
                <a:latin typeface="Apple SD Gothic Neo"/>
                <a:ea typeface="Apple SD Gothic Neo"/>
                <a:cs typeface="Apple SD Gothic Neo"/>
              </a:defRPr>
            </a:lvl5pPr>
            <a:lvl6pPr>
              <a:defRPr>
                <a:solidFill>
                  <a:srgbClr val="062F5B"/>
                </a:solidFill>
                <a:latin typeface="Apple SD Gothic Neo"/>
                <a:ea typeface="Apple SD Gothic Neo"/>
                <a:cs typeface="Apple SD Gothic Neo"/>
              </a:defRPr>
            </a:lvl6pPr>
            <a:lvl7pPr>
              <a:defRPr>
                <a:solidFill>
                  <a:srgbClr val="062F5B"/>
                </a:solidFill>
                <a:latin typeface="Apple SD Gothic Neo"/>
                <a:ea typeface="Apple SD Gothic Neo"/>
                <a:cs typeface="Apple SD Gothic Neo"/>
              </a:defRPr>
            </a:lvl7pPr>
            <a:lvl8pPr>
              <a:defRPr>
                <a:solidFill>
                  <a:srgbClr val="062F5B"/>
                </a:solidFill>
                <a:latin typeface="Apple SD Gothic Neo"/>
                <a:ea typeface="Apple SD Gothic Neo"/>
                <a:cs typeface="Apple SD Gothic Neo"/>
              </a:defRPr>
            </a:lvl8pPr>
            <a:lvl9pPr>
              <a:defRPr>
                <a:solidFill>
                  <a:srgbClr val="062F5B"/>
                </a:solidFill>
                <a:latin typeface="Apple SD Gothic Neo"/>
                <a:ea typeface="Apple SD Gothic Neo"/>
                <a:cs typeface="Apple SD Gothic Neo"/>
              </a:defRPr>
            </a:lvl9pPr>
          </a:lstStyle>
          <a:p xmlns:a="http://schemas.openxmlformats.org/drawingml/2006/main">
            <a:pPr marL="0" marR="0" lvl="0" indent="0" algn="ctr">
              <a:lnSpc>
                <a:spcPct val="100000"/>
              </a:lnSpc>
              <a:spcBef>
                <a:spcPts val="0"/>
              </a:spcBef>
              <a:spcAft>
                <a:spcPts val="0"/>
              </a:spcAft>
              <a:buClr>
                <a:srgbClr val="000000"/>
              </a:buClr>
              <a:buSzPts val="1320"/>
              <a:buFont typeface="Arial"/>
              <a:buNone/>
              <a:defRPr>
                <a:solidFill>
                  <a:srgbClr val="062F5B"/>
                </a:solidFill>
                <a:latin typeface="Apple SD Gothic Neo"/>
                <a:ea typeface="Apple SD Gothic Neo"/>
                <a:cs typeface="Apple SD Gothic Neo"/>
              </a:defRPr>
            </a:pPr>
            <a:r>
              <a:rPr sz="1320" b="1" i="0" u="none" strike="noStrike" cap="none" spc="0">
                <a:solidFill>
                  <a:srgbClr val="062F5B"/>
                </a:solidFill>
                <a:latin typeface="Apple SD Gothic Neo"/>
                <a:ea typeface="Apple SD Gothic Neo"/>
                <a:cs typeface="Apple SD Gothic Neo"/>
              </a:rPr>
              <a:t>주기적 만료 확인  +  사용자 위치·상태 변화 반영</a:t>
            </a:r>
            <a:endParaRPr/>
          </a:p>
        </p:txBody>
      </p:sp>
      <p:cxnSp>
        <p:nvCxnSpPr>
          <p:cNvPr id="253" name="Google Shape;253;p7">
            <a:extLst xmlns:a="http://schemas.openxmlformats.org/drawingml/2006/main">
              <a:ext uri="{FF2B5EF4-FFF2-40B4-BE49-F238E27FC236}">
                <a16:creationId xmlns:a16="http://schemas.microsoft.com/office/drawing/2014/main" id="{02F4ED71-2D3C-4E48-81B0-B8104F0581F5}"/>
              </a:ext>
            </a:extLst>
          </p:cNvPr>
          <p:cNvCxnSpPr/>
          <p:nvPr/>
        </p:nvCxnSpPr>
        <p:spPr>
          <a:xfrm xmlns:a="http://schemas.openxmlformats.org/drawingml/2006/main">
            <a:off x="2510790" y="2529840"/>
            <a:ext cx="495300" cy="0"/>
          </a:xfrm>
          <a:prstGeom xmlns:a="http://schemas.openxmlformats.org/drawingml/2006/main" prst="straightConnector1">
            <a:avLst/>
          </a:prstGeom>
          <a:ln xmlns:a="http://schemas.openxmlformats.org/drawingml/2006/main" w="25400" cap="flat">
            <a:solidFill>
              <a:srgbClr val="C00000"/>
            </a:solidFill>
            <a:prstDash val="solid"/>
            <a:round/>
            <a:headEnd type="none" w="sm" len="sm"/>
            <a:tailEnd type="triangle" w="med" len="med"/>
          </a:ln>
        </p:spPr>
      </p:cxnSp>
      <p:cxnSp>
        <p:nvCxnSpPr>
          <p:cNvPr id="254" name="Google Shape;254;p7">
            <a:extLst xmlns:a="http://schemas.openxmlformats.org/drawingml/2006/main">
              <a:ext uri="{FF2B5EF4-FFF2-40B4-BE49-F238E27FC236}">
                <a16:creationId xmlns:a16="http://schemas.microsoft.com/office/drawing/2014/main" id="{0DB75335-53A7-41AE-ADE6-A9403756A8E6}"/>
              </a:ext>
            </a:extLst>
          </p:cNvPr>
          <p:cNvCxnSpPr/>
          <p:nvPr/>
        </p:nvCxnSpPr>
        <p:spPr>
          <a:xfrm xmlns:a="http://schemas.openxmlformats.org/drawingml/2006/main">
            <a:off x="3107202" y="4388534"/>
            <a:ext cx="202809" cy="0"/>
          </a:xfrm>
          <a:prstGeom xmlns:a="http://schemas.openxmlformats.org/drawingml/2006/main" prst="straightConnector1">
            <a:avLst/>
          </a:prstGeom>
          <a:ln xmlns:a="http://schemas.openxmlformats.org/drawingml/2006/main" w="19050" cap="flat">
            <a:solidFill>
              <a:srgbClr val="575757"/>
            </a:solidFill>
            <a:prstDash val="solid"/>
            <a:round/>
            <a:headEnd type="none" w="sm" len="sm"/>
            <a:tailEnd type="triangle" w="med" len="med"/>
          </a:ln>
        </p:spPr>
      </p:cxnSp>
      <p:cxnSp>
        <p:nvCxnSpPr>
          <p:cNvPr id="255" name="Google Shape;255;p7">
            <a:extLst xmlns:a="http://schemas.openxmlformats.org/drawingml/2006/main">
              <a:ext uri="{FF2B5EF4-FFF2-40B4-BE49-F238E27FC236}">
                <a16:creationId xmlns:a16="http://schemas.microsoft.com/office/drawing/2014/main" id="{54811D3E-2396-4E89-87DC-D52F285BA01B}"/>
              </a:ext>
            </a:extLst>
          </p:cNvPr>
          <p:cNvCxnSpPr/>
          <p:nvPr/>
        </p:nvCxnSpPr>
        <p:spPr>
          <a:xfrm xmlns:a="http://schemas.openxmlformats.org/drawingml/2006/main">
            <a:off x="5374005" y="2529840"/>
            <a:ext cx="495300" cy="0"/>
          </a:xfrm>
          <a:prstGeom xmlns:a="http://schemas.openxmlformats.org/drawingml/2006/main" prst="straightConnector1">
            <a:avLst/>
          </a:prstGeom>
          <a:ln xmlns:a="http://schemas.openxmlformats.org/drawingml/2006/main" w="25400" cap="flat">
            <a:solidFill>
              <a:srgbClr val="C00000"/>
            </a:solidFill>
            <a:prstDash val="solid"/>
            <a:round/>
            <a:headEnd type="none" w="sm" len="sm"/>
            <a:tailEnd type="triangle" w="med" len="med"/>
          </a:ln>
        </p:spPr>
      </p:cxnSp>
      <p:cxnSp>
        <p:nvCxnSpPr>
          <p:cNvPr id="256" name="Google Shape;256;p7">
            <a:extLst xmlns:a="http://schemas.openxmlformats.org/drawingml/2006/main">
              <a:ext uri="{FF2B5EF4-FFF2-40B4-BE49-F238E27FC236}">
                <a16:creationId xmlns:a16="http://schemas.microsoft.com/office/drawing/2014/main" id="{A8FC5914-D3E1-41B4-BF51-7D22E65A84F3}"/>
              </a:ext>
            </a:extLst>
          </p:cNvPr>
          <p:cNvCxnSpPr/>
          <p:nvPr/>
        </p:nvCxnSpPr>
        <p:spPr>
          <a:xfrm xmlns:a="http://schemas.openxmlformats.org/drawingml/2006/main">
            <a:off x="8237220" y="2529840"/>
            <a:ext cx="495300" cy="0"/>
          </a:xfrm>
          <a:prstGeom xmlns:a="http://schemas.openxmlformats.org/drawingml/2006/main" prst="straightConnector1">
            <a:avLst/>
          </a:prstGeom>
          <a:ln xmlns:a="http://schemas.openxmlformats.org/drawingml/2006/main" w="25400" cap="flat">
            <a:solidFill>
              <a:srgbClr val="C00000"/>
            </a:solidFill>
            <a:prstDash val="solid"/>
            <a:round/>
            <a:headEnd type="none" w="sm" len="sm"/>
            <a:tailEnd type="triangle" w="med" len="med"/>
          </a:ln>
        </p:spPr>
      </p:cxnSp>
      <p:cxnSp>
        <p:nvCxnSpPr>
          <p:cNvPr id="257" name="Google Shape;257;p7">
            <a:extLst xmlns:a="http://schemas.openxmlformats.org/drawingml/2006/main">
              <a:ext uri="{FF2B5EF4-FFF2-40B4-BE49-F238E27FC236}">
                <a16:creationId xmlns:a16="http://schemas.microsoft.com/office/drawing/2014/main" id="{38930739-2179-4934-8F1D-4EA72D03284E}"/>
              </a:ext>
            </a:extLst>
          </p:cNvPr>
          <p:cNvCxnSpPr/>
          <p:nvPr/>
        </p:nvCxnSpPr>
        <p:spPr>
          <a:xfrm xmlns:a="http://schemas.openxmlformats.org/drawingml/2006/main">
            <a:off x="6010422" y="4388534"/>
            <a:ext cx="202809" cy="0"/>
          </a:xfrm>
          <a:prstGeom xmlns:a="http://schemas.openxmlformats.org/drawingml/2006/main" prst="straightConnector1">
            <a:avLst/>
          </a:prstGeom>
          <a:ln xmlns:a="http://schemas.openxmlformats.org/drawingml/2006/main" w="19050" cap="flat">
            <a:solidFill>
              <a:srgbClr val="575757"/>
            </a:solidFill>
            <a:prstDash val="solid"/>
            <a:round/>
            <a:headEnd type="none" w="sm" len="sm"/>
            <a:tailEnd type="triangle" w="med" len="med"/>
          </a:ln>
        </p:spPr>
      </p:cxnSp>
      <p:cxnSp>
        <p:nvCxnSpPr>
          <p:cNvPr id="258" name="Google Shape;258;p7">
            <a:extLst xmlns:a="http://schemas.openxmlformats.org/drawingml/2006/main">
              <a:ext uri="{FF2B5EF4-FFF2-40B4-BE49-F238E27FC236}">
                <a16:creationId xmlns:a16="http://schemas.microsoft.com/office/drawing/2014/main" id="{4B0D6BB1-86CE-43E7-956C-32FE10FD5416}"/>
              </a:ext>
            </a:extLst>
          </p:cNvPr>
          <p:cNvCxnSpPr/>
          <p:nvPr/>
        </p:nvCxnSpPr>
        <p:spPr>
          <a:xfrm xmlns:a="http://schemas.openxmlformats.org/drawingml/2006/main">
            <a:off x="8913641" y="4388534"/>
            <a:ext cx="202809" cy="0"/>
          </a:xfrm>
          <a:prstGeom xmlns:a="http://schemas.openxmlformats.org/drawingml/2006/main" prst="straightConnector1">
            <a:avLst/>
          </a:prstGeom>
          <a:ln xmlns:a="http://schemas.openxmlformats.org/drawingml/2006/main" w="19050" cap="flat">
            <a:solidFill>
              <a:srgbClr val="575757"/>
            </a:solidFill>
            <a:prstDash val="solid"/>
            <a:round/>
            <a:headEnd type="none" w="sm" len="sm"/>
            <a:tailEnd type="triangle" w="med" len="med"/>
          </a:ln>
        </p:spPr>
      </p:cxnSp>
      <p:sp>
        <p:nvSpPr>
          <p:cNvPr id="259" name="Google Shape;259;p7">
            <a:extLst xmlns:a="http://schemas.openxmlformats.org/drawingml/2006/main">
              <a:ext uri="{FF2B5EF4-FFF2-40B4-BE49-F238E27FC236}">
                <a16:creationId xmlns:a16="http://schemas.microsoft.com/office/drawing/2014/main" id="{A401511B-1BE2-4D39-B47A-4BC7AB6F4DC4}"/>
              </a:ext>
            </a:extLst>
          </p:cNvPr>
          <p:cNvSpPr>
            <a:spLocks xmlns:a="http://schemas.openxmlformats.org/drawingml/2006/main" noGrp="1"/>
          </p:cNvSpPr>
          <p:nvPr/>
        </p:nvSpPr>
        <p:spPr>
          <a:xfrm xmlns:a="http://schemas.openxmlformats.org/drawingml/2006/main">
            <a:off x="10934700" y="6477000"/>
            <a:ext cx="6477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200" b="1">
                <a:solidFill>
                  <a:srgbClr val="062F5B"/>
                </a:solidFill>
                <a:latin typeface="Apple SD Gothic Neo"/>
                <a:ea typeface="Apple SD Gothic Neo"/>
                <a:cs typeface="Apple SD Gothic Neo"/>
              </a:defRPr>
            </a:defPPr>
            <a:lvl1pPr algn="r">
              <a:defRPr sz="1200" b="1">
                <a:solidFill>
                  <a:srgbClr val="062F5B"/>
                </a:solidFill>
                <a:latin typeface="Apple SD Gothic Neo"/>
                <a:ea typeface="Apple SD Gothic Neo"/>
                <a:cs typeface="Apple SD Gothic Neo"/>
              </a:defRPr>
            </a:lvl1pPr>
            <a:lvl2pPr algn="r">
              <a:defRPr sz="1200" b="1">
                <a:solidFill>
                  <a:srgbClr val="062F5B"/>
                </a:solidFill>
                <a:latin typeface="Apple SD Gothic Neo"/>
                <a:ea typeface="Apple SD Gothic Neo"/>
                <a:cs typeface="Apple SD Gothic Neo"/>
              </a:defRPr>
            </a:lvl2pPr>
            <a:lvl3pPr algn="r">
              <a:defRPr sz="1200" b="1">
                <a:solidFill>
                  <a:srgbClr val="062F5B"/>
                </a:solidFill>
                <a:latin typeface="Apple SD Gothic Neo"/>
                <a:ea typeface="Apple SD Gothic Neo"/>
                <a:cs typeface="Apple SD Gothic Neo"/>
              </a:defRPr>
            </a:lvl3pPr>
            <a:lvl4pPr algn="r">
              <a:defRPr sz="1200" b="1">
                <a:solidFill>
                  <a:srgbClr val="062F5B"/>
                </a:solidFill>
                <a:latin typeface="Apple SD Gothic Neo"/>
                <a:ea typeface="Apple SD Gothic Neo"/>
                <a:cs typeface="Apple SD Gothic Neo"/>
              </a:defRPr>
            </a:lvl4pPr>
            <a:lvl5pPr algn="r">
              <a:defRPr sz="1200" b="1">
                <a:solidFill>
                  <a:srgbClr val="062F5B"/>
                </a:solidFill>
                <a:latin typeface="Apple SD Gothic Neo"/>
                <a:ea typeface="Apple SD Gothic Neo"/>
                <a:cs typeface="Apple SD Gothic Neo"/>
              </a:defRPr>
            </a:lvl5pPr>
            <a:lvl6pPr algn="r">
              <a:defRPr sz="1200" b="1">
                <a:solidFill>
                  <a:srgbClr val="062F5B"/>
                </a:solidFill>
                <a:latin typeface="Apple SD Gothic Neo"/>
                <a:ea typeface="Apple SD Gothic Neo"/>
                <a:cs typeface="Apple SD Gothic Neo"/>
              </a:defRPr>
            </a:lvl6pPr>
            <a:lvl7pPr algn="r">
              <a:defRPr sz="1200" b="1">
                <a:solidFill>
                  <a:srgbClr val="062F5B"/>
                </a:solidFill>
                <a:latin typeface="Apple SD Gothic Neo"/>
                <a:ea typeface="Apple SD Gothic Neo"/>
                <a:cs typeface="Apple SD Gothic Neo"/>
              </a:defRPr>
            </a:lvl7pPr>
            <a:lvl8pPr algn="r">
              <a:defRPr sz="1200" b="1">
                <a:solidFill>
                  <a:srgbClr val="062F5B"/>
                </a:solidFill>
                <a:latin typeface="Apple SD Gothic Neo"/>
                <a:ea typeface="Apple SD Gothic Neo"/>
                <a:cs typeface="Apple SD Gothic Neo"/>
              </a:defRPr>
            </a:lvl8pPr>
            <a:lvl9pPr algn="r">
              <a:defRPr sz="1200" b="1">
                <a:solidFill>
                  <a:srgbClr val="062F5B"/>
                </a:solidFill>
                <a:latin typeface="Apple SD Gothic Neo"/>
                <a:ea typeface="Apple SD Gothic Neo"/>
                <a:cs typeface="Apple SD Gothic Neo"/>
              </a:defRPr>
            </a:lvl9pPr>
          </a:lstStyle>
          <a:p xmlns:a="http://schemas.openxmlformats.org/drawingml/2006/main">
            <a:pPr marL="0" lvl="0" indent="0" algn="r">
              <a:lnSpc>
                <a:spcPct val="110000"/>
              </a:lnSpc>
              <a:spcBef>
                <a:spcPts val="0"/>
              </a:spcBef>
              <a:spcAft>
                <a:spcPts val="0"/>
              </a:spcAft>
              <a:buNone/>
              <a:defRPr sz="1200" b="1">
                <a:solidFill>
                  <a:srgbClr val="062F5B"/>
                </a:solidFill>
                <a:latin typeface="Apple SD Gothic Neo"/>
                <a:ea typeface="Apple SD Gothic Neo"/>
                <a:cs typeface="Apple SD Gothic Neo"/>
              </a:defRPr>
            </a:pPr>
            <a:r>
              <a:rPr sz="1200" b="1">
                <a:solidFill>
                  <a:srgbClr val="062F5B"/>
                </a:solidFill>
                <a:latin typeface="Apple SD Gothic Neo"/>
                <a:ea typeface="Apple SD Gothic Neo"/>
                <a:cs typeface="Apple SD Gothic Neo"/>
              </a:rPr>
              <a:t>05</a:t>
            </a:r>
            <a:endParaRPr sz="1200" b="1">
              <a:solidFill>
                <a:schemeClr val="dk2"/>
              </a:solidFill>
            </a:endParaRPr>
          </a:p>
          <a:p xmlns:a="http://schemas.openxmlformats.org/drawingml/2006/main">
            <a:pPr marL="0" lvl="0" indent="0" algn="r">
              <a:lnSpc>
                <a:spcPct val="110000"/>
              </a:lnSpc>
              <a:spcBef>
                <a:spcPts val="0"/>
              </a:spcBef>
              <a:spcAft>
                <a:spcPts val="0"/>
              </a:spcAft>
              <a:buNone/>
            </a:pPr>
            <a:r>
              <a:t/>
            </a:r>
            <a:endParaRPr sz="1200" b="1">
              <a:solidFill>
                <a:schemeClr val="dk2"/>
              </a:solidFill>
            </a:endParaRPr>
          </a:p>
        </p:txBody>
      </p:sp>
    </p:spTree>
    <p:extLst>
      <p:ext uri="{BB962C8B-B14F-4D97-AF65-F5344CB8AC3E}">
        <p14:creationId xmlns:p14="http://schemas.microsoft.com/office/powerpoint/2010/main" val="1331221256"/>
      </p:ext>
    </p:extLst>
  </p:cSld>
</p:sld>
</file>

<file path=ppt/slides/slide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65" name="Google Shape;265;p6">
            <a:extLst xmlns:a="http://schemas.openxmlformats.org/drawingml/2006/main">
              <a:ext uri="{FF2B5EF4-FFF2-40B4-BE49-F238E27FC236}">
                <a16:creationId xmlns:a16="http://schemas.microsoft.com/office/drawing/2014/main" id="{87CF5632-7D36-484F-85FA-CE561A0832E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6F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266" name="Google Shape;266;p6">
            <a:extLst xmlns:a="http://schemas.openxmlformats.org/drawingml/2006/main">
              <a:ext uri="{FF2B5EF4-FFF2-40B4-BE49-F238E27FC236}">
                <a16:creationId xmlns:a16="http://schemas.microsoft.com/office/drawing/2014/main" id="{328AB2F1-8C32-4C4F-8979-DB3736539E0E}"/>
              </a:ext>
            </a:extLst>
          </p:cNvPr>
          <p:cNvSpPr>
            <a:spLocks xmlns:a="http://schemas.openxmlformats.org/drawingml/2006/main" noGrp="1"/>
          </p:cNvSpPr>
          <p:nvPr/>
        </p:nvSpPr>
        <p:spPr>
          <a:xfrm xmlns:a="http://schemas.openxmlformats.org/drawingml/2006/main">
            <a:off x="609600" y="457200"/>
            <a:ext cx="10972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defRPr sz="2700" b="1">
                <a:solidFill>
                  <a:srgbClr val="062F5B"/>
                </a:solidFill>
                <a:latin typeface="Apple SD Gothic Neo"/>
                <a:ea typeface="Apple SD Gothic Neo"/>
                <a:cs typeface="Apple SD Gothic Neo"/>
              </a:defRPr>
            </a:defPPr>
            <a:lvl1pPr>
              <a:defRPr sz="2700" b="1">
                <a:solidFill>
                  <a:srgbClr val="062F5B"/>
                </a:solidFill>
                <a:latin typeface="Apple SD Gothic Neo"/>
                <a:ea typeface="Apple SD Gothic Neo"/>
                <a:cs typeface="Apple SD Gothic Neo"/>
              </a:defRPr>
            </a:lvl1pPr>
            <a:lvl2pPr>
              <a:defRPr sz="2700" b="1">
                <a:solidFill>
                  <a:srgbClr val="062F5B"/>
                </a:solidFill>
                <a:latin typeface="Apple SD Gothic Neo"/>
                <a:ea typeface="Apple SD Gothic Neo"/>
                <a:cs typeface="Apple SD Gothic Neo"/>
              </a:defRPr>
            </a:lvl2pPr>
            <a:lvl3pPr>
              <a:defRPr sz="2700" b="1">
                <a:solidFill>
                  <a:srgbClr val="062F5B"/>
                </a:solidFill>
                <a:latin typeface="Apple SD Gothic Neo"/>
                <a:ea typeface="Apple SD Gothic Neo"/>
                <a:cs typeface="Apple SD Gothic Neo"/>
              </a:defRPr>
            </a:lvl3pPr>
            <a:lvl4pPr>
              <a:defRPr sz="2700" b="1">
                <a:solidFill>
                  <a:srgbClr val="062F5B"/>
                </a:solidFill>
                <a:latin typeface="Apple SD Gothic Neo"/>
                <a:ea typeface="Apple SD Gothic Neo"/>
                <a:cs typeface="Apple SD Gothic Neo"/>
              </a:defRPr>
            </a:lvl4pPr>
            <a:lvl5pPr>
              <a:defRPr sz="2700" b="1">
                <a:solidFill>
                  <a:srgbClr val="062F5B"/>
                </a:solidFill>
                <a:latin typeface="Apple SD Gothic Neo"/>
                <a:ea typeface="Apple SD Gothic Neo"/>
                <a:cs typeface="Apple SD Gothic Neo"/>
              </a:defRPr>
            </a:lvl5pPr>
            <a:lvl6pPr>
              <a:defRPr sz="2700" b="1">
                <a:solidFill>
                  <a:srgbClr val="062F5B"/>
                </a:solidFill>
                <a:latin typeface="Apple SD Gothic Neo"/>
                <a:ea typeface="Apple SD Gothic Neo"/>
                <a:cs typeface="Apple SD Gothic Neo"/>
              </a:defRPr>
            </a:lvl6pPr>
            <a:lvl7pPr>
              <a:defRPr sz="2700" b="1">
                <a:solidFill>
                  <a:srgbClr val="062F5B"/>
                </a:solidFill>
                <a:latin typeface="Apple SD Gothic Neo"/>
                <a:ea typeface="Apple SD Gothic Neo"/>
                <a:cs typeface="Apple SD Gothic Neo"/>
              </a:defRPr>
            </a:lvl7pPr>
            <a:lvl8pPr>
              <a:defRPr sz="2700" b="1">
                <a:solidFill>
                  <a:srgbClr val="062F5B"/>
                </a:solidFill>
                <a:latin typeface="Apple SD Gothic Neo"/>
                <a:ea typeface="Apple SD Gothic Neo"/>
                <a:cs typeface="Apple SD Gothic Neo"/>
              </a:defRPr>
            </a:lvl8pPr>
            <a:lvl9pPr>
              <a:defRPr sz="2700" b="1">
                <a:solidFill>
                  <a:srgbClr val="062F5B"/>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2880"/>
              <a:buFont typeface="Arial"/>
              <a:buNone/>
              <a:defRPr sz="2700" b="1">
                <a:solidFill>
                  <a:srgbClr val="062F5B"/>
                </a:solidFill>
                <a:latin typeface="Apple SD Gothic Neo"/>
                <a:ea typeface="Apple SD Gothic Neo"/>
                <a:cs typeface="Apple SD Gothic Neo"/>
              </a:defRPr>
            </a:pPr>
            <a:r>
              <a:rPr sz="2700" b="1" i="0" u="none" strike="noStrike" cap="none" spc="0">
                <a:solidFill>
                  <a:srgbClr val="062F5B"/>
                </a:solidFill>
                <a:latin typeface="Apple SD Gothic Neo"/>
                <a:ea typeface="Apple SD Gothic Neo"/>
                <a:cs typeface="Apple SD Gothic Neo"/>
              </a:rPr>
              <a:t>AI 모델별 역할</a:t>
            </a:r>
            <a:endParaRPr/>
          </a:p>
        </p:txBody>
      </p:sp>
      <p:sp>
        <p:nvSpPr>
          <p:cNvPr id="267" name="Google Shape;267;p6">
            <a:extLst xmlns:a="http://schemas.openxmlformats.org/drawingml/2006/main">
              <a:ext uri="{FF2B5EF4-FFF2-40B4-BE49-F238E27FC236}">
                <a16:creationId xmlns:a16="http://schemas.microsoft.com/office/drawing/2014/main" id="{8900B759-DEB0-46F3-96BE-0083AB911879}"/>
              </a:ext>
            </a:extLst>
          </p:cNvPr>
          <p:cNvSpPr>
            <a:spLocks xmlns:a="http://schemas.openxmlformats.org/drawingml/2006/main" noGrp="1"/>
          </p:cNvSpPr>
          <p:nvPr/>
        </p:nvSpPr>
        <p:spPr>
          <a:xfrm xmlns:a="http://schemas.openxmlformats.org/drawingml/2006/main">
            <a:off x="609600" y="1066800"/>
            <a:ext cx="109728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1425">
                <a:solidFill>
                  <a:srgbClr val="65707C"/>
                </a:solidFill>
                <a:latin typeface="Apple SD Gothic Neo"/>
                <a:ea typeface="Apple SD Gothic Neo"/>
                <a:cs typeface="Apple SD Gothic Neo"/>
              </a:defRPr>
            </a:defPPr>
            <a:lvl1pPr>
              <a:defRPr sz="1425">
                <a:solidFill>
                  <a:srgbClr val="65707C"/>
                </a:solidFill>
                <a:latin typeface="Apple SD Gothic Neo"/>
                <a:ea typeface="Apple SD Gothic Neo"/>
                <a:cs typeface="Apple SD Gothic Neo"/>
              </a:defRPr>
            </a:lvl1pPr>
            <a:lvl2pPr>
              <a:defRPr sz="1425">
                <a:solidFill>
                  <a:srgbClr val="65707C"/>
                </a:solidFill>
                <a:latin typeface="Apple SD Gothic Neo"/>
                <a:ea typeface="Apple SD Gothic Neo"/>
                <a:cs typeface="Apple SD Gothic Neo"/>
              </a:defRPr>
            </a:lvl2pPr>
            <a:lvl3pPr>
              <a:defRPr sz="1425">
                <a:solidFill>
                  <a:srgbClr val="65707C"/>
                </a:solidFill>
                <a:latin typeface="Apple SD Gothic Neo"/>
                <a:ea typeface="Apple SD Gothic Neo"/>
                <a:cs typeface="Apple SD Gothic Neo"/>
              </a:defRPr>
            </a:lvl3pPr>
            <a:lvl4pPr>
              <a:defRPr sz="1425">
                <a:solidFill>
                  <a:srgbClr val="65707C"/>
                </a:solidFill>
                <a:latin typeface="Apple SD Gothic Neo"/>
                <a:ea typeface="Apple SD Gothic Neo"/>
                <a:cs typeface="Apple SD Gothic Neo"/>
              </a:defRPr>
            </a:lvl4pPr>
            <a:lvl5pPr>
              <a:defRPr sz="1425">
                <a:solidFill>
                  <a:srgbClr val="65707C"/>
                </a:solidFill>
                <a:latin typeface="Apple SD Gothic Neo"/>
                <a:ea typeface="Apple SD Gothic Neo"/>
                <a:cs typeface="Apple SD Gothic Neo"/>
              </a:defRPr>
            </a:lvl5pPr>
            <a:lvl6pPr>
              <a:defRPr sz="1425">
                <a:solidFill>
                  <a:srgbClr val="65707C"/>
                </a:solidFill>
                <a:latin typeface="Apple SD Gothic Neo"/>
                <a:ea typeface="Apple SD Gothic Neo"/>
                <a:cs typeface="Apple SD Gothic Neo"/>
              </a:defRPr>
            </a:lvl6pPr>
            <a:lvl7pPr>
              <a:defRPr sz="1425">
                <a:solidFill>
                  <a:srgbClr val="65707C"/>
                </a:solidFill>
                <a:latin typeface="Apple SD Gothic Neo"/>
                <a:ea typeface="Apple SD Gothic Neo"/>
                <a:cs typeface="Apple SD Gothic Neo"/>
              </a:defRPr>
            </a:lvl7pPr>
            <a:lvl8pPr>
              <a:defRPr sz="1425">
                <a:solidFill>
                  <a:srgbClr val="65707C"/>
                </a:solidFill>
                <a:latin typeface="Apple SD Gothic Neo"/>
                <a:ea typeface="Apple SD Gothic Neo"/>
                <a:cs typeface="Apple SD Gothic Neo"/>
              </a:defRPr>
            </a:lvl8pPr>
            <a:lvl9pPr>
              <a:defRPr sz="1425">
                <a:solidFill>
                  <a:srgbClr val="65707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500"/>
              <a:buFont typeface="Arial"/>
              <a:buNone/>
              <a:defRPr sz="1425">
                <a:solidFill>
                  <a:srgbClr val="65707C"/>
                </a:solidFill>
                <a:latin typeface="Apple SD Gothic Neo"/>
                <a:ea typeface="Apple SD Gothic Neo"/>
                <a:cs typeface="Apple SD Gothic Neo"/>
              </a:defRPr>
            </a:pPr>
            <a:r>
              <a:rPr sz="1425" b="0" i="0" u="none" strike="noStrike" cap="none" spc="0">
                <a:solidFill>
                  <a:srgbClr val="65707C"/>
                </a:solidFill>
                <a:latin typeface="Apple SD Gothic Neo"/>
                <a:ea typeface="Apple SD Gothic Neo"/>
                <a:cs typeface="Apple SD Gothic Neo"/>
              </a:rPr>
              <a:t>관련 근거를 찾고 정리하며, 최종 대응 단계는 서버의 고정 규칙이 결정합니다</a:t>
            </a:r>
            <a:endParaRPr/>
          </a:p>
        </p:txBody>
      </p:sp>
      <p:sp>
        <p:nvSpPr>
          <p:cNvPr id="268" name="Google Shape;268;p6">
            <a:extLst xmlns:a="http://schemas.openxmlformats.org/drawingml/2006/main">
              <a:ext uri="{FF2B5EF4-FFF2-40B4-BE49-F238E27FC236}">
                <a16:creationId xmlns:a16="http://schemas.microsoft.com/office/drawing/2014/main" id="{7FBAC565-D47B-46C9-9B8A-1B6632259AD2}"/>
              </a:ext>
            </a:extLst>
          </p:cNvPr>
          <p:cNvSpPr>
            <a:spLocks xmlns:a="http://schemas.openxmlformats.org/drawingml/2006/main" noGrp="1"/>
          </p:cNvSpPr>
          <p:nvPr/>
        </p:nvSpPr>
        <p:spPr>
          <a:xfrm xmlns:a="http://schemas.openxmlformats.org/drawingml/2006/main">
            <a:off x="548640" y="1363980"/>
            <a:ext cx="419100" cy="38100"/>
          </a:xfrm>
          <a:prstGeom xmlns:a="http://schemas.openxmlformats.org/drawingml/2006/main" prst="rect">
            <a:avLst/>
          </a:prstGeom>
          <a:solidFill xmlns:a="http://schemas.openxmlformats.org/drawingml/2006/main">
            <a:srgbClr val="FFB515"/>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269" name="Google Shape;269;p6">
            <a:extLst xmlns:a="http://schemas.openxmlformats.org/drawingml/2006/main">
              <a:ext uri="{FF2B5EF4-FFF2-40B4-BE49-F238E27FC236}">
                <a16:creationId xmlns:a16="http://schemas.microsoft.com/office/drawing/2014/main" id="{EBC181BB-23FE-4B42-836F-8DA981989439}"/>
              </a:ext>
            </a:extLst>
          </p:cNvPr>
          <p:cNvSpPr>
            <a:spLocks xmlns:a="http://schemas.openxmlformats.org/drawingml/2006/main" noGrp="1"/>
          </p:cNvSpPr>
          <p:nvPr/>
        </p:nvSpPr>
        <p:spPr>
          <a:xfrm xmlns:a="http://schemas.openxmlformats.org/drawingml/2006/main">
            <a:off x="548640" y="1577340"/>
            <a:ext cx="7299960" cy="365760"/>
          </a:xfrm>
          <a:prstGeom xmlns:a="http://schemas.openxmlformats.org/drawingml/2006/main" prst="roundRect">
            <a:avLst>
              <a:gd name="adj" fmla="val 25000"/>
            </a:avLst>
          </a:prstGeom>
          <a:solidFill xmlns:a="http://schemas.openxmlformats.org/drawingml/2006/main">
            <a:srgbClr val="E9EFF5"/>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270" name="Google Shape;270;p6">
            <a:extLst xmlns:a="http://schemas.openxmlformats.org/drawingml/2006/main">
              <a:ext uri="{FF2B5EF4-FFF2-40B4-BE49-F238E27FC236}">
                <a16:creationId xmlns:a16="http://schemas.microsoft.com/office/drawing/2014/main" id="{939D3164-7738-4E26-A69C-79EF18379A70}"/>
              </a:ext>
            </a:extLst>
          </p:cNvPr>
          <p:cNvSpPr>
            <a:spLocks xmlns:a="http://schemas.openxmlformats.org/drawingml/2006/main" noGrp="1"/>
          </p:cNvSpPr>
          <p:nvPr/>
        </p:nvSpPr>
        <p:spPr>
          <a:xfrm xmlns:a="http://schemas.openxmlformats.org/drawingml/2006/main">
            <a:off x="708660" y="1638300"/>
            <a:ext cx="6972300"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062F5B"/>
                </a:solidFill>
                <a:latin typeface="Apple SD Gothic Neo"/>
                <a:ea typeface="Apple SD Gothic Neo"/>
                <a:cs typeface="Apple SD Gothic Neo"/>
              </a:defRPr>
            </a:defPPr>
            <a:lvl1pPr>
              <a:defRPr>
                <a:solidFill>
                  <a:srgbClr val="062F5B"/>
                </a:solidFill>
                <a:latin typeface="Apple SD Gothic Neo"/>
                <a:ea typeface="Apple SD Gothic Neo"/>
                <a:cs typeface="Apple SD Gothic Neo"/>
              </a:defRPr>
            </a:lvl1pPr>
            <a:lvl2pPr>
              <a:defRPr>
                <a:solidFill>
                  <a:srgbClr val="062F5B"/>
                </a:solidFill>
                <a:latin typeface="Apple SD Gothic Neo"/>
                <a:ea typeface="Apple SD Gothic Neo"/>
                <a:cs typeface="Apple SD Gothic Neo"/>
              </a:defRPr>
            </a:lvl2pPr>
            <a:lvl3pPr>
              <a:defRPr>
                <a:solidFill>
                  <a:srgbClr val="062F5B"/>
                </a:solidFill>
                <a:latin typeface="Apple SD Gothic Neo"/>
                <a:ea typeface="Apple SD Gothic Neo"/>
                <a:cs typeface="Apple SD Gothic Neo"/>
              </a:defRPr>
            </a:lvl3pPr>
            <a:lvl4pPr>
              <a:defRPr>
                <a:solidFill>
                  <a:srgbClr val="062F5B"/>
                </a:solidFill>
                <a:latin typeface="Apple SD Gothic Neo"/>
                <a:ea typeface="Apple SD Gothic Neo"/>
                <a:cs typeface="Apple SD Gothic Neo"/>
              </a:defRPr>
            </a:lvl4pPr>
            <a:lvl5pPr>
              <a:defRPr>
                <a:solidFill>
                  <a:srgbClr val="062F5B"/>
                </a:solidFill>
                <a:latin typeface="Apple SD Gothic Neo"/>
                <a:ea typeface="Apple SD Gothic Neo"/>
                <a:cs typeface="Apple SD Gothic Neo"/>
              </a:defRPr>
            </a:lvl5pPr>
            <a:lvl6pPr>
              <a:defRPr>
                <a:solidFill>
                  <a:srgbClr val="062F5B"/>
                </a:solidFill>
                <a:latin typeface="Apple SD Gothic Neo"/>
                <a:ea typeface="Apple SD Gothic Neo"/>
                <a:cs typeface="Apple SD Gothic Neo"/>
              </a:defRPr>
            </a:lvl6pPr>
            <a:lvl7pPr>
              <a:defRPr>
                <a:solidFill>
                  <a:srgbClr val="062F5B"/>
                </a:solidFill>
                <a:latin typeface="Apple SD Gothic Neo"/>
                <a:ea typeface="Apple SD Gothic Neo"/>
                <a:cs typeface="Apple SD Gothic Neo"/>
              </a:defRPr>
            </a:lvl7pPr>
            <a:lvl8pPr>
              <a:defRPr>
                <a:solidFill>
                  <a:srgbClr val="062F5B"/>
                </a:solidFill>
                <a:latin typeface="Apple SD Gothic Neo"/>
                <a:ea typeface="Apple SD Gothic Neo"/>
                <a:cs typeface="Apple SD Gothic Neo"/>
              </a:defRPr>
            </a:lvl8pPr>
            <a:lvl9pPr>
              <a:defRPr>
                <a:solidFill>
                  <a:srgbClr val="062F5B"/>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380"/>
              <a:buFont typeface="Arial"/>
              <a:buNone/>
              <a:defRPr>
                <a:solidFill>
                  <a:srgbClr val="062F5B"/>
                </a:solidFill>
                <a:latin typeface="Apple SD Gothic Neo"/>
                <a:ea typeface="Apple SD Gothic Neo"/>
                <a:cs typeface="Apple SD Gothic Neo"/>
              </a:defRPr>
            </a:pPr>
            <a:r>
              <a:rPr sz="1380" b="1" i="0" u="none" strike="noStrike" cap="none" spc="0">
                <a:solidFill>
                  <a:srgbClr val="062F5B"/>
                </a:solidFill>
                <a:latin typeface="Apple SD Gothic Neo"/>
                <a:ea typeface="Apple SD Gothic Neo"/>
                <a:cs typeface="Apple SD Gothic Neo"/>
              </a:rPr>
              <a:t>현재 연결된 자료 분석 흐름  ·  GPU 서버</a:t>
            </a:r>
            <a:endParaRPr/>
          </a:p>
        </p:txBody>
      </p:sp>
      <p:sp>
        <p:nvSpPr>
          <p:cNvPr id="271" name="Google Shape;271;p6">
            <a:extLst xmlns:a="http://schemas.openxmlformats.org/drawingml/2006/main">
              <a:ext uri="{FF2B5EF4-FFF2-40B4-BE49-F238E27FC236}">
                <a16:creationId xmlns:a16="http://schemas.microsoft.com/office/drawing/2014/main" id="{69E1AD12-EFF3-414A-B1D7-2E0BA0D12710}"/>
              </a:ext>
            </a:extLst>
          </p:cNvPr>
          <p:cNvSpPr>
            <a:spLocks xmlns:a="http://schemas.openxmlformats.org/drawingml/2006/main" noGrp="1"/>
          </p:cNvSpPr>
          <p:nvPr/>
        </p:nvSpPr>
        <p:spPr>
          <a:xfrm xmlns:a="http://schemas.openxmlformats.org/drawingml/2006/main">
            <a:off x="8122920" y="1577340"/>
            <a:ext cx="3520440" cy="365760"/>
          </a:xfrm>
          <a:prstGeom xmlns:a="http://schemas.openxmlformats.org/drawingml/2006/main" prst="roundRect">
            <a:avLst>
              <a:gd name="adj" fmla="val 25000"/>
            </a:avLst>
          </a:prstGeom>
          <a:solidFill xmlns:a="http://schemas.openxmlformats.org/drawingml/2006/main">
            <a:srgbClr val="E9EFF5"/>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272" name="Google Shape;272;p6">
            <a:extLst xmlns:a="http://schemas.openxmlformats.org/drawingml/2006/main">
              <a:ext uri="{FF2B5EF4-FFF2-40B4-BE49-F238E27FC236}">
                <a16:creationId xmlns:a16="http://schemas.microsoft.com/office/drawing/2014/main" id="{F483F030-5A25-4DE4-81DD-3A8008060C16}"/>
              </a:ext>
            </a:extLst>
          </p:cNvPr>
          <p:cNvSpPr>
            <a:spLocks xmlns:a="http://schemas.openxmlformats.org/drawingml/2006/main" noGrp="1"/>
          </p:cNvSpPr>
          <p:nvPr/>
        </p:nvSpPr>
        <p:spPr>
          <a:xfrm xmlns:a="http://schemas.openxmlformats.org/drawingml/2006/main">
            <a:off x="8282940" y="1638300"/>
            <a:ext cx="3185160"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65707C"/>
                </a:solidFill>
                <a:latin typeface="Apple SD Gothic Neo"/>
                <a:ea typeface="Apple SD Gothic Neo"/>
                <a:cs typeface="Apple SD Gothic Neo"/>
              </a:defRPr>
            </a:defPPr>
            <a:lvl1pPr>
              <a:defRPr>
                <a:solidFill>
                  <a:srgbClr val="65707C"/>
                </a:solidFill>
                <a:latin typeface="Apple SD Gothic Neo"/>
                <a:ea typeface="Apple SD Gothic Neo"/>
                <a:cs typeface="Apple SD Gothic Neo"/>
              </a:defRPr>
            </a:lvl1pPr>
            <a:lvl2pPr>
              <a:defRPr>
                <a:solidFill>
                  <a:srgbClr val="65707C"/>
                </a:solidFill>
                <a:latin typeface="Apple SD Gothic Neo"/>
                <a:ea typeface="Apple SD Gothic Neo"/>
                <a:cs typeface="Apple SD Gothic Neo"/>
              </a:defRPr>
            </a:lvl2pPr>
            <a:lvl3pPr>
              <a:defRPr>
                <a:solidFill>
                  <a:srgbClr val="65707C"/>
                </a:solidFill>
                <a:latin typeface="Apple SD Gothic Neo"/>
                <a:ea typeface="Apple SD Gothic Neo"/>
                <a:cs typeface="Apple SD Gothic Neo"/>
              </a:defRPr>
            </a:lvl3pPr>
            <a:lvl4pPr>
              <a:defRPr>
                <a:solidFill>
                  <a:srgbClr val="65707C"/>
                </a:solidFill>
                <a:latin typeface="Apple SD Gothic Neo"/>
                <a:ea typeface="Apple SD Gothic Neo"/>
                <a:cs typeface="Apple SD Gothic Neo"/>
              </a:defRPr>
            </a:lvl4pPr>
            <a:lvl5pPr>
              <a:defRPr>
                <a:solidFill>
                  <a:srgbClr val="65707C"/>
                </a:solidFill>
                <a:latin typeface="Apple SD Gothic Neo"/>
                <a:ea typeface="Apple SD Gothic Neo"/>
                <a:cs typeface="Apple SD Gothic Neo"/>
              </a:defRPr>
            </a:lvl5pPr>
            <a:lvl6pPr>
              <a:defRPr>
                <a:solidFill>
                  <a:srgbClr val="65707C"/>
                </a:solidFill>
                <a:latin typeface="Apple SD Gothic Neo"/>
                <a:ea typeface="Apple SD Gothic Neo"/>
                <a:cs typeface="Apple SD Gothic Neo"/>
              </a:defRPr>
            </a:lvl6pPr>
            <a:lvl7pPr>
              <a:defRPr>
                <a:solidFill>
                  <a:srgbClr val="65707C"/>
                </a:solidFill>
                <a:latin typeface="Apple SD Gothic Neo"/>
                <a:ea typeface="Apple SD Gothic Neo"/>
                <a:cs typeface="Apple SD Gothic Neo"/>
              </a:defRPr>
            </a:lvl7pPr>
            <a:lvl8pPr>
              <a:defRPr>
                <a:solidFill>
                  <a:srgbClr val="65707C"/>
                </a:solidFill>
                <a:latin typeface="Apple SD Gothic Neo"/>
                <a:ea typeface="Apple SD Gothic Neo"/>
                <a:cs typeface="Apple SD Gothic Neo"/>
              </a:defRPr>
            </a:lvl8pPr>
            <a:lvl9pPr>
              <a:defRPr>
                <a:solidFill>
                  <a:srgbClr val="65707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380"/>
              <a:buFont typeface="Arial"/>
              <a:buNone/>
              <a:defRPr>
                <a:solidFill>
                  <a:srgbClr val="65707C"/>
                </a:solidFill>
                <a:latin typeface="Apple SD Gothic Neo"/>
                <a:ea typeface="Apple SD Gothic Neo"/>
                <a:cs typeface="Apple SD Gothic Neo"/>
              </a:defRPr>
            </a:pPr>
            <a:r>
              <a:rPr sz="1380" b="1" i="0" u="none" strike="noStrike" cap="none" spc="0">
                <a:solidFill>
                  <a:srgbClr val="65707C"/>
                </a:solidFill>
                <a:latin typeface="Apple SD Gothic Neo"/>
                <a:ea typeface="Apple SD Gothic Neo"/>
                <a:cs typeface="Apple SD Gothic Neo"/>
              </a:rPr>
              <a:t>별도 예측 연구  ·  서비스 미연결</a:t>
            </a:r>
            <a:endParaRPr/>
          </a:p>
        </p:txBody>
      </p:sp>
      <p:sp>
        <p:nvSpPr>
          <p:cNvPr id="273" name="Google Shape;273;p6">
            <a:extLst xmlns:a="http://schemas.openxmlformats.org/drawingml/2006/main">
              <a:ext uri="{FF2B5EF4-FFF2-40B4-BE49-F238E27FC236}">
                <a16:creationId xmlns:a16="http://schemas.microsoft.com/office/drawing/2014/main" id="{AD349128-C753-446E-843A-47C7BDB52E77}"/>
              </a:ext>
            </a:extLst>
          </p:cNvPr>
          <p:cNvSpPr>
            <a:spLocks xmlns:a="http://schemas.openxmlformats.org/drawingml/2006/main" noGrp="1"/>
          </p:cNvSpPr>
          <p:nvPr/>
        </p:nvSpPr>
        <p:spPr>
          <a:xfrm xmlns:a="http://schemas.openxmlformats.org/drawingml/2006/main">
            <a:off x="7985760" y="2141220"/>
            <a:ext cx="7620" cy="2834640"/>
          </a:xfrm>
          <a:custGeom xmlns:a="http://schemas.openxmlformats.org/drawingml/2006/main">
            <a:rect l="l" t="t" r="r" b="b"/>
            <a:pathLst>
              <a:path w="9525" h="3543300">
                <a:moveTo>
                  <a:pt x="0" y="0"/>
                </a:moveTo>
                <a:lnTo>
                  <a:pt x="0" y="3543300"/>
                </a:lnTo>
              </a:path>
            </a:pathLst>
          </a:custGeom>
          <a:noFill xmlns:a="http://schemas.openxmlformats.org/drawingml/2006/main"/>
          <a:ln xmlns:a="http://schemas.openxmlformats.org/drawingml/2006/main" w="15240">
            <a:solidFill>
              <a:srgbClr val="CCD3D8"/>
            </a:solidFill>
            <a:prstDash val="solid"/>
            <a:headEnd type="none" w="sm" len="sm"/>
            <a:tailEnd type="none" w="sm" len="sm"/>
          </a:ln>
        </p:spPr>
      </p:sp>
      <p:sp>
        <p:nvSpPr>
          <p:cNvPr id="274" name="Google Shape;274;p6">
            <a:extLst xmlns:a="http://schemas.openxmlformats.org/drawingml/2006/main">
              <a:ext uri="{FF2B5EF4-FFF2-40B4-BE49-F238E27FC236}">
                <a16:creationId xmlns:a16="http://schemas.microsoft.com/office/drawing/2014/main" id="{17930156-43F8-4F54-B9A6-7668FE91DDEF}"/>
              </a:ext>
            </a:extLst>
          </p:cNvPr>
          <p:cNvSpPr>
            <a:spLocks xmlns:a="http://schemas.openxmlformats.org/drawingml/2006/main" noGrp="1"/>
          </p:cNvSpPr>
          <p:nvPr/>
        </p:nvSpPr>
        <p:spPr>
          <a:xfrm xmlns:a="http://schemas.openxmlformats.org/drawingml/2006/main">
            <a:off x="630022" y="2207362"/>
            <a:ext cx="285293" cy="285293"/>
          </a:xfrm>
          <a:prstGeom xmlns:a="http://schemas.openxmlformats.org/drawingml/2006/main" prst="ellipse">
            <a:avLst/>
          </a:prstGeom>
          <a:noFill xmlns:a="http://schemas.openxmlformats.org/drawingml/2006/main"/>
          <a:ln xmlns:a="http://schemas.openxmlformats.org/drawingml/2006/main" w="29718">
            <a:solidFill>
              <a:srgbClr val="062F5B"/>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275" name="Google Shape;275;p6">
            <a:extLst xmlns:a="http://schemas.openxmlformats.org/drawingml/2006/main">
              <a:ext uri="{FF2B5EF4-FFF2-40B4-BE49-F238E27FC236}">
                <a16:creationId xmlns:a16="http://schemas.microsoft.com/office/drawing/2014/main" id="{F70D0B3B-9F84-460C-BA0A-B5B93A660302}"/>
              </a:ext>
            </a:extLst>
          </p:cNvPr>
          <p:cNvSpPr>
            <a:spLocks xmlns:a="http://schemas.openxmlformats.org/drawingml/2006/main" noGrp="1"/>
          </p:cNvSpPr>
          <p:nvPr/>
        </p:nvSpPr>
        <p:spPr>
          <a:xfrm xmlns:a="http://schemas.openxmlformats.org/drawingml/2006/main">
            <a:off x="873710" y="2456993"/>
            <a:ext cx="130759" cy="130759"/>
          </a:xfrm>
          <a:custGeom xmlns:a="http://schemas.openxmlformats.org/drawingml/2006/main">
            <a:rect l="l" t="t" r="r" b="b"/>
            <a:pathLst>
              <a:path w="163449" h="163449">
                <a:moveTo>
                  <a:pt x="0" y="0"/>
                </a:moveTo>
                <a:lnTo>
                  <a:pt x="163449" y="163449"/>
                </a:lnTo>
              </a:path>
            </a:pathLst>
          </a:custGeom>
          <a:noFill xmlns:a="http://schemas.openxmlformats.org/drawingml/2006/main"/>
          <a:ln xmlns:a="http://schemas.openxmlformats.org/drawingml/2006/main" w="35624">
            <a:solidFill>
              <a:srgbClr val="062F5B"/>
            </a:solidFill>
            <a:prstDash val="solid"/>
            <a:headEnd type="none" w="sm" len="sm"/>
            <a:tailEnd type="none" w="sm" len="sm"/>
          </a:ln>
        </p:spPr>
      </p:sp>
      <p:sp>
        <p:nvSpPr>
          <p:cNvPr id="276" name="Google Shape;276;p6">
            <a:extLst xmlns:a="http://schemas.openxmlformats.org/drawingml/2006/main">
              <a:ext uri="{FF2B5EF4-FFF2-40B4-BE49-F238E27FC236}">
                <a16:creationId xmlns:a16="http://schemas.microsoft.com/office/drawing/2014/main" id="{65B6F495-E525-4CA4-B1B4-8891D6F2F699}"/>
              </a:ext>
            </a:extLst>
          </p:cNvPr>
          <p:cNvSpPr>
            <a:spLocks xmlns:a="http://schemas.openxmlformats.org/drawingml/2006/main" noGrp="1"/>
          </p:cNvSpPr>
          <p:nvPr/>
        </p:nvSpPr>
        <p:spPr>
          <a:xfrm xmlns:a="http://schemas.openxmlformats.org/drawingml/2006/main">
            <a:off x="707288" y="2308403"/>
            <a:ext cx="35662" cy="35662"/>
          </a:xfrm>
          <a:prstGeom xmlns:a="http://schemas.openxmlformats.org/drawingml/2006/main" prst="ellipse">
            <a:avLst/>
          </a:prstGeom>
          <a:solidFill xmlns:a="http://schemas.openxmlformats.org/drawingml/2006/main">
            <a:srgbClr val="062F5B"/>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277" name="Google Shape;277;p6">
            <a:extLst xmlns:a="http://schemas.openxmlformats.org/drawingml/2006/main">
              <a:ext uri="{FF2B5EF4-FFF2-40B4-BE49-F238E27FC236}">
                <a16:creationId xmlns:a16="http://schemas.microsoft.com/office/drawing/2014/main" id="{3801C218-F943-4B3D-9AFB-5814992D893F}"/>
              </a:ext>
            </a:extLst>
          </p:cNvPr>
          <p:cNvSpPr>
            <a:spLocks xmlns:a="http://schemas.openxmlformats.org/drawingml/2006/main" noGrp="1"/>
          </p:cNvSpPr>
          <p:nvPr/>
        </p:nvSpPr>
        <p:spPr>
          <a:xfrm xmlns:a="http://schemas.openxmlformats.org/drawingml/2006/main">
            <a:off x="784555" y="2278685"/>
            <a:ext cx="35662" cy="35662"/>
          </a:xfrm>
          <a:prstGeom xmlns:a="http://schemas.openxmlformats.org/drawingml/2006/main" prst="ellipse">
            <a:avLst/>
          </a:prstGeom>
          <a:solidFill xmlns:a="http://schemas.openxmlformats.org/drawingml/2006/main">
            <a:srgbClr val="062F5B"/>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278" name="Google Shape;278;p6">
            <a:extLst xmlns:a="http://schemas.openxmlformats.org/drawingml/2006/main">
              <a:ext uri="{FF2B5EF4-FFF2-40B4-BE49-F238E27FC236}">
                <a16:creationId xmlns:a16="http://schemas.microsoft.com/office/drawing/2014/main" id="{26A690C4-7EA6-47C4-BF2A-A7B5A6684540}"/>
              </a:ext>
            </a:extLst>
          </p:cNvPr>
          <p:cNvSpPr>
            <a:spLocks xmlns:a="http://schemas.openxmlformats.org/drawingml/2006/main" noGrp="1"/>
          </p:cNvSpPr>
          <p:nvPr/>
        </p:nvSpPr>
        <p:spPr>
          <a:xfrm xmlns:a="http://schemas.openxmlformats.org/drawingml/2006/main">
            <a:off x="784555" y="2361895"/>
            <a:ext cx="35662" cy="35662"/>
          </a:xfrm>
          <a:prstGeom xmlns:a="http://schemas.openxmlformats.org/drawingml/2006/main" prst="ellipse">
            <a:avLst/>
          </a:prstGeom>
          <a:solidFill xmlns:a="http://schemas.openxmlformats.org/drawingml/2006/main">
            <a:srgbClr val="062F5B"/>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279" name="Google Shape;279;p6">
            <a:extLst xmlns:a="http://schemas.openxmlformats.org/drawingml/2006/main">
              <a:ext uri="{FF2B5EF4-FFF2-40B4-BE49-F238E27FC236}">
                <a16:creationId xmlns:a16="http://schemas.microsoft.com/office/drawing/2014/main" id="{75EAC138-1E6B-4CB9-A5F0-D376ECC6B43B}"/>
              </a:ext>
            </a:extLst>
          </p:cNvPr>
          <p:cNvSpPr>
            <a:spLocks xmlns:a="http://schemas.openxmlformats.org/drawingml/2006/main" noGrp="1"/>
          </p:cNvSpPr>
          <p:nvPr/>
        </p:nvSpPr>
        <p:spPr>
          <a:xfrm xmlns:a="http://schemas.openxmlformats.org/drawingml/2006/main">
            <a:off x="725119" y="2296516"/>
            <a:ext cx="77267" cy="83210"/>
          </a:xfrm>
          <a:custGeom xmlns:a="http://schemas.openxmlformats.org/drawingml/2006/main">
            <a:rect l="l" t="t" r="r" b="b"/>
            <a:pathLst>
              <a:path w="96584" h="104013">
                <a:moveTo>
                  <a:pt x="0" y="37147"/>
                </a:moveTo>
                <a:lnTo>
                  <a:pt x="96584" y="0"/>
                </a:lnTo>
                <a:lnTo>
                  <a:pt x="96584" y="104013"/>
                </a:lnTo>
                <a:lnTo>
                  <a:pt x="0" y="37147"/>
                </a:lnTo>
              </a:path>
            </a:pathLst>
          </a:custGeom>
          <a:noFill xmlns:a="http://schemas.openxmlformats.org/drawingml/2006/main"/>
          <a:ln xmlns:a="http://schemas.openxmlformats.org/drawingml/2006/main" w="11906">
            <a:solidFill>
              <a:srgbClr val="062F5B"/>
            </a:solidFill>
            <a:prstDash val="solid"/>
            <a:headEnd type="none" w="sm" len="sm"/>
            <a:tailEnd type="none" w="sm" len="sm"/>
          </a:ln>
        </p:spPr>
      </p:sp>
      <p:sp>
        <p:nvSpPr>
          <p:cNvPr id="280" name="Google Shape;280;p6">
            <a:extLst xmlns:a="http://schemas.openxmlformats.org/drawingml/2006/main">
              <a:ext uri="{FF2B5EF4-FFF2-40B4-BE49-F238E27FC236}">
                <a16:creationId xmlns:a16="http://schemas.microsoft.com/office/drawing/2014/main" id="{A8CA3297-975A-4AE6-9A6C-F17A1FBD1746}"/>
              </a:ext>
            </a:extLst>
          </p:cNvPr>
          <p:cNvSpPr>
            <a:spLocks xmlns:a="http://schemas.openxmlformats.org/drawingml/2006/main" noGrp="1"/>
          </p:cNvSpPr>
          <p:nvPr/>
        </p:nvSpPr>
        <p:spPr>
          <a:xfrm xmlns:a="http://schemas.openxmlformats.org/drawingml/2006/main">
            <a:off x="1242060" y="2141220"/>
            <a:ext cx="264414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920"/>
              <a:buFont typeface="Arial"/>
              <a:buNone/>
              <a:defRPr>
                <a:solidFill>
                  <a:srgbClr val="20324C"/>
                </a:solidFill>
                <a:latin typeface="Apple SD Gothic Neo"/>
                <a:ea typeface="Apple SD Gothic Neo"/>
                <a:cs typeface="Apple SD Gothic Neo"/>
              </a:defRPr>
            </a:pPr>
            <a:r>
              <a:rPr sz="1920" b="1" i="0" u="none" strike="noStrike" cap="none" spc="0">
                <a:solidFill>
                  <a:srgbClr val="20324C"/>
                </a:solidFill>
                <a:latin typeface="Apple SD Gothic Neo"/>
                <a:ea typeface="Apple SD Gothic Neo"/>
                <a:cs typeface="Apple SD Gothic Neo"/>
              </a:rPr>
              <a:t>근거 찾기</a:t>
            </a:r>
            <a:endParaRPr/>
          </a:p>
        </p:txBody>
      </p:sp>
      <p:sp>
        <p:nvSpPr>
          <p:cNvPr id="281" name="Google Shape;281;p6">
            <a:extLst xmlns:a="http://schemas.openxmlformats.org/drawingml/2006/main">
              <a:ext uri="{FF2B5EF4-FFF2-40B4-BE49-F238E27FC236}">
                <a16:creationId xmlns:a16="http://schemas.microsoft.com/office/drawing/2014/main" id="{C7DE1181-A2EC-4E9B-A954-9188C6F36C9C}"/>
              </a:ext>
            </a:extLst>
          </p:cNvPr>
          <p:cNvSpPr>
            <a:spLocks xmlns:a="http://schemas.openxmlformats.org/drawingml/2006/main" noGrp="1"/>
          </p:cNvSpPr>
          <p:nvPr/>
        </p:nvSpPr>
        <p:spPr>
          <a:xfrm xmlns:a="http://schemas.openxmlformats.org/drawingml/2006/main">
            <a:off x="1242060" y="2491740"/>
            <a:ext cx="2667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062F5B"/>
                </a:solidFill>
                <a:latin typeface="Apple SD Gothic Neo"/>
                <a:ea typeface="Apple SD Gothic Neo"/>
                <a:cs typeface="Apple SD Gothic Neo"/>
              </a:defRPr>
            </a:defPPr>
            <a:lvl1pPr>
              <a:defRPr>
                <a:solidFill>
                  <a:srgbClr val="062F5B"/>
                </a:solidFill>
                <a:latin typeface="Apple SD Gothic Neo"/>
                <a:ea typeface="Apple SD Gothic Neo"/>
                <a:cs typeface="Apple SD Gothic Neo"/>
              </a:defRPr>
            </a:lvl1pPr>
            <a:lvl2pPr>
              <a:defRPr>
                <a:solidFill>
                  <a:srgbClr val="062F5B"/>
                </a:solidFill>
                <a:latin typeface="Apple SD Gothic Neo"/>
                <a:ea typeface="Apple SD Gothic Neo"/>
                <a:cs typeface="Apple SD Gothic Neo"/>
              </a:defRPr>
            </a:lvl2pPr>
            <a:lvl3pPr>
              <a:defRPr>
                <a:solidFill>
                  <a:srgbClr val="062F5B"/>
                </a:solidFill>
                <a:latin typeface="Apple SD Gothic Neo"/>
                <a:ea typeface="Apple SD Gothic Neo"/>
                <a:cs typeface="Apple SD Gothic Neo"/>
              </a:defRPr>
            </a:lvl3pPr>
            <a:lvl4pPr>
              <a:defRPr>
                <a:solidFill>
                  <a:srgbClr val="062F5B"/>
                </a:solidFill>
                <a:latin typeface="Apple SD Gothic Neo"/>
                <a:ea typeface="Apple SD Gothic Neo"/>
                <a:cs typeface="Apple SD Gothic Neo"/>
              </a:defRPr>
            </a:lvl4pPr>
            <a:lvl5pPr>
              <a:defRPr>
                <a:solidFill>
                  <a:srgbClr val="062F5B"/>
                </a:solidFill>
                <a:latin typeface="Apple SD Gothic Neo"/>
                <a:ea typeface="Apple SD Gothic Neo"/>
                <a:cs typeface="Apple SD Gothic Neo"/>
              </a:defRPr>
            </a:lvl5pPr>
            <a:lvl6pPr>
              <a:defRPr>
                <a:solidFill>
                  <a:srgbClr val="062F5B"/>
                </a:solidFill>
                <a:latin typeface="Apple SD Gothic Neo"/>
                <a:ea typeface="Apple SD Gothic Neo"/>
                <a:cs typeface="Apple SD Gothic Neo"/>
              </a:defRPr>
            </a:lvl6pPr>
            <a:lvl7pPr>
              <a:defRPr>
                <a:solidFill>
                  <a:srgbClr val="062F5B"/>
                </a:solidFill>
                <a:latin typeface="Apple SD Gothic Neo"/>
                <a:ea typeface="Apple SD Gothic Neo"/>
                <a:cs typeface="Apple SD Gothic Neo"/>
              </a:defRPr>
            </a:lvl7pPr>
            <a:lvl8pPr>
              <a:defRPr>
                <a:solidFill>
                  <a:srgbClr val="062F5B"/>
                </a:solidFill>
                <a:latin typeface="Apple SD Gothic Neo"/>
                <a:ea typeface="Apple SD Gothic Neo"/>
                <a:cs typeface="Apple SD Gothic Neo"/>
              </a:defRPr>
            </a:lvl8pPr>
            <a:lvl9pPr>
              <a:defRPr>
                <a:solidFill>
                  <a:srgbClr val="062F5B"/>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320"/>
              <a:buFont typeface="Arial"/>
              <a:buNone/>
              <a:defRPr>
                <a:solidFill>
                  <a:srgbClr val="062F5B"/>
                </a:solidFill>
                <a:latin typeface="Apple SD Gothic Neo"/>
                <a:ea typeface="Apple SD Gothic Neo"/>
                <a:cs typeface="Apple SD Gothic Neo"/>
              </a:defRPr>
            </a:pPr>
            <a:r>
              <a:rPr sz="1320" b="1" i="0" u="none" strike="noStrike" cap="none" spc="0">
                <a:solidFill>
                  <a:srgbClr val="062F5B"/>
                </a:solidFill>
                <a:latin typeface="Apple SD Gothic Neo"/>
                <a:ea typeface="Apple SD Gothic Neo"/>
                <a:cs typeface="Apple SD Gothic Neo"/>
              </a:rPr>
              <a:t>Qwen3-Embedding-0.6B</a:t>
            </a:r>
            <a:endParaRPr/>
          </a:p>
        </p:txBody>
      </p:sp>
      <p:sp>
        <p:nvSpPr>
          <p:cNvPr id="282" name="Google Shape;282;p6">
            <a:extLst xmlns:a="http://schemas.openxmlformats.org/drawingml/2006/main">
              <a:ext uri="{FF2B5EF4-FFF2-40B4-BE49-F238E27FC236}">
                <a16:creationId xmlns:a16="http://schemas.microsoft.com/office/drawing/2014/main" id="{2FFD056C-B65D-4F5C-BC5A-60455ADAF730}"/>
              </a:ext>
            </a:extLst>
          </p:cNvPr>
          <p:cNvSpPr>
            <a:spLocks xmlns:a="http://schemas.openxmlformats.org/drawingml/2006/main" noGrp="1"/>
          </p:cNvSpPr>
          <p:nvPr/>
        </p:nvSpPr>
        <p:spPr>
          <a:xfrm xmlns:a="http://schemas.openxmlformats.org/drawingml/2006/main">
            <a:off x="3794760" y="2385060"/>
            <a:ext cx="266700" cy="7620"/>
          </a:xfrm>
          <a:custGeom xmlns:a="http://schemas.openxmlformats.org/drawingml/2006/main">
            <a:rect l="l" t="t" r="r" b="b"/>
            <a:pathLst>
              <a:path w="333375" h="9525">
                <a:moveTo>
                  <a:pt x="0" y="0"/>
                </a:moveTo>
                <a:lnTo>
                  <a:pt x="333375" y="0"/>
                </a:lnTo>
              </a:path>
            </a:pathLst>
          </a:custGeom>
          <a:noFill xmlns:a="http://schemas.openxmlformats.org/drawingml/2006/main"/>
          <a:ln xmlns:a="http://schemas.openxmlformats.org/drawingml/2006/main" w="22860">
            <a:solidFill>
              <a:srgbClr val="062F5B"/>
            </a:solidFill>
            <a:prstDash val="solid"/>
            <a:headEnd type="none" w="sm" len="sm"/>
            <a:tailEnd type="none" w="sm" len="sm"/>
          </a:ln>
        </p:spPr>
      </p:sp>
      <p:sp>
        <p:nvSpPr>
          <p:cNvPr id="283" name="Google Shape;283;p6">
            <a:extLst xmlns:a="http://schemas.openxmlformats.org/drawingml/2006/main">
              <a:ext uri="{FF2B5EF4-FFF2-40B4-BE49-F238E27FC236}">
                <a16:creationId xmlns:a16="http://schemas.microsoft.com/office/drawing/2014/main" id="{1B98FDEC-0971-4FDE-9B83-F2A730EC44FC}"/>
              </a:ext>
            </a:extLst>
          </p:cNvPr>
          <p:cNvSpPr>
            <a:spLocks xmlns:a="http://schemas.openxmlformats.org/drawingml/2006/main" noGrp="1"/>
          </p:cNvSpPr>
          <p:nvPr/>
        </p:nvSpPr>
        <p:spPr>
          <a:xfrm xmlns:a="http://schemas.openxmlformats.org/drawingml/2006/main">
            <a:off x="4000500" y="2331720"/>
            <a:ext cx="121920" cy="106680"/>
          </a:xfrm>
          <a:custGeom xmlns:a="http://schemas.openxmlformats.org/drawingml/2006/main">
            <a:rect l="l" t="t" r="r" b="b"/>
            <a:pathLst>
              <a:path w="152400" h="133350">
                <a:moveTo>
                  <a:pt x="0" y="0"/>
                </a:moveTo>
                <a:lnTo>
                  <a:pt x="152400" y="66675"/>
                </a:lnTo>
                <a:lnTo>
                  <a:pt x="0" y="133350"/>
                </a:lnTo>
              </a:path>
            </a:pathLst>
          </a:custGeom>
          <a:noFill xmlns:a="http://schemas.openxmlformats.org/drawingml/2006/main"/>
          <a:ln xmlns:a="http://schemas.openxmlformats.org/drawingml/2006/main" w="22860">
            <a:solidFill>
              <a:srgbClr val="062F5B"/>
            </a:solidFill>
            <a:prstDash val="solid"/>
            <a:headEnd type="none" w="sm" len="sm"/>
            <a:tailEnd type="none" w="sm" len="sm"/>
          </a:ln>
        </p:spPr>
      </p:sp>
      <p:sp>
        <p:nvSpPr>
          <p:cNvPr id="284" name="Google Shape;284;p6">
            <a:extLst xmlns:a="http://schemas.openxmlformats.org/drawingml/2006/main">
              <a:ext uri="{FF2B5EF4-FFF2-40B4-BE49-F238E27FC236}">
                <a16:creationId xmlns:a16="http://schemas.microsoft.com/office/drawing/2014/main" id="{455506B9-861B-423E-93E3-88B1C715AA47}"/>
              </a:ext>
            </a:extLst>
          </p:cNvPr>
          <p:cNvSpPr>
            <a:spLocks xmlns:a="http://schemas.openxmlformats.org/drawingml/2006/main" noGrp="1"/>
          </p:cNvSpPr>
          <p:nvPr/>
        </p:nvSpPr>
        <p:spPr>
          <a:xfrm xmlns:a="http://schemas.openxmlformats.org/drawingml/2006/main">
            <a:off x="4375404" y="2203704"/>
            <a:ext cx="337414" cy="337414"/>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18764">
            <a:solidFill>
              <a:srgbClr val="245B8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285" name="Google Shape;285;p6">
            <a:extLst xmlns:a="http://schemas.openxmlformats.org/drawingml/2006/main">
              <a:ext uri="{FF2B5EF4-FFF2-40B4-BE49-F238E27FC236}">
                <a16:creationId xmlns:a16="http://schemas.microsoft.com/office/drawing/2014/main" id="{F3DF7D25-0230-43AD-A91A-8389F322B1BC}"/>
              </a:ext>
            </a:extLst>
          </p:cNvPr>
          <p:cNvSpPr>
            <a:spLocks xmlns:a="http://schemas.openxmlformats.org/drawingml/2006/main" noGrp="1"/>
          </p:cNvSpPr>
          <p:nvPr/>
        </p:nvSpPr>
        <p:spPr>
          <a:xfrm xmlns:a="http://schemas.openxmlformats.org/drawingml/2006/main">
            <a:off x="4450385" y="2141220"/>
            <a:ext cx="7620" cy="62484"/>
          </a:xfrm>
          <a:custGeom xmlns:a="http://schemas.openxmlformats.org/drawingml/2006/main">
            <a:rect l="l" t="t" r="r" b="b"/>
            <a:pathLst>
              <a:path w="9525" h="78105">
                <a:moveTo>
                  <a:pt x="0" y="0"/>
                </a:moveTo>
                <a:lnTo>
                  <a:pt x="0" y="78105"/>
                </a:lnTo>
              </a:path>
            </a:pathLst>
          </a:custGeom>
          <a:noFill xmlns:a="http://schemas.openxmlformats.org/drawingml/2006/main"/>
          <a:ln xmlns:a="http://schemas.openxmlformats.org/drawingml/2006/main" w="18764">
            <a:solidFill>
              <a:srgbClr val="245B80"/>
            </a:solidFill>
            <a:prstDash val="solid"/>
            <a:headEnd type="none" w="sm" len="sm"/>
            <a:tailEnd type="none" w="sm" len="sm"/>
          </a:ln>
        </p:spPr>
      </p:sp>
      <p:sp>
        <p:nvSpPr>
          <p:cNvPr id="286" name="Google Shape;286;p6">
            <a:extLst xmlns:a="http://schemas.openxmlformats.org/drawingml/2006/main">
              <a:ext uri="{FF2B5EF4-FFF2-40B4-BE49-F238E27FC236}">
                <a16:creationId xmlns:a16="http://schemas.microsoft.com/office/drawing/2014/main" id="{071E9369-6C0F-4B62-A94B-52824DBD088D}"/>
              </a:ext>
            </a:extLst>
          </p:cNvPr>
          <p:cNvSpPr>
            <a:spLocks xmlns:a="http://schemas.openxmlformats.org/drawingml/2006/main" noGrp="1"/>
          </p:cNvSpPr>
          <p:nvPr/>
        </p:nvSpPr>
        <p:spPr>
          <a:xfrm xmlns:a="http://schemas.openxmlformats.org/drawingml/2006/main">
            <a:off x="4450385" y="2541118"/>
            <a:ext cx="7620" cy="62484"/>
          </a:xfrm>
          <a:custGeom xmlns:a="http://schemas.openxmlformats.org/drawingml/2006/main">
            <a:rect l="l" t="t" r="r" b="b"/>
            <a:pathLst>
              <a:path w="9525" h="78105">
                <a:moveTo>
                  <a:pt x="0" y="0"/>
                </a:moveTo>
                <a:lnTo>
                  <a:pt x="0" y="78105"/>
                </a:lnTo>
              </a:path>
            </a:pathLst>
          </a:custGeom>
          <a:noFill xmlns:a="http://schemas.openxmlformats.org/drawingml/2006/main"/>
          <a:ln xmlns:a="http://schemas.openxmlformats.org/drawingml/2006/main" w="18764">
            <a:solidFill>
              <a:srgbClr val="245B80"/>
            </a:solidFill>
            <a:prstDash val="solid"/>
            <a:headEnd type="none" w="sm" len="sm"/>
            <a:tailEnd type="none" w="sm" len="sm"/>
          </a:ln>
        </p:spPr>
      </p:sp>
      <p:sp>
        <p:nvSpPr>
          <p:cNvPr id="287" name="Google Shape;287;p6">
            <a:extLst xmlns:a="http://schemas.openxmlformats.org/drawingml/2006/main">
              <a:ext uri="{FF2B5EF4-FFF2-40B4-BE49-F238E27FC236}">
                <a16:creationId xmlns:a16="http://schemas.microsoft.com/office/drawing/2014/main" id="{0FF902EF-B540-4A0D-8E40-C26B9623FB52}"/>
              </a:ext>
            </a:extLst>
          </p:cNvPr>
          <p:cNvSpPr>
            <a:spLocks xmlns:a="http://schemas.openxmlformats.org/drawingml/2006/main" noGrp="1"/>
          </p:cNvSpPr>
          <p:nvPr/>
        </p:nvSpPr>
        <p:spPr>
          <a:xfrm xmlns:a="http://schemas.openxmlformats.org/drawingml/2006/main">
            <a:off x="4312920" y="2278685"/>
            <a:ext cx="62484" cy="7620"/>
          </a:xfrm>
          <a:custGeom xmlns:a="http://schemas.openxmlformats.org/drawingml/2006/main">
            <a:rect l="l" t="t" r="r" b="b"/>
            <a:pathLst>
              <a:path w="78105" h="9525">
                <a:moveTo>
                  <a:pt x="0" y="0"/>
                </a:moveTo>
                <a:lnTo>
                  <a:pt x="78105" y="0"/>
                </a:lnTo>
              </a:path>
            </a:pathLst>
          </a:custGeom>
          <a:noFill xmlns:a="http://schemas.openxmlformats.org/drawingml/2006/main"/>
          <a:ln xmlns:a="http://schemas.openxmlformats.org/drawingml/2006/main" w="18764">
            <a:solidFill>
              <a:srgbClr val="245B80"/>
            </a:solidFill>
            <a:prstDash val="solid"/>
            <a:headEnd type="none" w="sm" len="sm"/>
            <a:tailEnd type="none" w="sm" len="sm"/>
          </a:ln>
        </p:spPr>
      </p:sp>
      <p:sp>
        <p:nvSpPr>
          <p:cNvPr id="288" name="Google Shape;288;p6">
            <a:extLst xmlns:a="http://schemas.openxmlformats.org/drawingml/2006/main">
              <a:ext uri="{FF2B5EF4-FFF2-40B4-BE49-F238E27FC236}">
                <a16:creationId xmlns:a16="http://schemas.microsoft.com/office/drawing/2014/main" id="{D14AB724-7226-40A3-A7C4-6F38C3D538EF}"/>
              </a:ext>
            </a:extLst>
          </p:cNvPr>
          <p:cNvSpPr>
            <a:spLocks xmlns:a="http://schemas.openxmlformats.org/drawingml/2006/main" noGrp="1"/>
          </p:cNvSpPr>
          <p:nvPr/>
        </p:nvSpPr>
        <p:spPr>
          <a:xfrm xmlns:a="http://schemas.openxmlformats.org/drawingml/2006/main">
            <a:off x="4712818" y="2278685"/>
            <a:ext cx="62484" cy="7620"/>
          </a:xfrm>
          <a:custGeom xmlns:a="http://schemas.openxmlformats.org/drawingml/2006/main">
            <a:rect l="l" t="t" r="r" b="b"/>
            <a:pathLst>
              <a:path w="78105" h="9525">
                <a:moveTo>
                  <a:pt x="0" y="0"/>
                </a:moveTo>
                <a:lnTo>
                  <a:pt x="78105" y="0"/>
                </a:lnTo>
              </a:path>
            </a:pathLst>
          </a:custGeom>
          <a:noFill xmlns:a="http://schemas.openxmlformats.org/drawingml/2006/main"/>
          <a:ln xmlns:a="http://schemas.openxmlformats.org/drawingml/2006/main" w="18764">
            <a:solidFill>
              <a:srgbClr val="245B80"/>
            </a:solidFill>
            <a:prstDash val="solid"/>
            <a:headEnd type="none" w="sm" len="sm"/>
            <a:tailEnd type="none" w="sm" len="sm"/>
          </a:ln>
        </p:spPr>
      </p:sp>
      <p:sp>
        <p:nvSpPr>
          <p:cNvPr id="289" name="Google Shape;289;p6">
            <a:extLst xmlns:a="http://schemas.openxmlformats.org/drawingml/2006/main">
              <a:ext uri="{FF2B5EF4-FFF2-40B4-BE49-F238E27FC236}">
                <a16:creationId xmlns:a16="http://schemas.microsoft.com/office/drawing/2014/main" id="{A045095A-289F-4198-BC79-88C0614DCEE1}"/>
              </a:ext>
            </a:extLst>
          </p:cNvPr>
          <p:cNvSpPr>
            <a:spLocks xmlns:a="http://schemas.openxmlformats.org/drawingml/2006/main" noGrp="1"/>
          </p:cNvSpPr>
          <p:nvPr/>
        </p:nvSpPr>
        <p:spPr>
          <a:xfrm xmlns:a="http://schemas.openxmlformats.org/drawingml/2006/main">
            <a:off x="4544111" y="2141220"/>
            <a:ext cx="7620" cy="62484"/>
          </a:xfrm>
          <a:custGeom xmlns:a="http://schemas.openxmlformats.org/drawingml/2006/main">
            <a:rect l="l" t="t" r="r" b="b"/>
            <a:pathLst>
              <a:path w="9525" h="78105">
                <a:moveTo>
                  <a:pt x="0" y="0"/>
                </a:moveTo>
                <a:lnTo>
                  <a:pt x="0" y="78105"/>
                </a:lnTo>
              </a:path>
            </a:pathLst>
          </a:custGeom>
          <a:noFill xmlns:a="http://schemas.openxmlformats.org/drawingml/2006/main"/>
          <a:ln xmlns:a="http://schemas.openxmlformats.org/drawingml/2006/main" w="18764">
            <a:solidFill>
              <a:srgbClr val="245B80"/>
            </a:solidFill>
            <a:prstDash val="solid"/>
            <a:headEnd type="none" w="sm" len="sm"/>
            <a:tailEnd type="none" w="sm" len="sm"/>
          </a:ln>
        </p:spPr>
      </p:sp>
      <p:sp>
        <p:nvSpPr>
          <p:cNvPr id="290" name="Google Shape;290;p6">
            <a:extLst xmlns:a="http://schemas.openxmlformats.org/drawingml/2006/main">
              <a:ext uri="{FF2B5EF4-FFF2-40B4-BE49-F238E27FC236}">
                <a16:creationId xmlns:a16="http://schemas.microsoft.com/office/drawing/2014/main" id="{BBD818E8-B4B6-418D-8158-BB1AAAAE3FE8}"/>
              </a:ext>
            </a:extLst>
          </p:cNvPr>
          <p:cNvSpPr>
            <a:spLocks xmlns:a="http://schemas.openxmlformats.org/drawingml/2006/main" noGrp="1"/>
          </p:cNvSpPr>
          <p:nvPr/>
        </p:nvSpPr>
        <p:spPr>
          <a:xfrm xmlns:a="http://schemas.openxmlformats.org/drawingml/2006/main">
            <a:off x="4544111" y="2541118"/>
            <a:ext cx="7620" cy="62484"/>
          </a:xfrm>
          <a:custGeom xmlns:a="http://schemas.openxmlformats.org/drawingml/2006/main">
            <a:rect l="l" t="t" r="r" b="b"/>
            <a:pathLst>
              <a:path w="9525" h="78105">
                <a:moveTo>
                  <a:pt x="0" y="0"/>
                </a:moveTo>
                <a:lnTo>
                  <a:pt x="0" y="78105"/>
                </a:lnTo>
              </a:path>
            </a:pathLst>
          </a:custGeom>
          <a:noFill xmlns:a="http://schemas.openxmlformats.org/drawingml/2006/main"/>
          <a:ln xmlns:a="http://schemas.openxmlformats.org/drawingml/2006/main" w="18764">
            <a:solidFill>
              <a:srgbClr val="245B80"/>
            </a:solidFill>
            <a:prstDash val="solid"/>
            <a:headEnd type="none" w="sm" len="sm"/>
            <a:tailEnd type="none" w="sm" len="sm"/>
          </a:ln>
        </p:spPr>
      </p:sp>
      <p:sp>
        <p:nvSpPr>
          <p:cNvPr id="291" name="Google Shape;291;p6">
            <a:extLst xmlns:a="http://schemas.openxmlformats.org/drawingml/2006/main">
              <a:ext uri="{FF2B5EF4-FFF2-40B4-BE49-F238E27FC236}">
                <a16:creationId xmlns:a16="http://schemas.microsoft.com/office/drawing/2014/main" id="{C62B38A8-2F15-4FC8-A2D1-6FEDCAF19E8F}"/>
              </a:ext>
            </a:extLst>
          </p:cNvPr>
          <p:cNvSpPr>
            <a:spLocks xmlns:a="http://schemas.openxmlformats.org/drawingml/2006/main" noGrp="1"/>
          </p:cNvSpPr>
          <p:nvPr/>
        </p:nvSpPr>
        <p:spPr>
          <a:xfrm xmlns:a="http://schemas.openxmlformats.org/drawingml/2006/main">
            <a:off x="4312920" y="2372410"/>
            <a:ext cx="62484" cy="7620"/>
          </a:xfrm>
          <a:custGeom xmlns:a="http://schemas.openxmlformats.org/drawingml/2006/main">
            <a:rect l="l" t="t" r="r" b="b"/>
            <a:pathLst>
              <a:path w="78105" h="9525">
                <a:moveTo>
                  <a:pt x="0" y="0"/>
                </a:moveTo>
                <a:lnTo>
                  <a:pt x="78105" y="0"/>
                </a:lnTo>
              </a:path>
            </a:pathLst>
          </a:custGeom>
          <a:noFill xmlns:a="http://schemas.openxmlformats.org/drawingml/2006/main"/>
          <a:ln xmlns:a="http://schemas.openxmlformats.org/drawingml/2006/main" w="18764">
            <a:solidFill>
              <a:srgbClr val="245B80"/>
            </a:solidFill>
            <a:prstDash val="solid"/>
            <a:headEnd type="none" w="sm" len="sm"/>
            <a:tailEnd type="none" w="sm" len="sm"/>
          </a:ln>
        </p:spPr>
      </p:sp>
      <p:sp>
        <p:nvSpPr>
          <p:cNvPr id="292" name="Google Shape;292;p6">
            <a:extLst xmlns:a="http://schemas.openxmlformats.org/drawingml/2006/main">
              <a:ext uri="{FF2B5EF4-FFF2-40B4-BE49-F238E27FC236}">
                <a16:creationId xmlns:a16="http://schemas.microsoft.com/office/drawing/2014/main" id="{5058969A-3EAE-4230-A17F-1BF4CA418F6D}"/>
              </a:ext>
            </a:extLst>
          </p:cNvPr>
          <p:cNvSpPr>
            <a:spLocks xmlns:a="http://schemas.openxmlformats.org/drawingml/2006/main" noGrp="1"/>
          </p:cNvSpPr>
          <p:nvPr/>
        </p:nvSpPr>
        <p:spPr>
          <a:xfrm xmlns:a="http://schemas.openxmlformats.org/drawingml/2006/main">
            <a:off x="4712818" y="2372410"/>
            <a:ext cx="62484" cy="7620"/>
          </a:xfrm>
          <a:custGeom xmlns:a="http://schemas.openxmlformats.org/drawingml/2006/main">
            <a:rect l="l" t="t" r="r" b="b"/>
            <a:pathLst>
              <a:path w="78105" h="9525">
                <a:moveTo>
                  <a:pt x="0" y="0"/>
                </a:moveTo>
                <a:lnTo>
                  <a:pt x="78105" y="0"/>
                </a:lnTo>
              </a:path>
            </a:pathLst>
          </a:custGeom>
          <a:noFill xmlns:a="http://schemas.openxmlformats.org/drawingml/2006/main"/>
          <a:ln xmlns:a="http://schemas.openxmlformats.org/drawingml/2006/main" w="18764">
            <a:solidFill>
              <a:srgbClr val="245B80"/>
            </a:solidFill>
            <a:prstDash val="solid"/>
            <a:headEnd type="none" w="sm" len="sm"/>
            <a:tailEnd type="none" w="sm" len="sm"/>
          </a:ln>
        </p:spPr>
      </p:sp>
      <p:sp>
        <p:nvSpPr>
          <p:cNvPr id="293" name="Google Shape;293;p6">
            <a:extLst xmlns:a="http://schemas.openxmlformats.org/drawingml/2006/main">
              <a:ext uri="{FF2B5EF4-FFF2-40B4-BE49-F238E27FC236}">
                <a16:creationId xmlns:a16="http://schemas.microsoft.com/office/drawing/2014/main" id="{5174F73B-7EFD-45F7-B6B7-020F38CA8BBA}"/>
              </a:ext>
            </a:extLst>
          </p:cNvPr>
          <p:cNvSpPr>
            <a:spLocks xmlns:a="http://schemas.openxmlformats.org/drawingml/2006/main" noGrp="1"/>
          </p:cNvSpPr>
          <p:nvPr/>
        </p:nvSpPr>
        <p:spPr>
          <a:xfrm xmlns:a="http://schemas.openxmlformats.org/drawingml/2006/main">
            <a:off x="4637837" y="2141220"/>
            <a:ext cx="7620" cy="62484"/>
          </a:xfrm>
          <a:custGeom xmlns:a="http://schemas.openxmlformats.org/drawingml/2006/main">
            <a:rect l="l" t="t" r="r" b="b"/>
            <a:pathLst>
              <a:path w="9525" h="78105">
                <a:moveTo>
                  <a:pt x="0" y="0"/>
                </a:moveTo>
                <a:lnTo>
                  <a:pt x="0" y="78105"/>
                </a:lnTo>
              </a:path>
            </a:pathLst>
          </a:custGeom>
          <a:noFill xmlns:a="http://schemas.openxmlformats.org/drawingml/2006/main"/>
          <a:ln xmlns:a="http://schemas.openxmlformats.org/drawingml/2006/main" w="18764">
            <a:solidFill>
              <a:srgbClr val="245B80"/>
            </a:solidFill>
            <a:prstDash val="solid"/>
            <a:headEnd type="none" w="sm" len="sm"/>
            <a:tailEnd type="none" w="sm" len="sm"/>
          </a:ln>
        </p:spPr>
      </p:sp>
      <p:sp>
        <p:nvSpPr>
          <p:cNvPr id="294" name="Google Shape;294;p6">
            <a:extLst xmlns:a="http://schemas.openxmlformats.org/drawingml/2006/main">
              <a:ext uri="{FF2B5EF4-FFF2-40B4-BE49-F238E27FC236}">
                <a16:creationId xmlns:a16="http://schemas.microsoft.com/office/drawing/2014/main" id="{652906FA-A605-4AEF-BD31-5D4137CA235A}"/>
              </a:ext>
            </a:extLst>
          </p:cNvPr>
          <p:cNvSpPr>
            <a:spLocks xmlns:a="http://schemas.openxmlformats.org/drawingml/2006/main" noGrp="1"/>
          </p:cNvSpPr>
          <p:nvPr/>
        </p:nvSpPr>
        <p:spPr>
          <a:xfrm xmlns:a="http://schemas.openxmlformats.org/drawingml/2006/main">
            <a:off x="4637837" y="2541118"/>
            <a:ext cx="7620" cy="62484"/>
          </a:xfrm>
          <a:custGeom xmlns:a="http://schemas.openxmlformats.org/drawingml/2006/main">
            <a:rect l="l" t="t" r="r" b="b"/>
            <a:pathLst>
              <a:path w="9525" h="78105">
                <a:moveTo>
                  <a:pt x="0" y="0"/>
                </a:moveTo>
                <a:lnTo>
                  <a:pt x="0" y="78105"/>
                </a:lnTo>
              </a:path>
            </a:pathLst>
          </a:custGeom>
          <a:noFill xmlns:a="http://schemas.openxmlformats.org/drawingml/2006/main"/>
          <a:ln xmlns:a="http://schemas.openxmlformats.org/drawingml/2006/main" w="18764">
            <a:solidFill>
              <a:srgbClr val="245B80"/>
            </a:solidFill>
            <a:prstDash val="solid"/>
            <a:headEnd type="none" w="sm" len="sm"/>
            <a:tailEnd type="none" w="sm" len="sm"/>
          </a:ln>
        </p:spPr>
      </p:sp>
      <p:sp>
        <p:nvSpPr>
          <p:cNvPr id="295" name="Google Shape;295;p6">
            <a:extLst xmlns:a="http://schemas.openxmlformats.org/drawingml/2006/main">
              <a:ext uri="{FF2B5EF4-FFF2-40B4-BE49-F238E27FC236}">
                <a16:creationId xmlns:a16="http://schemas.microsoft.com/office/drawing/2014/main" id="{5F95F392-DAAB-441C-972D-C74209707487}"/>
              </a:ext>
            </a:extLst>
          </p:cNvPr>
          <p:cNvSpPr>
            <a:spLocks xmlns:a="http://schemas.openxmlformats.org/drawingml/2006/main" noGrp="1"/>
          </p:cNvSpPr>
          <p:nvPr/>
        </p:nvSpPr>
        <p:spPr>
          <a:xfrm xmlns:a="http://schemas.openxmlformats.org/drawingml/2006/main">
            <a:off x="4312920" y="2466137"/>
            <a:ext cx="62484" cy="7620"/>
          </a:xfrm>
          <a:custGeom xmlns:a="http://schemas.openxmlformats.org/drawingml/2006/main">
            <a:rect l="l" t="t" r="r" b="b"/>
            <a:pathLst>
              <a:path w="78105" h="9525">
                <a:moveTo>
                  <a:pt x="0" y="0"/>
                </a:moveTo>
                <a:lnTo>
                  <a:pt x="78105" y="0"/>
                </a:lnTo>
              </a:path>
            </a:pathLst>
          </a:custGeom>
          <a:noFill xmlns:a="http://schemas.openxmlformats.org/drawingml/2006/main"/>
          <a:ln xmlns:a="http://schemas.openxmlformats.org/drawingml/2006/main" w="18764">
            <a:solidFill>
              <a:srgbClr val="245B80"/>
            </a:solidFill>
            <a:prstDash val="solid"/>
            <a:headEnd type="none" w="sm" len="sm"/>
            <a:tailEnd type="none" w="sm" len="sm"/>
          </a:ln>
        </p:spPr>
      </p:sp>
      <p:sp>
        <p:nvSpPr>
          <p:cNvPr id="296" name="Google Shape;296;p6">
            <a:extLst xmlns:a="http://schemas.openxmlformats.org/drawingml/2006/main">
              <a:ext uri="{FF2B5EF4-FFF2-40B4-BE49-F238E27FC236}">
                <a16:creationId xmlns:a16="http://schemas.microsoft.com/office/drawing/2014/main" id="{3A62057B-479B-4221-AA95-D23DDA604723}"/>
              </a:ext>
            </a:extLst>
          </p:cNvPr>
          <p:cNvSpPr>
            <a:spLocks xmlns:a="http://schemas.openxmlformats.org/drawingml/2006/main" noGrp="1"/>
          </p:cNvSpPr>
          <p:nvPr/>
        </p:nvSpPr>
        <p:spPr>
          <a:xfrm xmlns:a="http://schemas.openxmlformats.org/drawingml/2006/main">
            <a:off x="4712818" y="2466137"/>
            <a:ext cx="62484" cy="7620"/>
          </a:xfrm>
          <a:custGeom xmlns:a="http://schemas.openxmlformats.org/drawingml/2006/main">
            <a:rect l="l" t="t" r="r" b="b"/>
            <a:pathLst>
              <a:path w="78105" h="9525">
                <a:moveTo>
                  <a:pt x="0" y="0"/>
                </a:moveTo>
                <a:lnTo>
                  <a:pt x="78105" y="0"/>
                </a:lnTo>
              </a:path>
            </a:pathLst>
          </a:custGeom>
          <a:noFill xmlns:a="http://schemas.openxmlformats.org/drawingml/2006/main"/>
          <a:ln xmlns:a="http://schemas.openxmlformats.org/drawingml/2006/main" w="18764">
            <a:solidFill>
              <a:srgbClr val="245B80"/>
            </a:solidFill>
            <a:prstDash val="solid"/>
            <a:headEnd type="none" w="sm" len="sm"/>
            <a:tailEnd type="none" w="sm" len="sm"/>
          </a:ln>
        </p:spPr>
      </p:sp>
      <p:sp>
        <p:nvSpPr>
          <p:cNvPr id="297" name="Google Shape;297;p6">
            <a:extLst xmlns:a="http://schemas.openxmlformats.org/drawingml/2006/main">
              <a:ext uri="{FF2B5EF4-FFF2-40B4-BE49-F238E27FC236}">
                <a16:creationId xmlns:a16="http://schemas.microsoft.com/office/drawing/2014/main" id="{0850D141-0E4B-4C6B-B6DF-91704FE6979A}"/>
              </a:ext>
            </a:extLst>
          </p:cNvPr>
          <p:cNvSpPr>
            <a:spLocks xmlns:a="http://schemas.openxmlformats.org/drawingml/2006/main" noGrp="1"/>
          </p:cNvSpPr>
          <p:nvPr/>
        </p:nvSpPr>
        <p:spPr>
          <a:xfrm xmlns:a="http://schemas.openxmlformats.org/drawingml/2006/main">
            <a:off x="4462882" y="2328672"/>
            <a:ext cx="149962" cy="81229"/>
          </a:xfrm>
          <a:custGeom xmlns:a="http://schemas.openxmlformats.org/drawingml/2006/main">
            <a:rect l="l" t="t" r="r" b="b"/>
            <a:pathLst>
              <a:path w="187452" h="101536">
                <a:moveTo>
                  <a:pt x="0" y="0"/>
                </a:moveTo>
                <a:lnTo>
                  <a:pt x="85916" y="0"/>
                </a:lnTo>
                <a:lnTo>
                  <a:pt x="85916" y="101536"/>
                </a:lnTo>
                <a:lnTo>
                  <a:pt x="187452" y="101536"/>
                </a:lnTo>
              </a:path>
            </a:pathLst>
          </a:custGeom>
          <a:noFill xmlns:a="http://schemas.openxmlformats.org/drawingml/2006/main"/>
          <a:ln xmlns:a="http://schemas.openxmlformats.org/drawingml/2006/main" w="24956">
            <a:solidFill>
              <a:srgbClr val="245B80"/>
            </a:solidFill>
            <a:prstDash val="solid"/>
            <a:headEnd type="none" w="sm" len="sm"/>
            <a:tailEnd type="none" w="sm" len="sm"/>
          </a:ln>
        </p:spPr>
      </p:sp>
      <p:sp>
        <p:nvSpPr>
          <p:cNvPr id="298" name="Google Shape;298;p6">
            <a:extLst xmlns:a="http://schemas.openxmlformats.org/drawingml/2006/main">
              <a:ext uri="{FF2B5EF4-FFF2-40B4-BE49-F238E27FC236}">
                <a16:creationId xmlns:a16="http://schemas.microsoft.com/office/drawing/2014/main" id="{679643E2-33EB-4A4D-B310-52025DD6EC7F}"/>
              </a:ext>
            </a:extLst>
          </p:cNvPr>
          <p:cNvSpPr>
            <a:spLocks xmlns:a="http://schemas.openxmlformats.org/drawingml/2006/main" noGrp="1"/>
          </p:cNvSpPr>
          <p:nvPr/>
        </p:nvSpPr>
        <p:spPr>
          <a:xfrm xmlns:a="http://schemas.openxmlformats.org/drawingml/2006/main">
            <a:off x="4991100" y="2141220"/>
            <a:ext cx="27813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920"/>
              <a:buFont typeface="Arial"/>
              <a:buNone/>
              <a:defRPr>
                <a:solidFill>
                  <a:srgbClr val="20324C"/>
                </a:solidFill>
                <a:latin typeface="Apple SD Gothic Neo"/>
                <a:ea typeface="Apple SD Gothic Neo"/>
                <a:cs typeface="Apple SD Gothic Neo"/>
              </a:defRPr>
            </a:pPr>
            <a:r>
              <a:rPr sz="1920" b="1" i="0" u="none" strike="noStrike" cap="none" spc="0">
                <a:solidFill>
                  <a:srgbClr val="20324C"/>
                </a:solidFill>
                <a:latin typeface="Apple SD Gothic Neo"/>
                <a:ea typeface="Apple SD Gothic Neo"/>
                <a:cs typeface="Apple SD Gothic Neo"/>
              </a:rPr>
              <a:t>자료 정리하기</a:t>
            </a:r>
            <a:endParaRPr/>
          </a:p>
        </p:txBody>
      </p:sp>
      <p:sp>
        <p:nvSpPr>
          <p:cNvPr id="299" name="Google Shape;299;p6">
            <a:extLst xmlns:a="http://schemas.openxmlformats.org/drawingml/2006/main">
              <a:ext uri="{FF2B5EF4-FFF2-40B4-BE49-F238E27FC236}">
                <a16:creationId xmlns:a16="http://schemas.microsoft.com/office/drawing/2014/main" id="{3170093C-F826-4E09-A919-9E4CE5FBA386}"/>
              </a:ext>
            </a:extLst>
          </p:cNvPr>
          <p:cNvSpPr>
            <a:spLocks xmlns:a="http://schemas.openxmlformats.org/drawingml/2006/main" noGrp="1"/>
          </p:cNvSpPr>
          <p:nvPr/>
        </p:nvSpPr>
        <p:spPr>
          <a:xfrm xmlns:a="http://schemas.openxmlformats.org/drawingml/2006/main">
            <a:off x="4991100" y="2491740"/>
            <a:ext cx="27432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245B80"/>
                </a:solidFill>
                <a:latin typeface="Apple SD Gothic Neo"/>
                <a:ea typeface="Apple SD Gothic Neo"/>
                <a:cs typeface="Apple SD Gothic Neo"/>
              </a:defRPr>
            </a:defPPr>
            <a:lvl1pPr>
              <a:defRPr>
                <a:solidFill>
                  <a:srgbClr val="245B80"/>
                </a:solidFill>
                <a:latin typeface="Apple SD Gothic Neo"/>
                <a:ea typeface="Apple SD Gothic Neo"/>
                <a:cs typeface="Apple SD Gothic Neo"/>
              </a:defRPr>
            </a:lvl1pPr>
            <a:lvl2pPr>
              <a:defRPr>
                <a:solidFill>
                  <a:srgbClr val="245B80"/>
                </a:solidFill>
                <a:latin typeface="Apple SD Gothic Neo"/>
                <a:ea typeface="Apple SD Gothic Neo"/>
                <a:cs typeface="Apple SD Gothic Neo"/>
              </a:defRPr>
            </a:lvl2pPr>
            <a:lvl3pPr>
              <a:defRPr>
                <a:solidFill>
                  <a:srgbClr val="245B80"/>
                </a:solidFill>
                <a:latin typeface="Apple SD Gothic Neo"/>
                <a:ea typeface="Apple SD Gothic Neo"/>
                <a:cs typeface="Apple SD Gothic Neo"/>
              </a:defRPr>
            </a:lvl3pPr>
            <a:lvl4pPr>
              <a:defRPr>
                <a:solidFill>
                  <a:srgbClr val="245B80"/>
                </a:solidFill>
                <a:latin typeface="Apple SD Gothic Neo"/>
                <a:ea typeface="Apple SD Gothic Neo"/>
                <a:cs typeface="Apple SD Gothic Neo"/>
              </a:defRPr>
            </a:lvl4pPr>
            <a:lvl5pPr>
              <a:defRPr>
                <a:solidFill>
                  <a:srgbClr val="245B80"/>
                </a:solidFill>
                <a:latin typeface="Apple SD Gothic Neo"/>
                <a:ea typeface="Apple SD Gothic Neo"/>
                <a:cs typeface="Apple SD Gothic Neo"/>
              </a:defRPr>
            </a:lvl5pPr>
            <a:lvl6pPr>
              <a:defRPr>
                <a:solidFill>
                  <a:srgbClr val="245B80"/>
                </a:solidFill>
                <a:latin typeface="Apple SD Gothic Neo"/>
                <a:ea typeface="Apple SD Gothic Neo"/>
                <a:cs typeface="Apple SD Gothic Neo"/>
              </a:defRPr>
            </a:lvl6pPr>
            <a:lvl7pPr>
              <a:defRPr>
                <a:solidFill>
                  <a:srgbClr val="245B80"/>
                </a:solidFill>
                <a:latin typeface="Apple SD Gothic Neo"/>
                <a:ea typeface="Apple SD Gothic Neo"/>
                <a:cs typeface="Apple SD Gothic Neo"/>
              </a:defRPr>
            </a:lvl7pPr>
            <a:lvl8pPr>
              <a:defRPr>
                <a:solidFill>
                  <a:srgbClr val="245B80"/>
                </a:solidFill>
                <a:latin typeface="Apple SD Gothic Neo"/>
                <a:ea typeface="Apple SD Gothic Neo"/>
                <a:cs typeface="Apple SD Gothic Neo"/>
              </a:defRPr>
            </a:lvl8pPr>
            <a:lvl9pPr>
              <a:defRPr>
                <a:solidFill>
                  <a:srgbClr val="245B80"/>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320"/>
              <a:buFont typeface="Arial"/>
              <a:buNone/>
              <a:defRPr>
                <a:solidFill>
                  <a:srgbClr val="245B80"/>
                </a:solidFill>
                <a:latin typeface="Apple SD Gothic Neo"/>
                <a:ea typeface="Apple SD Gothic Neo"/>
                <a:cs typeface="Apple SD Gothic Neo"/>
              </a:defRPr>
            </a:pPr>
            <a:r>
              <a:rPr sz="1320" b="1" i="0" u="none" strike="noStrike" cap="none" spc="0">
                <a:solidFill>
                  <a:srgbClr val="245B80"/>
                </a:solidFill>
                <a:latin typeface="Apple SD Gothic Neo"/>
                <a:ea typeface="Apple SD Gothic Neo"/>
                <a:cs typeface="Apple SD Gothic Neo"/>
              </a:rPr>
              <a:t>Qwen3-4B-Instruct-2507</a:t>
            </a:r>
            <a:endParaRPr/>
          </a:p>
        </p:txBody>
      </p:sp>
      <p:sp>
        <p:nvSpPr>
          <p:cNvPr id="300" name="Google Shape;300;p6">
            <a:extLst xmlns:a="http://schemas.openxmlformats.org/drawingml/2006/main">
              <a:ext uri="{FF2B5EF4-FFF2-40B4-BE49-F238E27FC236}">
                <a16:creationId xmlns:a16="http://schemas.microsoft.com/office/drawing/2014/main" id="{C6640BDE-1607-48FD-B449-B4352576402E}"/>
              </a:ext>
            </a:extLst>
          </p:cNvPr>
          <p:cNvSpPr>
            <a:spLocks xmlns:a="http://schemas.openxmlformats.org/drawingml/2006/main" noGrp="1"/>
          </p:cNvSpPr>
          <p:nvPr/>
        </p:nvSpPr>
        <p:spPr>
          <a:xfrm xmlns:a="http://schemas.openxmlformats.org/drawingml/2006/main">
            <a:off x="8244840" y="2148840"/>
            <a:ext cx="537591" cy="442722"/>
          </a:xfrm>
          <a:custGeom xmlns:a="http://schemas.openxmlformats.org/drawingml/2006/main">
            <a:rect l="l" t="t" r="r" b="b"/>
            <a:pathLst>
              <a:path w="671989" h="553403">
                <a:moveTo>
                  <a:pt x="0" y="0"/>
                </a:moveTo>
                <a:lnTo>
                  <a:pt x="0" y="553403"/>
                </a:lnTo>
                <a:lnTo>
                  <a:pt x="671989" y="553403"/>
                </a:lnTo>
              </a:path>
            </a:pathLst>
          </a:custGeom>
          <a:noFill xmlns:a="http://schemas.openxmlformats.org/drawingml/2006/main"/>
          <a:ln xmlns:a="http://schemas.openxmlformats.org/drawingml/2006/main" w="18955">
            <a:solidFill>
              <a:srgbClr val="65707C"/>
            </a:solidFill>
            <a:prstDash val="solid"/>
            <a:headEnd type="none" w="sm" len="sm"/>
            <a:tailEnd type="none" w="sm" len="sm"/>
          </a:ln>
        </p:spPr>
      </p:sp>
      <p:sp>
        <p:nvSpPr>
          <p:cNvPr id="301" name="Google Shape;301;p6">
            <a:extLst xmlns:a="http://schemas.openxmlformats.org/drawingml/2006/main">
              <a:ext uri="{FF2B5EF4-FFF2-40B4-BE49-F238E27FC236}">
                <a16:creationId xmlns:a16="http://schemas.microsoft.com/office/drawing/2014/main" id="{D6E071F3-56DD-4CB6-A459-90C323C4391B}"/>
              </a:ext>
            </a:extLst>
          </p:cNvPr>
          <p:cNvSpPr>
            <a:spLocks xmlns:a="http://schemas.openxmlformats.org/drawingml/2006/main" noGrp="1"/>
          </p:cNvSpPr>
          <p:nvPr/>
        </p:nvSpPr>
        <p:spPr>
          <a:xfrm xmlns:a="http://schemas.openxmlformats.org/drawingml/2006/main">
            <a:off x="8320735" y="2231060"/>
            <a:ext cx="442722" cy="271958"/>
          </a:xfrm>
          <a:custGeom xmlns:a="http://schemas.openxmlformats.org/drawingml/2006/main">
            <a:rect l="l" t="t" r="r" b="b"/>
            <a:pathLst>
              <a:path w="553402" h="339947">
                <a:moveTo>
                  <a:pt x="0" y="339947"/>
                </a:moveTo>
                <a:lnTo>
                  <a:pt x="142304" y="268795"/>
                </a:lnTo>
                <a:lnTo>
                  <a:pt x="292513" y="300418"/>
                </a:lnTo>
                <a:lnTo>
                  <a:pt x="434816" y="102775"/>
                </a:lnTo>
                <a:lnTo>
                  <a:pt x="553402" y="0"/>
                </a:lnTo>
              </a:path>
            </a:pathLst>
          </a:custGeom>
          <a:noFill xmlns:a="http://schemas.openxmlformats.org/drawingml/2006/main"/>
          <a:ln xmlns:a="http://schemas.openxmlformats.org/drawingml/2006/main" w="25241">
            <a:solidFill>
              <a:srgbClr val="65707C"/>
            </a:solidFill>
            <a:prstDash val="solid"/>
            <a:headEnd type="none" w="sm" len="sm"/>
            <a:tailEnd type="none" w="sm" len="sm"/>
          </a:ln>
        </p:spPr>
      </p:sp>
      <p:sp>
        <p:nvSpPr>
          <p:cNvPr id="302" name="Google Shape;302;p6">
            <a:extLst xmlns:a="http://schemas.openxmlformats.org/drawingml/2006/main">
              <a:ext uri="{FF2B5EF4-FFF2-40B4-BE49-F238E27FC236}">
                <a16:creationId xmlns:a16="http://schemas.microsoft.com/office/drawing/2014/main" id="{DBE942A9-F794-4E6D-9870-0F1B9F6EE618}"/>
              </a:ext>
            </a:extLst>
          </p:cNvPr>
          <p:cNvSpPr>
            <a:spLocks xmlns:a="http://schemas.openxmlformats.org/drawingml/2006/main" noGrp="1"/>
          </p:cNvSpPr>
          <p:nvPr/>
        </p:nvSpPr>
        <p:spPr>
          <a:xfrm xmlns:a="http://schemas.openxmlformats.org/drawingml/2006/main">
            <a:off x="8295437" y="2477719"/>
            <a:ext cx="50597" cy="50597"/>
          </a:xfrm>
          <a:prstGeom xmlns:a="http://schemas.openxmlformats.org/drawingml/2006/main" prst="ellipse">
            <a:avLst/>
          </a:prstGeom>
          <a:solidFill xmlns:a="http://schemas.openxmlformats.org/drawingml/2006/main">
            <a:srgbClr val="FFFFFF"/>
          </a:solidFill>
          <a:ln xmlns:a="http://schemas.openxmlformats.org/drawingml/2006/main" w="12668">
            <a:solidFill>
              <a:srgbClr val="65707C"/>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303" name="Google Shape;303;p6">
            <a:extLst xmlns:a="http://schemas.openxmlformats.org/drawingml/2006/main">
              <a:ext uri="{FF2B5EF4-FFF2-40B4-BE49-F238E27FC236}">
                <a16:creationId xmlns:a16="http://schemas.microsoft.com/office/drawing/2014/main" id="{964A85C3-B92A-487A-A455-741B0A743FF4}"/>
              </a:ext>
            </a:extLst>
          </p:cNvPr>
          <p:cNvSpPr>
            <a:spLocks xmlns:a="http://schemas.openxmlformats.org/drawingml/2006/main" noGrp="1"/>
          </p:cNvSpPr>
          <p:nvPr/>
        </p:nvSpPr>
        <p:spPr>
          <a:xfrm xmlns:a="http://schemas.openxmlformats.org/drawingml/2006/main">
            <a:off x="8409280" y="2420798"/>
            <a:ext cx="50597" cy="50597"/>
          </a:xfrm>
          <a:prstGeom xmlns:a="http://schemas.openxmlformats.org/drawingml/2006/main" prst="ellipse">
            <a:avLst/>
          </a:prstGeom>
          <a:solidFill xmlns:a="http://schemas.openxmlformats.org/drawingml/2006/main">
            <a:srgbClr val="FFFFFF"/>
          </a:solidFill>
          <a:ln xmlns:a="http://schemas.openxmlformats.org/drawingml/2006/main" w="12668">
            <a:solidFill>
              <a:srgbClr val="65707C"/>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304" name="Google Shape;304;p6">
            <a:extLst xmlns:a="http://schemas.openxmlformats.org/drawingml/2006/main">
              <a:ext uri="{FF2B5EF4-FFF2-40B4-BE49-F238E27FC236}">
                <a16:creationId xmlns:a16="http://schemas.microsoft.com/office/drawing/2014/main" id="{382AD4CA-53A9-4D4C-875D-F2EA5F776795}"/>
              </a:ext>
            </a:extLst>
          </p:cNvPr>
          <p:cNvSpPr>
            <a:spLocks xmlns:a="http://schemas.openxmlformats.org/drawingml/2006/main" noGrp="1"/>
          </p:cNvSpPr>
          <p:nvPr/>
        </p:nvSpPr>
        <p:spPr>
          <a:xfrm xmlns:a="http://schemas.openxmlformats.org/drawingml/2006/main">
            <a:off x="8529447" y="2446096"/>
            <a:ext cx="50597" cy="50597"/>
          </a:xfrm>
          <a:prstGeom xmlns:a="http://schemas.openxmlformats.org/drawingml/2006/main" prst="ellipse">
            <a:avLst/>
          </a:prstGeom>
          <a:solidFill xmlns:a="http://schemas.openxmlformats.org/drawingml/2006/main">
            <a:srgbClr val="FFFFFF"/>
          </a:solidFill>
          <a:ln xmlns:a="http://schemas.openxmlformats.org/drawingml/2006/main" w="12668">
            <a:solidFill>
              <a:srgbClr val="65707C"/>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305" name="Google Shape;305;p6">
            <a:extLst xmlns:a="http://schemas.openxmlformats.org/drawingml/2006/main">
              <a:ext uri="{FF2B5EF4-FFF2-40B4-BE49-F238E27FC236}">
                <a16:creationId xmlns:a16="http://schemas.microsoft.com/office/drawing/2014/main" id="{38FF1377-76F1-4EA3-A914-10BB8E2EB3FD}"/>
              </a:ext>
            </a:extLst>
          </p:cNvPr>
          <p:cNvSpPr>
            <a:spLocks xmlns:a="http://schemas.openxmlformats.org/drawingml/2006/main" noGrp="1"/>
          </p:cNvSpPr>
          <p:nvPr/>
        </p:nvSpPr>
        <p:spPr>
          <a:xfrm xmlns:a="http://schemas.openxmlformats.org/drawingml/2006/main">
            <a:off x="8643290" y="2287982"/>
            <a:ext cx="50597" cy="50597"/>
          </a:xfrm>
          <a:prstGeom xmlns:a="http://schemas.openxmlformats.org/drawingml/2006/main" prst="ellipse">
            <a:avLst/>
          </a:prstGeom>
          <a:solidFill xmlns:a="http://schemas.openxmlformats.org/drawingml/2006/main">
            <a:srgbClr val="FFFFFF"/>
          </a:solidFill>
          <a:ln xmlns:a="http://schemas.openxmlformats.org/drawingml/2006/main" w="12668">
            <a:solidFill>
              <a:srgbClr val="65707C"/>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306" name="Google Shape;306;p6">
            <a:extLst xmlns:a="http://schemas.openxmlformats.org/drawingml/2006/main">
              <a:ext uri="{FF2B5EF4-FFF2-40B4-BE49-F238E27FC236}">
                <a16:creationId xmlns:a16="http://schemas.microsoft.com/office/drawing/2014/main" id="{ACD159AA-975C-4CCD-948E-3C04BD4B06C0}"/>
              </a:ext>
            </a:extLst>
          </p:cNvPr>
          <p:cNvSpPr>
            <a:spLocks xmlns:a="http://schemas.openxmlformats.org/drawingml/2006/main" noGrp="1"/>
          </p:cNvSpPr>
          <p:nvPr/>
        </p:nvSpPr>
        <p:spPr>
          <a:xfrm xmlns:a="http://schemas.openxmlformats.org/drawingml/2006/main">
            <a:off x="8738159" y="2205762"/>
            <a:ext cx="50597" cy="50597"/>
          </a:xfrm>
          <a:prstGeom xmlns:a="http://schemas.openxmlformats.org/drawingml/2006/main" prst="ellipse">
            <a:avLst/>
          </a:prstGeom>
          <a:solidFill xmlns:a="http://schemas.openxmlformats.org/drawingml/2006/main">
            <a:srgbClr val="FFFFFF"/>
          </a:solidFill>
          <a:ln xmlns:a="http://schemas.openxmlformats.org/drawingml/2006/main" w="12668">
            <a:solidFill>
              <a:srgbClr val="65707C"/>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307" name="Google Shape;307;p6">
            <a:extLst xmlns:a="http://schemas.openxmlformats.org/drawingml/2006/main">
              <a:ext uri="{FF2B5EF4-FFF2-40B4-BE49-F238E27FC236}">
                <a16:creationId xmlns:a16="http://schemas.microsoft.com/office/drawing/2014/main" id="{95664C8B-CE12-4B7E-BE28-C0B1CC4E56BA}"/>
              </a:ext>
            </a:extLst>
          </p:cNvPr>
          <p:cNvSpPr>
            <a:spLocks xmlns:a="http://schemas.openxmlformats.org/drawingml/2006/main" noGrp="1"/>
          </p:cNvSpPr>
          <p:nvPr/>
        </p:nvSpPr>
        <p:spPr>
          <a:xfrm xmlns:a="http://schemas.openxmlformats.org/drawingml/2006/main">
            <a:off x="8991600" y="2141220"/>
            <a:ext cx="260604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860"/>
              <a:buFont typeface="Arial"/>
              <a:buNone/>
              <a:defRPr>
                <a:solidFill>
                  <a:srgbClr val="20324C"/>
                </a:solidFill>
                <a:latin typeface="Apple SD Gothic Neo"/>
                <a:ea typeface="Apple SD Gothic Neo"/>
                <a:cs typeface="Apple SD Gothic Neo"/>
              </a:defRPr>
            </a:pPr>
            <a:r>
              <a:rPr sz="1860" b="1" i="0" u="none" strike="noStrike" cap="none" spc="0">
                <a:solidFill>
                  <a:srgbClr val="20324C"/>
                </a:solidFill>
                <a:latin typeface="Apple SD Gothic Neo"/>
                <a:ea typeface="Apple SD Gothic Neo"/>
                <a:cs typeface="Apple SD Gothic Neo"/>
              </a:rPr>
              <a:t>접근 가능성 연구</a:t>
            </a:r>
            <a:endParaRPr/>
          </a:p>
        </p:txBody>
      </p:sp>
      <p:sp>
        <p:nvSpPr>
          <p:cNvPr id="308" name="Google Shape;308;p6">
            <a:extLst xmlns:a="http://schemas.openxmlformats.org/drawingml/2006/main">
              <a:ext uri="{FF2B5EF4-FFF2-40B4-BE49-F238E27FC236}">
                <a16:creationId xmlns:a16="http://schemas.microsoft.com/office/drawing/2014/main" id="{3914229F-8C67-4381-A53B-D5B6AF3C9574}"/>
              </a:ext>
            </a:extLst>
          </p:cNvPr>
          <p:cNvSpPr>
            <a:spLocks xmlns:a="http://schemas.openxmlformats.org/drawingml/2006/main" noGrp="1"/>
          </p:cNvSpPr>
          <p:nvPr/>
        </p:nvSpPr>
        <p:spPr>
          <a:xfrm xmlns:a="http://schemas.openxmlformats.org/drawingml/2006/main">
            <a:off x="8991600" y="2491740"/>
            <a:ext cx="25908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65707C"/>
                </a:solidFill>
                <a:latin typeface="Apple SD Gothic Neo"/>
                <a:ea typeface="Apple SD Gothic Neo"/>
                <a:cs typeface="Apple SD Gothic Neo"/>
              </a:defRPr>
            </a:defPPr>
            <a:lvl1pPr>
              <a:defRPr>
                <a:solidFill>
                  <a:srgbClr val="65707C"/>
                </a:solidFill>
                <a:latin typeface="Apple SD Gothic Neo"/>
                <a:ea typeface="Apple SD Gothic Neo"/>
                <a:cs typeface="Apple SD Gothic Neo"/>
              </a:defRPr>
            </a:lvl1pPr>
            <a:lvl2pPr>
              <a:defRPr>
                <a:solidFill>
                  <a:srgbClr val="65707C"/>
                </a:solidFill>
                <a:latin typeface="Apple SD Gothic Neo"/>
                <a:ea typeface="Apple SD Gothic Neo"/>
                <a:cs typeface="Apple SD Gothic Neo"/>
              </a:defRPr>
            </a:lvl2pPr>
            <a:lvl3pPr>
              <a:defRPr>
                <a:solidFill>
                  <a:srgbClr val="65707C"/>
                </a:solidFill>
                <a:latin typeface="Apple SD Gothic Neo"/>
                <a:ea typeface="Apple SD Gothic Neo"/>
                <a:cs typeface="Apple SD Gothic Neo"/>
              </a:defRPr>
            </a:lvl3pPr>
            <a:lvl4pPr>
              <a:defRPr>
                <a:solidFill>
                  <a:srgbClr val="65707C"/>
                </a:solidFill>
                <a:latin typeface="Apple SD Gothic Neo"/>
                <a:ea typeface="Apple SD Gothic Neo"/>
                <a:cs typeface="Apple SD Gothic Neo"/>
              </a:defRPr>
            </a:lvl4pPr>
            <a:lvl5pPr>
              <a:defRPr>
                <a:solidFill>
                  <a:srgbClr val="65707C"/>
                </a:solidFill>
                <a:latin typeface="Apple SD Gothic Neo"/>
                <a:ea typeface="Apple SD Gothic Neo"/>
                <a:cs typeface="Apple SD Gothic Neo"/>
              </a:defRPr>
            </a:lvl5pPr>
            <a:lvl6pPr>
              <a:defRPr>
                <a:solidFill>
                  <a:srgbClr val="65707C"/>
                </a:solidFill>
                <a:latin typeface="Apple SD Gothic Neo"/>
                <a:ea typeface="Apple SD Gothic Neo"/>
                <a:cs typeface="Apple SD Gothic Neo"/>
              </a:defRPr>
            </a:lvl6pPr>
            <a:lvl7pPr>
              <a:defRPr>
                <a:solidFill>
                  <a:srgbClr val="65707C"/>
                </a:solidFill>
                <a:latin typeface="Apple SD Gothic Neo"/>
                <a:ea typeface="Apple SD Gothic Neo"/>
                <a:cs typeface="Apple SD Gothic Neo"/>
              </a:defRPr>
            </a:lvl7pPr>
            <a:lvl8pPr>
              <a:defRPr>
                <a:solidFill>
                  <a:srgbClr val="65707C"/>
                </a:solidFill>
                <a:latin typeface="Apple SD Gothic Neo"/>
                <a:ea typeface="Apple SD Gothic Neo"/>
                <a:cs typeface="Apple SD Gothic Neo"/>
              </a:defRPr>
            </a:lvl8pPr>
            <a:lvl9pPr>
              <a:defRPr>
                <a:solidFill>
                  <a:srgbClr val="65707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440"/>
              <a:buFont typeface="Arial"/>
              <a:buNone/>
              <a:defRPr>
                <a:solidFill>
                  <a:srgbClr val="65707C"/>
                </a:solidFill>
                <a:latin typeface="Apple SD Gothic Neo"/>
                <a:ea typeface="Apple SD Gothic Neo"/>
                <a:cs typeface="Apple SD Gothic Neo"/>
              </a:defRPr>
            </a:pPr>
            <a:r>
              <a:rPr sz="1440" b="1" i="0" u="none" strike="noStrike" cap="none" spc="0">
                <a:solidFill>
                  <a:srgbClr val="65707C"/>
                </a:solidFill>
                <a:latin typeface="Apple SD Gothic Neo"/>
                <a:ea typeface="Apple SD Gothic Neo"/>
                <a:cs typeface="Apple SD Gothic Neo"/>
              </a:rPr>
              <a:t>XGBoost</a:t>
            </a:r>
            <a:endParaRPr/>
          </a:p>
        </p:txBody>
      </p:sp>
      <p:sp>
        <p:nvSpPr>
          <p:cNvPr id="309" name="Google Shape;309;p6">
            <a:extLst xmlns:a="http://schemas.openxmlformats.org/drawingml/2006/main">
              <a:ext uri="{FF2B5EF4-FFF2-40B4-BE49-F238E27FC236}">
                <a16:creationId xmlns:a16="http://schemas.microsoft.com/office/drawing/2014/main" id="{E453F902-F741-4BCF-B311-EBE0A8728BA4}"/>
              </a:ext>
            </a:extLst>
          </p:cNvPr>
          <p:cNvSpPr>
            <a:spLocks xmlns:a="http://schemas.openxmlformats.org/drawingml/2006/main" noGrp="1"/>
          </p:cNvSpPr>
          <p:nvPr/>
        </p:nvSpPr>
        <p:spPr>
          <a:xfrm xmlns:a="http://schemas.openxmlformats.org/drawingml/2006/main">
            <a:off x="548640" y="2933700"/>
            <a:ext cx="3276600" cy="205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65707C"/>
                </a:solidFill>
                <a:latin typeface="Apple SD Gothic Neo"/>
                <a:ea typeface="Apple SD Gothic Neo"/>
                <a:cs typeface="Apple SD Gothic Neo"/>
              </a:defRPr>
            </a:defPPr>
            <a:lvl1pPr>
              <a:defRPr>
                <a:solidFill>
                  <a:srgbClr val="65707C"/>
                </a:solidFill>
                <a:latin typeface="Apple SD Gothic Neo"/>
                <a:ea typeface="Apple SD Gothic Neo"/>
                <a:cs typeface="Apple SD Gothic Neo"/>
              </a:defRPr>
            </a:lvl1pPr>
            <a:lvl2pPr>
              <a:defRPr>
                <a:solidFill>
                  <a:srgbClr val="65707C"/>
                </a:solidFill>
                <a:latin typeface="Apple SD Gothic Neo"/>
                <a:ea typeface="Apple SD Gothic Neo"/>
                <a:cs typeface="Apple SD Gothic Neo"/>
              </a:defRPr>
            </a:lvl2pPr>
            <a:lvl3pPr>
              <a:defRPr>
                <a:solidFill>
                  <a:srgbClr val="65707C"/>
                </a:solidFill>
                <a:latin typeface="Apple SD Gothic Neo"/>
                <a:ea typeface="Apple SD Gothic Neo"/>
                <a:cs typeface="Apple SD Gothic Neo"/>
              </a:defRPr>
            </a:lvl3pPr>
            <a:lvl4pPr>
              <a:defRPr>
                <a:solidFill>
                  <a:srgbClr val="65707C"/>
                </a:solidFill>
                <a:latin typeface="Apple SD Gothic Neo"/>
                <a:ea typeface="Apple SD Gothic Neo"/>
                <a:cs typeface="Apple SD Gothic Neo"/>
              </a:defRPr>
            </a:lvl4pPr>
            <a:lvl5pPr>
              <a:defRPr>
                <a:solidFill>
                  <a:srgbClr val="65707C"/>
                </a:solidFill>
                <a:latin typeface="Apple SD Gothic Neo"/>
                <a:ea typeface="Apple SD Gothic Neo"/>
                <a:cs typeface="Apple SD Gothic Neo"/>
              </a:defRPr>
            </a:lvl5pPr>
            <a:lvl6pPr>
              <a:defRPr>
                <a:solidFill>
                  <a:srgbClr val="65707C"/>
                </a:solidFill>
                <a:latin typeface="Apple SD Gothic Neo"/>
                <a:ea typeface="Apple SD Gothic Neo"/>
                <a:cs typeface="Apple SD Gothic Neo"/>
              </a:defRPr>
            </a:lvl6pPr>
            <a:lvl7pPr>
              <a:defRPr>
                <a:solidFill>
                  <a:srgbClr val="65707C"/>
                </a:solidFill>
                <a:latin typeface="Apple SD Gothic Neo"/>
                <a:ea typeface="Apple SD Gothic Neo"/>
                <a:cs typeface="Apple SD Gothic Neo"/>
              </a:defRPr>
            </a:lvl7pPr>
            <a:lvl8pPr>
              <a:defRPr>
                <a:solidFill>
                  <a:srgbClr val="65707C"/>
                </a:solidFill>
                <a:latin typeface="Apple SD Gothic Neo"/>
                <a:ea typeface="Apple SD Gothic Neo"/>
                <a:cs typeface="Apple SD Gothic Neo"/>
              </a:defRPr>
            </a:lvl8pPr>
            <a:lvl9pPr>
              <a:defRPr>
                <a:solidFill>
                  <a:srgbClr val="65707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200"/>
              <a:buFont typeface="Arial"/>
              <a:buNone/>
              <a:defRPr>
                <a:solidFill>
                  <a:srgbClr val="65707C"/>
                </a:solidFill>
                <a:latin typeface="Apple SD Gothic Neo"/>
                <a:ea typeface="Apple SD Gothic Neo"/>
                <a:cs typeface="Apple SD Gothic Neo"/>
              </a:defRPr>
            </a:pPr>
            <a:r>
              <a:rPr sz="1200" b="1" i="0" u="none" strike="noStrike" cap="none" spc="0">
                <a:solidFill>
                  <a:srgbClr val="65707C"/>
                </a:solidFill>
                <a:latin typeface="Apple SD Gothic Neo"/>
                <a:ea typeface="Apple SD Gothic Neo"/>
                <a:cs typeface="Apple SD Gothic Neo"/>
              </a:rPr>
              <a:t>왜 필요한가</a:t>
            </a:r>
            <a:endParaRPr/>
          </a:p>
        </p:txBody>
      </p:sp>
      <p:sp>
        <p:nvSpPr>
          <p:cNvPr id="310" name="Google Shape;310;p6">
            <a:extLst xmlns:a="http://schemas.openxmlformats.org/drawingml/2006/main">
              <a:ext uri="{FF2B5EF4-FFF2-40B4-BE49-F238E27FC236}">
                <a16:creationId xmlns:a16="http://schemas.microsoft.com/office/drawing/2014/main" id="{C0F1A055-8E22-4EE0-A6EA-F02FE9B1867B}"/>
              </a:ext>
            </a:extLst>
          </p:cNvPr>
          <p:cNvSpPr>
            <a:spLocks xmlns:a="http://schemas.openxmlformats.org/drawingml/2006/main" noGrp="1"/>
          </p:cNvSpPr>
          <p:nvPr/>
        </p:nvSpPr>
        <p:spPr>
          <a:xfrm xmlns:a="http://schemas.openxmlformats.org/drawingml/2006/main">
            <a:off x="548640" y="3223260"/>
            <a:ext cx="3276600" cy="2971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500"/>
              <a:buFont typeface="Arial"/>
              <a:buNone/>
              <a:defRPr>
                <a:solidFill>
                  <a:srgbClr val="20324C"/>
                </a:solidFill>
                <a:latin typeface="Apple SD Gothic Neo"/>
                <a:ea typeface="Apple SD Gothic Neo"/>
                <a:cs typeface="Apple SD Gothic Neo"/>
              </a:defRPr>
            </a:pPr>
            <a:r>
              <a:rPr sz="1500" b="0" i="0" u="none" strike="noStrike" cap="none" spc="0">
                <a:solidFill>
                  <a:srgbClr val="20324C"/>
                </a:solidFill>
                <a:latin typeface="Apple SD Gothic Neo"/>
                <a:ea typeface="Apple SD Gothic Neo"/>
                <a:cs typeface="Apple SD Gothic Neo"/>
              </a:rPr>
              <a:t>표현이 다른 자료에서도</a:t>
            </a:r>
            <a:endParaRPr/>
          </a:p>
        </p:txBody>
      </p:sp>
      <p:sp>
        <p:nvSpPr>
          <p:cNvPr id="311" name="Google Shape;311;p6">
            <a:extLst xmlns:a="http://schemas.openxmlformats.org/drawingml/2006/main">
              <a:ext uri="{FF2B5EF4-FFF2-40B4-BE49-F238E27FC236}">
                <a16:creationId xmlns:a16="http://schemas.microsoft.com/office/drawing/2014/main" id="{00F3E2B8-8A5F-4F2B-8A5B-54DAA298AAE6}"/>
              </a:ext>
            </a:extLst>
          </p:cNvPr>
          <p:cNvSpPr>
            <a:spLocks xmlns:a="http://schemas.openxmlformats.org/drawingml/2006/main" noGrp="1"/>
          </p:cNvSpPr>
          <p:nvPr/>
        </p:nvSpPr>
        <p:spPr>
          <a:xfrm xmlns:a="http://schemas.openxmlformats.org/drawingml/2006/main">
            <a:off x="548640" y="3482340"/>
            <a:ext cx="3276600" cy="2971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500"/>
              <a:buFont typeface="Arial"/>
              <a:buNone/>
              <a:defRPr>
                <a:solidFill>
                  <a:srgbClr val="20324C"/>
                </a:solidFill>
                <a:latin typeface="Apple SD Gothic Neo"/>
                <a:ea typeface="Apple SD Gothic Neo"/>
                <a:cs typeface="Apple SD Gothic Neo"/>
              </a:defRPr>
            </a:pPr>
            <a:r>
              <a:rPr sz="1500" b="0" i="0" u="none" strike="noStrike" cap="none" spc="0">
                <a:solidFill>
                  <a:srgbClr val="20324C"/>
                </a:solidFill>
                <a:latin typeface="Apple SD Gothic Neo"/>
                <a:ea typeface="Apple SD Gothic Neo"/>
                <a:cs typeface="Apple SD Gothic Neo"/>
              </a:rPr>
              <a:t>같은 사건의 근거를 찾기 위해</a:t>
            </a:r>
            <a:endParaRPr/>
          </a:p>
        </p:txBody>
      </p:sp>
      <p:sp>
        <p:nvSpPr>
          <p:cNvPr id="312" name="Google Shape;312;p6">
            <a:extLst xmlns:a="http://schemas.openxmlformats.org/drawingml/2006/main">
              <a:ext uri="{FF2B5EF4-FFF2-40B4-BE49-F238E27FC236}">
                <a16:creationId xmlns:a16="http://schemas.microsoft.com/office/drawing/2014/main" id="{9B14B992-E208-4EA0-8655-F14A079A7E2A}"/>
              </a:ext>
            </a:extLst>
          </p:cNvPr>
          <p:cNvSpPr>
            <a:spLocks xmlns:a="http://schemas.openxmlformats.org/drawingml/2006/main" noGrp="1"/>
          </p:cNvSpPr>
          <p:nvPr/>
        </p:nvSpPr>
        <p:spPr>
          <a:xfrm xmlns:a="http://schemas.openxmlformats.org/drawingml/2006/main">
            <a:off x="548640" y="3886200"/>
            <a:ext cx="3276600" cy="7620"/>
          </a:xfrm>
          <a:custGeom xmlns:a="http://schemas.openxmlformats.org/drawingml/2006/main">
            <a:rect l="l" t="t" r="r" b="b"/>
            <a:pathLst>
              <a:path w="4095750" h="9525">
                <a:moveTo>
                  <a:pt x="0" y="0"/>
                </a:moveTo>
                <a:lnTo>
                  <a:pt x="4095750" y="0"/>
                </a:lnTo>
              </a:path>
            </a:pathLst>
          </a:custGeom>
          <a:noFill xmlns:a="http://schemas.openxmlformats.org/drawingml/2006/main"/>
          <a:ln xmlns:a="http://schemas.openxmlformats.org/drawingml/2006/main" w="11430">
            <a:solidFill>
              <a:srgbClr val="CCD3D8"/>
            </a:solidFill>
            <a:prstDash val="solid"/>
            <a:headEnd type="none" w="sm" len="sm"/>
            <a:tailEnd type="none" w="sm" len="sm"/>
          </a:ln>
        </p:spPr>
      </p:sp>
      <p:sp>
        <p:nvSpPr>
          <p:cNvPr id="313" name="Google Shape;313;p6">
            <a:extLst xmlns:a="http://schemas.openxmlformats.org/drawingml/2006/main">
              <a:ext uri="{FF2B5EF4-FFF2-40B4-BE49-F238E27FC236}">
                <a16:creationId xmlns:a16="http://schemas.microsoft.com/office/drawing/2014/main" id="{C9F518A1-4966-4637-90E8-346D00990085}"/>
              </a:ext>
            </a:extLst>
          </p:cNvPr>
          <p:cNvSpPr>
            <a:spLocks xmlns:a="http://schemas.openxmlformats.org/drawingml/2006/main" noGrp="1"/>
          </p:cNvSpPr>
          <p:nvPr/>
        </p:nvSpPr>
        <p:spPr>
          <a:xfrm xmlns:a="http://schemas.openxmlformats.org/drawingml/2006/main">
            <a:off x="4312920" y="2933700"/>
            <a:ext cx="3276600" cy="205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65707C"/>
                </a:solidFill>
                <a:latin typeface="Apple SD Gothic Neo"/>
                <a:ea typeface="Apple SD Gothic Neo"/>
                <a:cs typeface="Apple SD Gothic Neo"/>
              </a:defRPr>
            </a:defPPr>
            <a:lvl1pPr>
              <a:defRPr>
                <a:solidFill>
                  <a:srgbClr val="65707C"/>
                </a:solidFill>
                <a:latin typeface="Apple SD Gothic Neo"/>
                <a:ea typeface="Apple SD Gothic Neo"/>
                <a:cs typeface="Apple SD Gothic Neo"/>
              </a:defRPr>
            </a:lvl1pPr>
            <a:lvl2pPr>
              <a:defRPr>
                <a:solidFill>
                  <a:srgbClr val="65707C"/>
                </a:solidFill>
                <a:latin typeface="Apple SD Gothic Neo"/>
                <a:ea typeface="Apple SD Gothic Neo"/>
                <a:cs typeface="Apple SD Gothic Neo"/>
              </a:defRPr>
            </a:lvl2pPr>
            <a:lvl3pPr>
              <a:defRPr>
                <a:solidFill>
                  <a:srgbClr val="65707C"/>
                </a:solidFill>
                <a:latin typeface="Apple SD Gothic Neo"/>
                <a:ea typeface="Apple SD Gothic Neo"/>
                <a:cs typeface="Apple SD Gothic Neo"/>
              </a:defRPr>
            </a:lvl3pPr>
            <a:lvl4pPr>
              <a:defRPr>
                <a:solidFill>
                  <a:srgbClr val="65707C"/>
                </a:solidFill>
                <a:latin typeface="Apple SD Gothic Neo"/>
                <a:ea typeface="Apple SD Gothic Neo"/>
                <a:cs typeface="Apple SD Gothic Neo"/>
              </a:defRPr>
            </a:lvl4pPr>
            <a:lvl5pPr>
              <a:defRPr>
                <a:solidFill>
                  <a:srgbClr val="65707C"/>
                </a:solidFill>
                <a:latin typeface="Apple SD Gothic Neo"/>
                <a:ea typeface="Apple SD Gothic Neo"/>
                <a:cs typeface="Apple SD Gothic Neo"/>
              </a:defRPr>
            </a:lvl5pPr>
            <a:lvl6pPr>
              <a:defRPr>
                <a:solidFill>
                  <a:srgbClr val="65707C"/>
                </a:solidFill>
                <a:latin typeface="Apple SD Gothic Neo"/>
                <a:ea typeface="Apple SD Gothic Neo"/>
                <a:cs typeface="Apple SD Gothic Neo"/>
              </a:defRPr>
            </a:lvl6pPr>
            <a:lvl7pPr>
              <a:defRPr>
                <a:solidFill>
                  <a:srgbClr val="65707C"/>
                </a:solidFill>
                <a:latin typeface="Apple SD Gothic Neo"/>
                <a:ea typeface="Apple SD Gothic Neo"/>
                <a:cs typeface="Apple SD Gothic Neo"/>
              </a:defRPr>
            </a:lvl7pPr>
            <a:lvl8pPr>
              <a:defRPr>
                <a:solidFill>
                  <a:srgbClr val="65707C"/>
                </a:solidFill>
                <a:latin typeface="Apple SD Gothic Neo"/>
                <a:ea typeface="Apple SD Gothic Neo"/>
                <a:cs typeface="Apple SD Gothic Neo"/>
              </a:defRPr>
            </a:lvl8pPr>
            <a:lvl9pPr>
              <a:defRPr>
                <a:solidFill>
                  <a:srgbClr val="65707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200"/>
              <a:buFont typeface="Arial"/>
              <a:buNone/>
              <a:defRPr>
                <a:solidFill>
                  <a:srgbClr val="65707C"/>
                </a:solidFill>
                <a:latin typeface="Apple SD Gothic Neo"/>
                <a:ea typeface="Apple SD Gothic Neo"/>
                <a:cs typeface="Apple SD Gothic Neo"/>
              </a:defRPr>
            </a:pPr>
            <a:r>
              <a:rPr sz="1200" b="1" i="0" u="none" strike="noStrike" cap="none" spc="0">
                <a:solidFill>
                  <a:srgbClr val="65707C"/>
                </a:solidFill>
                <a:latin typeface="Apple SD Gothic Neo"/>
                <a:ea typeface="Apple SD Gothic Neo"/>
                <a:cs typeface="Apple SD Gothic Neo"/>
              </a:rPr>
              <a:t>왜 필요한가</a:t>
            </a:r>
            <a:endParaRPr/>
          </a:p>
        </p:txBody>
      </p:sp>
      <p:sp>
        <p:nvSpPr>
          <p:cNvPr id="314" name="Google Shape;314;p6">
            <a:extLst xmlns:a="http://schemas.openxmlformats.org/drawingml/2006/main">
              <a:ext uri="{FF2B5EF4-FFF2-40B4-BE49-F238E27FC236}">
                <a16:creationId xmlns:a16="http://schemas.microsoft.com/office/drawing/2014/main" id="{9726FFDE-68C0-44C8-BF57-D2AA093AE938}"/>
              </a:ext>
            </a:extLst>
          </p:cNvPr>
          <p:cNvSpPr>
            <a:spLocks xmlns:a="http://schemas.openxmlformats.org/drawingml/2006/main" noGrp="1"/>
          </p:cNvSpPr>
          <p:nvPr/>
        </p:nvSpPr>
        <p:spPr>
          <a:xfrm xmlns:a="http://schemas.openxmlformats.org/drawingml/2006/main">
            <a:off x="4312920" y="3223260"/>
            <a:ext cx="3276600" cy="2971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500"/>
              <a:buFont typeface="Arial"/>
              <a:buNone/>
              <a:defRPr>
                <a:solidFill>
                  <a:srgbClr val="20324C"/>
                </a:solidFill>
                <a:latin typeface="Apple SD Gothic Neo"/>
                <a:ea typeface="Apple SD Gothic Neo"/>
                <a:cs typeface="Apple SD Gothic Neo"/>
              </a:defRPr>
            </a:pPr>
            <a:r>
              <a:rPr sz="1500" b="0" i="0" u="none" strike="noStrike" cap="none" spc="0">
                <a:solidFill>
                  <a:srgbClr val="20324C"/>
                </a:solidFill>
                <a:latin typeface="Apple SD Gothic Neo"/>
                <a:ea typeface="Apple SD Gothic Neo"/>
                <a:cs typeface="Apple SD Gothic Neo"/>
              </a:rPr>
              <a:t>여러 문서를 함께 읽고</a:t>
            </a:r>
            <a:endParaRPr/>
          </a:p>
        </p:txBody>
      </p:sp>
      <p:sp>
        <p:nvSpPr>
          <p:cNvPr id="315" name="Google Shape;315;p6">
            <a:extLst xmlns:a="http://schemas.openxmlformats.org/drawingml/2006/main">
              <a:ext uri="{FF2B5EF4-FFF2-40B4-BE49-F238E27FC236}">
                <a16:creationId xmlns:a16="http://schemas.microsoft.com/office/drawing/2014/main" id="{24922C61-22A5-42CC-A019-6F39E50D13CA}"/>
              </a:ext>
            </a:extLst>
          </p:cNvPr>
          <p:cNvSpPr>
            <a:spLocks xmlns:a="http://schemas.openxmlformats.org/drawingml/2006/main" noGrp="1"/>
          </p:cNvSpPr>
          <p:nvPr/>
        </p:nvSpPr>
        <p:spPr>
          <a:xfrm xmlns:a="http://schemas.openxmlformats.org/drawingml/2006/main">
            <a:off x="4312920" y="3482340"/>
            <a:ext cx="3276600" cy="2971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500"/>
              <a:buFont typeface="Arial"/>
              <a:buNone/>
              <a:defRPr>
                <a:solidFill>
                  <a:srgbClr val="20324C"/>
                </a:solidFill>
                <a:latin typeface="Apple SD Gothic Neo"/>
                <a:ea typeface="Apple SD Gothic Neo"/>
                <a:cs typeface="Apple SD Gothic Neo"/>
              </a:defRPr>
            </a:pPr>
            <a:r>
              <a:rPr sz="1500" b="0" i="0" u="none" strike="noStrike" cap="none" spc="0">
                <a:solidFill>
                  <a:srgbClr val="20324C"/>
                </a:solidFill>
                <a:latin typeface="Apple SD Gothic Neo"/>
                <a:ea typeface="Apple SD Gothic Neo"/>
                <a:cs typeface="Apple SD Gothic Neo"/>
              </a:rPr>
              <a:t>사건 내용을 짧게 정리하기 위해</a:t>
            </a:r>
            <a:endParaRPr/>
          </a:p>
        </p:txBody>
      </p:sp>
      <p:sp>
        <p:nvSpPr>
          <p:cNvPr id="316" name="Google Shape;316;p6">
            <a:extLst xmlns:a="http://schemas.openxmlformats.org/drawingml/2006/main">
              <a:ext uri="{FF2B5EF4-FFF2-40B4-BE49-F238E27FC236}">
                <a16:creationId xmlns:a16="http://schemas.microsoft.com/office/drawing/2014/main" id="{BA372E56-3E1D-467E-A4D3-CCCD9EFCF208}"/>
              </a:ext>
            </a:extLst>
          </p:cNvPr>
          <p:cNvSpPr>
            <a:spLocks xmlns:a="http://schemas.openxmlformats.org/drawingml/2006/main" noGrp="1"/>
          </p:cNvSpPr>
          <p:nvPr/>
        </p:nvSpPr>
        <p:spPr>
          <a:xfrm xmlns:a="http://schemas.openxmlformats.org/drawingml/2006/main">
            <a:off x="4312920" y="3886200"/>
            <a:ext cx="3276600" cy="7620"/>
          </a:xfrm>
          <a:custGeom xmlns:a="http://schemas.openxmlformats.org/drawingml/2006/main">
            <a:rect l="l" t="t" r="r" b="b"/>
            <a:pathLst>
              <a:path w="4095750" h="9525">
                <a:moveTo>
                  <a:pt x="0" y="0"/>
                </a:moveTo>
                <a:lnTo>
                  <a:pt x="4095750" y="0"/>
                </a:lnTo>
              </a:path>
            </a:pathLst>
          </a:custGeom>
          <a:noFill xmlns:a="http://schemas.openxmlformats.org/drawingml/2006/main"/>
          <a:ln xmlns:a="http://schemas.openxmlformats.org/drawingml/2006/main" w="11430">
            <a:solidFill>
              <a:srgbClr val="CCD3D8"/>
            </a:solidFill>
            <a:prstDash val="solid"/>
            <a:headEnd type="none" w="sm" len="sm"/>
            <a:tailEnd type="none" w="sm" len="sm"/>
          </a:ln>
        </p:spPr>
      </p:sp>
      <p:sp>
        <p:nvSpPr>
          <p:cNvPr id="317" name="Google Shape;317;p6">
            <a:extLst xmlns:a="http://schemas.openxmlformats.org/drawingml/2006/main">
              <a:ext uri="{FF2B5EF4-FFF2-40B4-BE49-F238E27FC236}">
                <a16:creationId xmlns:a16="http://schemas.microsoft.com/office/drawing/2014/main" id="{15B8D27B-7431-41DA-8BCC-F804A5526BEF}"/>
              </a:ext>
            </a:extLst>
          </p:cNvPr>
          <p:cNvSpPr>
            <a:spLocks xmlns:a="http://schemas.openxmlformats.org/drawingml/2006/main" noGrp="1"/>
          </p:cNvSpPr>
          <p:nvPr/>
        </p:nvSpPr>
        <p:spPr>
          <a:xfrm xmlns:a="http://schemas.openxmlformats.org/drawingml/2006/main">
            <a:off x="8229600" y="2933700"/>
            <a:ext cx="3276600" cy="205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65707C"/>
                </a:solidFill>
                <a:latin typeface="Apple SD Gothic Neo"/>
                <a:ea typeface="Apple SD Gothic Neo"/>
                <a:cs typeface="Apple SD Gothic Neo"/>
              </a:defRPr>
            </a:defPPr>
            <a:lvl1pPr>
              <a:defRPr>
                <a:solidFill>
                  <a:srgbClr val="65707C"/>
                </a:solidFill>
                <a:latin typeface="Apple SD Gothic Neo"/>
                <a:ea typeface="Apple SD Gothic Neo"/>
                <a:cs typeface="Apple SD Gothic Neo"/>
              </a:defRPr>
            </a:lvl1pPr>
            <a:lvl2pPr>
              <a:defRPr>
                <a:solidFill>
                  <a:srgbClr val="65707C"/>
                </a:solidFill>
                <a:latin typeface="Apple SD Gothic Neo"/>
                <a:ea typeface="Apple SD Gothic Neo"/>
                <a:cs typeface="Apple SD Gothic Neo"/>
              </a:defRPr>
            </a:lvl2pPr>
            <a:lvl3pPr>
              <a:defRPr>
                <a:solidFill>
                  <a:srgbClr val="65707C"/>
                </a:solidFill>
                <a:latin typeface="Apple SD Gothic Neo"/>
                <a:ea typeface="Apple SD Gothic Neo"/>
                <a:cs typeface="Apple SD Gothic Neo"/>
              </a:defRPr>
            </a:lvl3pPr>
            <a:lvl4pPr>
              <a:defRPr>
                <a:solidFill>
                  <a:srgbClr val="65707C"/>
                </a:solidFill>
                <a:latin typeface="Apple SD Gothic Neo"/>
                <a:ea typeface="Apple SD Gothic Neo"/>
                <a:cs typeface="Apple SD Gothic Neo"/>
              </a:defRPr>
            </a:lvl4pPr>
            <a:lvl5pPr>
              <a:defRPr>
                <a:solidFill>
                  <a:srgbClr val="65707C"/>
                </a:solidFill>
                <a:latin typeface="Apple SD Gothic Neo"/>
                <a:ea typeface="Apple SD Gothic Neo"/>
                <a:cs typeface="Apple SD Gothic Neo"/>
              </a:defRPr>
            </a:lvl5pPr>
            <a:lvl6pPr>
              <a:defRPr>
                <a:solidFill>
                  <a:srgbClr val="65707C"/>
                </a:solidFill>
                <a:latin typeface="Apple SD Gothic Neo"/>
                <a:ea typeface="Apple SD Gothic Neo"/>
                <a:cs typeface="Apple SD Gothic Neo"/>
              </a:defRPr>
            </a:lvl6pPr>
            <a:lvl7pPr>
              <a:defRPr>
                <a:solidFill>
                  <a:srgbClr val="65707C"/>
                </a:solidFill>
                <a:latin typeface="Apple SD Gothic Neo"/>
                <a:ea typeface="Apple SD Gothic Neo"/>
                <a:cs typeface="Apple SD Gothic Neo"/>
              </a:defRPr>
            </a:lvl7pPr>
            <a:lvl8pPr>
              <a:defRPr>
                <a:solidFill>
                  <a:srgbClr val="65707C"/>
                </a:solidFill>
                <a:latin typeface="Apple SD Gothic Neo"/>
                <a:ea typeface="Apple SD Gothic Neo"/>
                <a:cs typeface="Apple SD Gothic Neo"/>
              </a:defRPr>
            </a:lvl8pPr>
            <a:lvl9pPr>
              <a:defRPr>
                <a:solidFill>
                  <a:srgbClr val="65707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200"/>
              <a:buFont typeface="Arial"/>
              <a:buNone/>
              <a:defRPr>
                <a:solidFill>
                  <a:srgbClr val="65707C"/>
                </a:solidFill>
                <a:latin typeface="Apple SD Gothic Neo"/>
                <a:ea typeface="Apple SD Gothic Neo"/>
                <a:cs typeface="Apple SD Gothic Neo"/>
              </a:defRPr>
            </a:pPr>
            <a:r>
              <a:rPr sz="1200" b="1" i="0" u="none" strike="noStrike" cap="none" spc="0">
                <a:solidFill>
                  <a:srgbClr val="65707C"/>
                </a:solidFill>
                <a:latin typeface="Apple SD Gothic Neo"/>
                <a:ea typeface="Apple SD Gothic Neo"/>
                <a:cs typeface="Apple SD Gothic Neo"/>
              </a:rPr>
              <a:t>왜 필요한가</a:t>
            </a:r>
            <a:endParaRPr/>
          </a:p>
        </p:txBody>
      </p:sp>
      <p:sp>
        <p:nvSpPr>
          <p:cNvPr id="318" name="Google Shape;318;p6">
            <a:extLst xmlns:a="http://schemas.openxmlformats.org/drawingml/2006/main">
              <a:ext uri="{FF2B5EF4-FFF2-40B4-BE49-F238E27FC236}">
                <a16:creationId xmlns:a16="http://schemas.microsoft.com/office/drawing/2014/main" id="{B0D036F3-9C23-4AA6-BA1D-A332FD62F4C5}"/>
              </a:ext>
            </a:extLst>
          </p:cNvPr>
          <p:cNvSpPr>
            <a:spLocks xmlns:a="http://schemas.openxmlformats.org/drawingml/2006/main" noGrp="1"/>
          </p:cNvSpPr>
          <p:nvPr/>
        </p:nvSpPr>
        <p:spPr>
          <a:xfrm xmlns:a="http://schemas.openxmlformats.org/drawingml/2006/main">
            <a:off x="8229600" y="3223260"/>
            <a:ext cx="3276600" cy="2971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500"/>
              <a:buFont typeface="Arial"/>
              <a:buNone/>
              <a:defRPr>
                <a:solidFill>
                  <a:srgbClr val="20324C"/>
                </a:solidFill>
                <a:latin typeface="Apple SD Gothic Neo"/>
                <a:ea typeface="Apple SD Gothic Neo"/>
                <a:cs typeface="Apple SD Gothic Neo"/>
              </a:defRPr>
            </a:pPr>
            <a:r>
              <a:rPr sz="1500" b="0" i="0" u="none" strike="noStrike" cap="none" spc="0">
                <a:solidFill>
                  <a:srgbClr val="20324C"/>
                </a:solidFill>
                <a:latin typeface="Apple SD Gothic Neo"/>
                <a:ea typeface="Apple SD Gothic Neo"/>
                <a:cs typeface="Apple SD Gothic Neo"/>
              </a:rPr>
              <a:t>관측 숫자의 변화로</a:t>
            </a:r>
            <a:endParaRPr/>
          </a:p>
        </p:txBody>
      </p:sp>
      <p:sp>
        <p:nvSpPr>
          <p:cNvPr id="319" name="Google Shape;319;p6">
            <a:extLst xmlns:a="http://schemas.openxmlformats.org/drawingml/2006/main">
              <a:ext uri="{FF2B5EF4-FFF2-40B4-BE49-F238E27FC236}">
                <a16:creationId xmlns:a16="http://schemas.microsoft.com/office/drawing/2014/main" id="{7B9DA93B-8060-47A3-921B-F38FEFB77509}"/>
              </a:ext>
            </a:extLst>
          </p:cNvPr>
          <p:cNvSpPr>
            <a:spLocks xmlns:a="http://schemas.openxmlformats.org/drawingml/2006/main" noGrp="1"/>
          </p:cNvSpPr>
          <p:nvPr/>
        </p:nvSpPr>
        <p:spPr>
          <a:xfrm xmlns:a="http://schemas.openxmlformats.org/drawingml/2006/main">
            <a:off x="8229600" y="3482340"/>
            <a:ext cx="3276600" cy="2971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500"/>
              <a:buFont typeface="Arial"/>
              <a:buNone/>
              <a:defRPr>
                <a:solidFill>
                  <a:srgbClr val="20324C"/>
                </a:solidFill>
                <a:latin typeface="Apple SD Gothic Neo"/>
                <a:ea typeface="Apple SD Gothic Neo"/>
                <a:cs typeface="Apple SD Gothic Neo"/>
              </a:defRPr>
            </a:pPr>
            <a:r>
              <a:rPr sz="1500" b="0" i="0" u="none" strike="noStrike" cap="none" spc="0">
                <a:solidFill>
                  <a:srgbClr val="20324C"/>
                </a:solidFill>
                <a:latin typeface="Apple SD Gothic Neo"/>
                <a:ea typeface="Apple SD Gothic Neo"/>
                <a:cs typeface="Apple SD Gothic Neo"/>
              </a:rPr>
              <a:t>화재 접근을 추정하기 위해</a:t>
            </a:r>
            <a:endParaRPr/>
          </a:p>
        </p:txBody>
      </p:sp>
      <p:sp>
        <p:nvSpPr>
          <p:cNvPr id="320" name="Google Shape;320;p6">
            <a:extLst xmlns:a="http://schemas.openxmlformats.org/drawingml/2006/main">
              <a:ext uri="{FF2B5EF4-FFF2-40B4-BE49-F238E27FC236}">
                <a16:creationId xmlns:a16="http://schemas.microsoft.com/office/drawing/2014/main" id="{180CE4B5-4E31-4AD6-BEF0-896026E4A59D}"/>
              </a:ext>
            </a:extLst>
          </p:cNvPr>
          <p:cNvSpPr>
            <a:spLocks xmlns:a="http://schemas.openxmlformats.org/drawingml/2006/main" noGrp="1"/>
          </p:cNvSpPr>
          <p:nvPr/>
        </p:nvSpPr>
        <p:spPr>
          <a:xfrm xmlns:a="http://schemas.openxmlformats.org/drawingml/2006/main">
            <a:off x="8229600" y="3886200"/>
            <a:ext cx="3276600" cy="7620"/>
          </a:xfrm>
          <a:custGeom xmlns:a="http://schemas.openxmlformats.org/drawingml/2006/main">
            <a:rect l="l" t="t" r="r" b="b"/>
            <a:pathLst>
              <a:path w="4095750" h="9525">
                <a:moveTo>
                  <a:pt x="0" y="0"/>
                </a:moveTo>
                <a:lnTo>
                  <a:pt x="4095750" y="0"/>
                </a:lnTo>
              </a:path>
            </a:pathLst>
          </a:custGeom>
          <a:noFill xmlns:a="http://schemas.openxmlformats.org/drawingml/2006/main"/>
          <a:ln xmlns:a="http://schemas.openxmlformats.org/drawingml/2006/main" w="11430">
            <a:solidFill>
              <a:srgbClr val="CCD3D8"/>
            </a:solidFill>
            <a:prstDash val="solid"/>
            <a:headEnd type="none" w="sm" len="sm"/>
            <a:tailEnd type="none" w="sm" len="sm"/>
          </a:ln>
        </p:spPr>
      </p:sp>
      <p:sp>
        <p:nvSpPr>
          <p:cNvPr id="321" name="Google Shape;321;p6">
            <a:extLst xmlns:a="http://schemas.openxmlformats.org/drawingml/2006/main">
              <a:ext uri="{FF2B5EF4-FFF2-40B4-BE49-F238E27FC236}">
                <a16:creationId xmlns:a16="http://schemas.microsoft.com/office/drawing/2014/main" id="{27932744-FED3-4B8A-A8E1-71679CCF663E}"/>
              </a:ext>
            </a:extLst>
          </p:cNvPr>
          <p:cNvSpPr>
            <a:spLocks xmlns:a="http://schemas.openxmlformats.org/drawingml/2006/main" noGrp="1"/>
          </p:cNvSpPr>
          <p:nvPr/>
        </p:nvSpPr>
        <p:spPr>
          <a:xfrm xmlns:a="http://schemas.openxmlformats.org/drawingml/2006/main">
            <a:off x="548640" y="4053840"/>
            <a:ext cx="3261360" cy="2209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062F5B"/>
                </a:solidFill>
                <a:latin typeface="Apple SD Gothic Neo"/>
                <a:ea typeface="Apple SD Gothic Neo"/>
                <a:cs typeface="Apple SD Gothic Neo"/>
              </a:defRPr>
            </a:defPPr>
            <a:lvl1pPr>
              <a:defRPr>
                <a:solidFill>
                  <a:srgbClr val="062F5B"/>
                </a:solidFill>
                <a:latin typeface="Apple SD Gothic Neo"/>
                <a:ea typeface="Apple SD Gothic Neo"/>
                <a:cs typeface="Apple SD Gothic Neo"/>
              </a:defRPr>
            </a:lvl1pPr>
            <a:lvl2pPr>
              <a:defRPr>
                <a:solidFill>
                  <a:srgbClr val="062F5B"/>
                </a:solidFill>
                <a:latin typeface="Apple SD Gothic Neo"/>
                <a:ea typeface="Apple SD Gothic Neo"/>
                <a:cs typeface="Apple SD Gothic Neo"/>
              </a:defRPr>
            </a:lvl2pPr>
            <a:lvl3pPr>
              <a:defRPr>
                <a:solidFill>
                  <a:srgbClr val="062F5B"/>
                </a:solidFill>
                <a:latin typeface="Apple SD Gothic Neo"/>
                <a:ea typeface="Apple SD Gothic Neo"/>
                <a:cs typeface="Apple SD Gothic Neo"/>
              </a:defRPr>
            </a:lvl3pPr>
            <a:lvl4pPr>
              <a:defRPr>
                <a:solidFill>
                  <a:srgbClr val="062F5B"/>
                </a:solidFill>
                <a:latin typeface="Apple SD Gothic Neo"/>
                <a:ea typeface="Apple SD Gothic Neo"/>
                <a:cs typeface="Apple SD Gothic Neo"/>
              </a:defRPr>
            </a:lvl4pPr>
            <a:lvl5pPr>
              <a:defRPr>
                <a:solidFill>
                  <a:srgbClr val="062F5B"/>
                </a:solidFill>
                <a:latin typeface="Apple SD Gothic Neo"/>
                <a:ea typeface="Apple SD Gothic Neo"/>
                <a:cs typeface="Apple SD Gothic Neo"/>
              </a:defRPr>
            </a:lvl5pPr>
            <a:lvl6pPr>
              <a:defRPr>
                <a:solidFill>
                  <a:srgbClr val="062F5B"/>
                </a:solidFill>
                <a:latin typeface="Apple SD Gothic Neo"/>
                <a:ea typeface="Apple SD Gothic Neo"/>
                <a:cs typeface="Apple SD Gothic Neo"/>
              </a:defRPr>
            </a:lvl6pPr>
            <a:lvl7pPr>
              <a:defRPr>
                <a:solidFill>
                  <a:srgbClr val="062F5B"/>
                </a:solidFill>
                <a:latin typeface="Apple SD Gothic Neo"/>
                <a:ea typeface="Apple SD Gothic Neo"/>
                <a:cs typeface="Apple SD Gothic Neo"/>
              </a:defRPr>
            </a:lvl7pPr>
            <a:lvl8pPr>
              <a:defRPr>
                <a:solidFill>
                  <a:srgbClr val="062F5B"/>
                </a:solidFill>
                <a:latin typeface="Apple SD Gothic Neo"/>
                <a:ea typeface="Apple SD Gothic Neo"/>
                <a:cs typeface="Apple SD Gothic Neo"/>
              </a:defRPr>
            </a:lvl8pPr>
            <a:lvl9pPr>
              <a:defRPr>
                <a:solidFill>
                  <a:srgbClr val="062F5B"/>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320"/>
              <a:buFont typeface="Arial"/>
              <a:buNone/>
              <a:defRPr>
                <a:solidFill>
                  <a:srgbClr val="062F5B"/>
                </a:solidFill>
                <a:latin typeface="Apple SD Gothic Neo"/>
                <a:ea typeface="Apple SD Gothic Neo"/>
                <a:cs typeface="Apple SD Gothic Neo"/>
              </a:defRPr>
            </a:pPr>
            <a:r>
              <a:rPr sz="1320" b="1" i="0" u="none" strike="noStrike" cap="none" spc="0">
                <a:solidFill>
                  <a:srgbClr val="062F5B"/>
                </a:solidFill>
                <a:latin typeface="Apple SD Gothic Neo"/>
                <a:ea typeface="Apple SD Gothic Neo"/>
                <a:cs typeface="Apple SD Gothic Neo"/>
              </a:rPr>
              <a:t>입력  관측 내용과 문서</a:t>
            </a:r>
            <a:endParaRPr/>
          </a:p>
        </p:txBody>
      </p:sp>
      <p:sp>
        <p:nvSpPr>
          <p:cNvPr id="322" name="Google Shape;322;p6">
            <a:extLst xmlns:a="http://schemas.openxmlformats.org/drawingml/2006/main">
              <a:ext uri="{FF2B5EF4-FFF2-40B4-BE49-F238E27FC236}">
                <a16:creationId xmlns:a16="http://schemas.microsoft.com/office/drawing/2014/main" id="{C82B8630-28D5-4BB3-AB9B-A0CCB0DA2562}"/>
              </a:ext>
            </a:extLst>
          </p:cNvPr>
          <p:cNvSpPr>
            <a:spLocks xmlns:a="http://schemas.openxmlformats.org/drawingml/2006/main" noGrp="1"/>
          </p:cNvSpPr>
          <p:nvPr/>
        </p:nvSpPr>
        <p:spPr>
          <a:xfrm xmlns:a="http://schemas.openxmlformats.org/drawingml/2006/main">
            <a:off x="548640" y="4366260"/>
            <a:ext cx="3352800" cy="2971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380"/>
              <a:buFont typeface="Arial"/>
              <a:buNone/>
              <a:defRPr>
                <a:solidFill>
                  <a:srgbClr val="20324C"/>
                </a:solidFill>
                <a:latin typeface="Apple SD Gothic Neo"/>
                <a:ea typeface="Apple SD Gothic Neo"/>
                <a:cs typeface="Apple SD Gothic Neo"/>
              </a:defRPr>
            </a:pPr>
            <a:r>
              <a:rPr sz="1380" b="0" i="0" u="none" strike="noStrike" cap="none" spc="0">
                <a:solidFill>
                  <a:srgbClr val="20324C"/>
                </a:solidFill>
                <a:latin typeface="Apple SD Gothic Neo"/>
                <a:ea typeface="Apple SD Gothic Neo"/>
                <a:cs typeface="Apple SD Gothic Neo"/>
              </a:rPr>
              <a:t>출력  문서 벡터</a:t>
            </a:r>
            <a:endParaRPr/>
          </a:p>
        </p:txBody>
      </p:sp>
      <p:sp>
        <p:nvSpPr>
          <p:cNvPr id="323" name="Google Shape;323;p6">
            <a:extLst xmlns:a="http://schemas.openxmlformats.org/drawingml/2006/main">
              <a:ext uri="{FF2B5EF4-FFF2-40B4-BE49-F238E27FC236}">
                <a16:creationId xmlns:a16="http://schemas.microsoft.com/office/drawing/2014/main" id="{E993016D-329A-4BF0-ADC5-FD9FC580AFAD}"/>
              </a:ext>
            </a:extLst>
          </p:cNvPr>
          <p:cNvSpPr>
            <a:spLocks xmlns:a="http://schemas.openxmlformats.org/drawingml/2006/main" noGrp="1"/>
          </p:cNvSpPr>
          <p:nvPr/>
        </p:nvSpPr>
        <p:spPr>
          <a:xfrm xmlns:a="http://schemas.openxmlformats.org/drawingml/2006/main">
            <a:off x="548640" y="4625340"/>
            <a:ext cx="3352800" cy="2971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380"/>
              <a:buFont typeface="Arial"/>
              <a:buNone/>
              <a:defRPr>
                <a:solidFill>
                  <a:srgbClr val="20324C"/>
                </a:solidFill>
                <a:latin typeface="Apple SD Gothic Neo"/>
                <a:ea typeface="Apple SD Gothic Neo"/>
                <a:cs typeface="Apple SD Gothic Neo"/>
              </a:defRPr>
            </a:pPr>
            <a:r>
              <a:rPr sz="1380" b="0" i="0" u="none" strike="noStrike" cap="none" spc="0">
                <a:solidFill>
                  <a:srgbClr val="20324C"/>
                </a:solidFill>
                <a:latin typeface="Apple SD Gothic Neo"/>
                <a:ea typeface="Apple SD Gothic Neo"/>
                <a:cs typeface="Apple SD Gothic Neo"/>
              </a:rPr>
              <a:t>DB가 유사한 근거와 출처를 검색</a:t>
            </a:r>
            <a:endParaRPr/>
          </a:p>
        </p:txBody>
      </p:sp>
      <p:sp>
        <p:nvSpPr>
          <p:cNvPr id="324" name="Google Shape;324;p6">
            <a:extLst xmlns:a="http://schemas.openxmlformats.org/drawingml/2006/main">
              <a:ext uri="{FF2B5EF4-FFF2-40B4-BE49-F238E27FC236}">
                <a16:creationId xmlns:a16="http://schemas.microsoft.com/office/drawing/2014/main" id="{5173FA8B-8700-4DBE-999A-82D529AD5A41}"/>
              </a:ext>
            </a:extLst>
          </p:cNvPr>
          <p:cNvSpPr>
            <a:spLocks xmlns:a="http://schemas.openxmlformats.org/drawingml/2006/main" noGrp="1"/>
          </p:cNvSpPr>
          <p:nvPr/>
        </p:nvSpPr>
        <p:spPr>
          <a:xfrm xmlns:a="http://schemas.openxmlformats.org/drawingml/2006/main">
            <a:off x="548640" y="4975860"/>
            <a:ext cx="33832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65707C"/>
                </a:solidFill>
                <a:latin typeface="Apple SD Gothic Neo"/>
                <a:ea typeface="Apple SD Gothic Neo"/>
                <a:cs typeface="Apple SD Gothic Neo"/>
              </a:defRPr>
            </a:defPPr>
            <a:lvl1pPr>
              <a:defRPr>
                <a:solidFill>
                  <a:srgbClr val="65707C"/>
                </a:solidFill>
                <a:latin typeface="Apple SD Gothic Neo"/>
                <a:ea typeface="Apple SD Gothic Neo"/>
                <a:cs typeface="Apple SD Gothic Neo"/>
              </a:defRPr>
            </a:lvl1pPr>
            <a:lvl2pPr>
              <a:defRPr>
                <a:solidFill>
                  <a:srgbClr val="65707C"/>
                </a:solidFill>
                <a:latin typeface="Apple SD Gothic Neo"/>
                <a:ea typeface="Apple SD Gothic Neo"/>
                <a:cs typeface="Apple SD Gothic Neo"/>
              </a:defRPr>
            </a:lvl2pPr>
            <a:lvl3pPr>
              <a:defRPr>
                <a:solidFill>
                  <a:srgbClr val="65707C"/>
                </a:solidFill>
                <a:latin typeface="Apple SD Gothic Neo"/>
                <a:ea typeface="Apple SD Gothic Neo"/>
                <a:cs typeface="Apple SD Gothic Neo"/>
              </a:defRPr>
            </a:lvl3pPr>
            <a:lvl4pPr>
              <a:defRPr>
                <a:solidFill>
                  <a:srgbClr val="65707C"/>
                </a:solidFill>
                <a:latin typeface="Apple SD Gothic Neo"/>
                <a:ea typeface="Apple SD Gothic Neo"/>
                <a:cs typeface="Apple SD Gothic Neo"/>
              </a:defRPr>
            </a:lvl4pPr>
            <a:lvl5pPr>
              <a:defRPr>
                <a:solidFill>
                  <a:srgbClr val="65707C"/>
                </a:solidFill>
                <a:latin typeface="Apple SD Gothic Neo"/>
                <a:ea typeface="Apple SD Gothic Neo"/>
                <a:cs typeface="Apple SD Gothic Neo"/>
              </a:defRPr>
            </a:lvl5pPr>
            <a:lvl6pPr>
              <a:defRPr>
                <a:solidFill>
                  <a:srgbClr val="65707C"/>
                </a:solidFill>
                <a:latin typeface="Apple SD Gothic Neo"/>
                <a:ea typeface="Apple SD Gothic Neo"/>
                <a:cs typeface="Apple SD Gothic Neo"/>
              </a:defRPr>
            </a:lvl6pPr>
            <a:lvl7pPr>
              <a:defRPr>
                <a:solidFill>
                  <a:srgbClr val="65707C"/>
                </a:solidFill>
                <a:latin typeface="Apple SD Gothic Neo"/>
                <a:ea typeface="Apple SD Gothic Neo"/>
                <a:cs typeface="Apple SD Gothic Neo"/>
              </a:defRPr>
            </a:lvl7pPr>
            <a:lvl8pPr>
              <a:defRPr>
                <a:solidFill>
                  <a:srgbClr val="65707C"/>
                </a:solidFill>
                <a:latin typeface="Apple SD Gothic Neo"/>
                <a:ea typeface="Apple SD Gothic Neo"/>
                <a:cs typeface="Apple SD Gothic Neo"/>
              </a:defRPr>
            </a:lvl8pPr>
            <a:lvl9pPr>
              <a:defRPr>
                <a:solidFill>
                  <a:srgbClr val="65707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200"/>
              <a:buFont typeface="Arial"/>
              <a:buNone/>
              <a:defRPr>
                <a:solidFill>
                  <a:srgbClr val="65707C"/>
                </a:solidFill>
                <a:latin typeface="Apple SD Gothic Neo"/>
                <a:ea typeface="Apple SD Gothic Neo"/>
                <a:cs typeface="Apple SD Gothic Neo"/>
              </a:defRPr>
            </a:pPr>
            <a:r>
              <a:rPr sz="1200" b="0" i="0" u="none" strike="noStrike" cap="none" spc="0">
                <a:solidFill>
                  <a:srgbClr val="65707C"/>
                </a:solidFill>
                <a:latin typeface="Apple SD Gothic Neo"/>
                <a:ea typeface="Apple SD Gothic Neo"/>
                <a:cs typeface="Apple SD Gothic Neo"/>
              </a:rPr>
              <a:t>인터넷 뉴스는 별도 검색으로 보강</a:t>
            </a:r>
            <a:endParaRPr/>
          </a:p>
        </p:txBody>
      </p:sp>
      <p:sp>
        <p:nvSpPr>
          <p:cNvPr id="325" name="Google Shape;325;p6">
            <a:extLst xmlns:a="http://schemas.openxmlformats.org/drawingml/2006/main">
              <a:ext uri="{FF2B5EF4-FFF2-40B4-BE49-F238E27FC236}">
                <a16:creationId xmlns:a16="http://schemas.microsoft.com/office/drawing/2014/main" id="{CCF3EB0E-D0F9-4974-857F-232388DF5A5B}"/>
              </a:ext>
            </a:extLst>
          </p:cNvPr>
          <p:cNvSpPr>
            <a:spLocks xmlns:a="http://schemas.openxmlformats.org/drawingml/2006/main" noGrp="1"/>
          </p:cNvSpPr>
          <p:nvPr/>
        </p:nvSpPr>
        <p:spPr>
          <a:xfrm xmlns:a="http://schemas.openxmlformats.org/drawingml/2006/main">
            <a:off x="4312920" y="4053840"/>
            <a:ext cx="3337560" cy="2209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245B80"/>
                </a:solidFill>
                <a:latin typeface="Apple SD Gothic Neo"/>
                <a:ea typeface="Apple SD Gothic Neo"/>
                <a:cs typeface="Apple SD Gothic Neo"/>
              </a:defRPr>
            </a:defPPr>
            <a:lvl1pPr>
              <a:defRPr>
                <a:solidFill>
                  <a:srgbClr val="245B80"/>
                </a:solidFill>
                <a:latin typeface="Apple SD Gothic Neo"/>
                <a:ea typeface="Apple SD Gothic Neo"/>
                <a:cs typeface="Apple SD Gothic Neo"/>
              </a:defRPr>
            </a:lvl1pPr>
            <a:lvl2pPr>
              <a:defRPr>
                <a:solidFill>
                  <a:srgbClr val="245B80"/>
                </a:solidFill>
                <a:latin typeface="Apple SD Gothic Neo"/>
                <a:ea typeface="Apple SD Gothic Neo"/>
                <a:cs typeface="Apple SD Gothic Neo"/>
              </a:defRPr>
            </a:lvl2pPr>
            <a:lvl3pPr>
              <a:defRPr>
                <a:solidFill>
                  <a:srgbClr val="245B80"/>
                </a:solidFill>
                <a:latin typeface="Apple SD Gothic Neo"/>
                <a:ea typeface="Apple SD Gothic Neo"/>
                <a:cs typeface="Apple SD Gothic Neo"/>
              </a:defRPr>
            </a:lvl3pPr>
            <a:lvl4pPr>
              <a:defRPr>
                <a:solidFill>
                  <a:srgbClr val="245B80"/>
                </a:solidFill>
                <a:latin typeface="Apple SD Gothic Neo"/>
                <a:ea typeface="Apple SD Gothic Neo"/>
                <a:cs typeface="Apple SD Gothic Neo"/>
              </a:defRPr>
            </a:lvl4pPr>
            <a:lvl5pPr>
              <a:defRPr>
                <a:solidFill>
                  <a:srgbClr val="245B80"/>
                </a:solidFill>
                <a:latin typeface="Apple SD Gothic Neo"/>
                <a:ea typeface="Apple SD Gothic Neo"/>
                <a:cs typeface="Apple SD Gothic Neo"/>
              </a:defRPr>
            </a:lvl5pPr>
            <a:lvl6pPr>
              <a:defRPr>
                <a:solidFill>
                  <a:srgbClr val="245B80"/>
                </a:solidFill>
                <a:latin typeface="Apple SD Gothic Neo"/>
                <a:ea typeface="Apple SD Gothic Neo"/>
                <a:cs typeface="Apple SD Gothic Neo"/>
              </a:defRPr>
            </a:lvl6pPr>
            <a:lvl7pPr>
              <a:defRPr>
                <a:solidFill>
                  <a:srgbClr val="245B80"/>
                </a:solidFill>
                <a:latin typeface="Apple SD Gothic Neo"/>
                <a:ea typeface="Apple SD Gothic Neo"/>
                <a:cs typeface="Apple SD Gothic Neo"/>
              </a:defRPr>
            </a:lvl7pPr>
            <a:lvl8pPr>
              <a:defRPr>
                <a:solidFill>
                  <a:srgbClr val="245B80"/>
                </a:solidFill>
                <a:latin typeface="Apple SD Gothic Neo"/>
                <a:ea typeface="Apple SD Gothic Neo"/>
                <a:cs typeface="Apple SD Gothic Neo"/>
              </a:defRPr>
            </a:lvl8pPr>
            <a:lvl9pPr>
              <a:defRPr>
                <a:solidFill>
                  <a:srgbClr val="245B80"/>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320"/>
              <a:buFont typeface="Arial"/>
              <a:buNone/>
              <a:defRPr>
                <a:solidFill>
                  <a:srgbClr val="245B80"/>
                </a:solidFill>
                <a:latin typeface="Apple SD Gothic Neo"/>
                <a:ea typeface="Apple SD Gothic Neo"/>
                <a:cs typeface="Apple SD Gothic Neo"/>
              </a:defRPr>
            </a:pPr>
            <a:r>
              <a:rPr sz="1320" b="1" i="0" u="none" strike="noStrike" cap="none" spc="0">
                <a:solidFill>
                  <a:srgbClr val="245B80"/>
                </a:solidFill>
                <a:latin typeface="Apple SD Gothic Neo"/>
                <a:ea typeface="Apple SD Gothic Neo"/>
                <a:cs typeface="Apple SD Gothic Neo"/>
              </a:rPr>
              <a:t>입력  검색된 근거와 원문</a:t>
            </a:r>
            <a:endParaRPr/>
          </a:p>
        </p:txBody>
      </p:sp>
      <p:sp>
        <p:nvSpPr>
          <p:cNvPr id="326" name="Google Shape;326;p6">
            <a:extLst xmlns:a="http://schemas.openxmlformats.org/drawingml/2006/main">
              <a:ext uri="{FF2B5EF4-FFF2-40B4-BE49-F238E27FC236}">
                <a16:creationId xmlns:a16="http://schemas.microsoft.com/office/drawing/2014/main" id="{A33BA0EB-4849-4E5B-84E8-607C94E9995D}"/>
              </a:ext>
            </a:extLst>
          </p:cNvPr>
          <p:cNvSpPr>
            <a:spLocks xmlns:a="http://schemas.openxmlformats.org/drawingml/2006/main" noGrp="1"/>
          </p:cNvSpPr>
          <p:nvPr/>
        </p:nvSpPr>
        <p:spPr>
          <a:xfrm xmlns:a="http://schemas.openxmlformats.org/drawingml/2006/main">
            <a:off x="4312920" y="4366260"/>
            <a:ext cx="3337560" cy="2971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380"/>
              <a:buFont typeface="Arial"/>
              <a:buNone/>
              <a:defRPr>
                <a:solidFill>
                  <a:srgbClr val="20324C"/>
                </a:solidFill>
                <a:latin typeface="Apple SD Gothic Neo"/>
                <a:ea typeface="Apple SD Gothic Neo"/>
                <a:cs typeface="Apple SD Gothic Neo"/>
              </a:defRPr>
            </a:pPr>
            <a:r>
              <a:rPr sz="1380" b="0" i="0" u="none" strike="noStrike" cap="none" spc="0">
                <a:solidFill>
                  <a:srgbClr val="20324C"/>
                </a:solidFill>
                <a:latin typeface="Apple SD Gothic Neo"/>
                <a:ea typeface="Apple SD Gothic Neo"/>
                <a:cs typeface="Apple SD Gothic Neo"/>
              </a:rPr>
              <a:t>출력  사건 요약과 인용 출처</a:t>
            </a:r>
            <a:endParaRPr/>
          </a:p>
        </p:txBody>
      </p:sp>
      <p:sp>
        <p:nvSpPr>
          <p:cNvPr id="327" name="Google Shape;327;p6">
            <a:extLst xmlns:a="http://schemas.openxmlformats.org/drawingml/2006/main">
              <a:ext uri="{FF2B5EF4-FFF2-40B4-BE49-F238E27FC236}">
                <a16:creationId xmlns:a16="http://schemas.microsoft.com/office/drawing/2014/main" id="{F5A118E7-C721-45AC-89A8-F952465638F9}"/>
              </a:ext>
            </a:extLst>
          </p:cNvPr>
          <p:cNvSpPr>
            <a:spLocks xmlns:a="http://schemas.openxmlformats.org/drawingml/2006/main" noGrp="1"/>
          </p:cNvSpPr>
          <p:nvPr/>
        </p:nvSpPr>
        <p:spPr>
          <a:xfrm xmlns:a="http://schemas.openxmlformats.org/drawingml/2006/main">
            <a:off x="4312920" y="4625340"/>
            <a:ext cx="3337560" cy="2971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380"/>
              <a:buFont typeface="Arial"/>
              <a:buNone/>
              <a:defRPr>
                <a:solidFill>
                  <a:srgbClr val="20324C"/>
                </a:solidFill>
                <a:latin typeface="Apple SD Gothic Neo"/>
                <a:ea typeface="Apple SD Gothic Neo"/>
                <a:cs typeface="Apple SD Gothic Neo"/>
              </a:defRPr>
            </a:pPr>
            <a:r>
              <a:rPr sz="1380" b="0" i="0" u="none" strike="noStrike" cap="none" spc="0">
                <a:solidFill>
                  <a:srgbClr val="20324C"/>
                </a:solidFill>
                <a:latin typeface="Apple SD Gothic Neo"/>
                <a:ea typeface="Apple SD Gothic Neo"/>
                <a:cs typeface="Apple SD Gothic Neo"/>
              </a:rPr>
              <a:t>참고 설명으로 보관</a:t>
            </a:r>
            <a:endParaRPr/>
          </a:p>
        </p:txBody>
      </p:sp>
      <p:sp>
        <p:nvSpPr>
          <p:cNvPr id="328" name="Google Shape;328;p6">
            <a:extLst xmlns:a="http://schemas.openxmlformats.org/drawingml/2006/main">
              <a:ext uri="{FF2B5EF4-FFF2-40B4-BE49-F238E27FC236}">
                <a16:creationId xmlns:a16="http://schemas.microsoft.com/office/drawing/2014/main" id="{18793E61-75E9-4B43-981A-C1986AC531F1}"/>
              </a:ext>
            </a:extLst>
          </p:cNvPr>
          <p:cNvSpPr>
            <a:spLocks xmlns:a="http://schemas.openxmlformats.org/drawingml/2006/main" noGrp="1"/>
          </p:cNvSpPr>
          <p:nvPr/>
        </p:nvSpPr>
        <p:spPr>
          <a:xfrm xmlns:a="http://schemas.openxmlformats.org/drawingml/2006/main">
            <a:off x="4312920" y="4975860"/>
            <a:ext cx="33528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65707C"/>
                </a:solidFill>
                <a:latin typeface="Apple SD Gothic Neo"/>
                <a:ea typeface="Apple SD Gothic Neo"/>
                <a:cs typeface="Apple SD Gothic Neo"/>
              </a:defRPr>
            </a:defPPr>
            <a:lvl1pPr>
              <a:defRPr>
                <a:solidFill>
                  <a:srgbClr val="65707C"/>
                </a:solidFill>
                <a:latin typeface="Apple SD Gothic Neo"/>
                <a:ea typeface="Apple SD Gothic Neo"/>
                <a:cs typeface="Apple SD Gothic Neo"/>
              </a:defRPr>
            </a:lvl1pPr>
            <a:lvl2pPr>
              <a:defRPr>
                <a:solidFill>
                  <a:srgbClr val="65707C"/>
                </a:solidFill>
                <a:latin typeface="Apple SD Gothic Neo"/>
                <a:ea typeface="Apple SD Gothic Neo"/>
                <a:cs typeface="Apple SD Gothic Neo"/>
              </a:defRPr>
            </a:lvl2pPr>
            <a:lvl3pPr>
              <a:defRPr>
                <a:solidFill>
                  <a:srgbClr val="65707C"/>
                </a:solidFill>
                <a:latin typeface="Apple SD Gothic Neo"/>
                <a:ea typeface="Apple SD Gothic Neo"/>
                <a:cs typeface="Apple SD Gothic Neo"/>
              </a:defRPr>
            </a:lvl3pPr>
            <a:lvl4pPr>
              <a:defRPr>
                <a:solidFill>
                  <a:srgbClr val="65707C"/>
                </a:solidFill>
                <a:latin typeface="Apple SD Gothic Neo"/>
                <a:ea typeface="Apple SD Gothic Neo"/>
                <a:cs typeface="Apple SD Gothic Neo"/>
              </a:defRPr>
            </a:lvl4pPr>
            <a:lvl5pPr>
              <a:defRPr>
                <a:solidFill>
                  <a:srgbClr val="65707C"/>
                </a:solidFill>
                <a:latin typeface="Apple SD Gothic Neo"/>
                <a:ea typeface="Apple SD Gothic Neo"/>
                <a:cs typeface="Apple SD Gothic Neo"/>
              </a:defRPr>
            </a:lvl5pPr>
            <a:lvl6pPr>
              <a:defRPr>
                <a:solidFill>
                  <a:srgbClr val="65707C"/>
                </a:solidFill>
                <a:latin typeface="Apple SD Gothic Neo"/>
                <a:ea typeface="Apple SD Gothic Neo"/>
                <a:cs typeface="Apple SD Gothic Neo"/>
              </a:defRPr>
            </a:lvl6pPr>
            <a:lvl7pPr>
              <a:defRPr>
                <a:solidFill>
                  <a:srgbClr val="65707C"/>
                </a:solidFill>
                <a:latin typeface="Apple SD Gothic Neo"/>
                <a:ea typeface="Apple SD Gothic Neo"/>
                <a:cs typeface="Apple SD Gothic Neo"/>
              </a:defRPr>
            </a:lvl7pPr>
            <a:lvl8pPr>
              <a:defRPr>
                <a:solidFill>
                  <a:srgbClr val="65707C"/>
                </a:solidFill>
                <a:latin typeface="Apple SD Gothic Neo"/>
                <a:ea typeface="Apple SD Gothic Neo"/>
                <a:cs typeface="Apple SD Gothic Neo"/>
              </a:defRPr>
            </a:lvl8pPr>
            <a:lvl9pPr>
              <a:defRPr>
                <a:solidFill>
                  <a:srgbClr val="65707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200"/>
              <a:buFont typeface="Arial"/>
              <a:buNone/>
              <a:defRPr>
                <a:solidFill>
                  <a:srgbClr val="65707C"/>
                </a:solidFill>
                <a:latin typeface="Apple SD Gothic Neo"/>
                <a:ea typeface="Apple SD Gothic Neo"/>
                <a:cs typeface="Apple SD Gothic Neo"/>
              </a:defRPr>
            </a:pPr>
            <a:r>
              <a:rPr sz="1200" b="0" i="0" u="none" strike="noStrike" cap="none" spc="0">
                <a:solidFill>
                  <a:srgbClr val="65707C"/>
                </a:solidFill>
                <a:latin typeface="Apple SD Gothic Neo"/>
                <a:ea typeface="Apple SD Gothic Neo"/>
                <a:cs typeface="Apple SD Gothic Neo"/>
              </a:rPr>
              <a:t>개인 단계·행동을 직접 생성하지 않음</a:t>
            </a:r>
            <a:endParaRPr/>
          </a:p>
        </p:txBody>
      </p:sp>
      <p:sp>
        <p:nvSpPr>
          <p:cNvPr id="329" name="Google Shape;329;p6">
            <a:extLst xmlns:a="http://schemas.openxmlformats.org/drawingml/2006/main">
              <a:ext uri="{FF2B5EF4-FFF2-40B4-BE49-F238E27FC236}">
                <a16:creationId xmlns:a16="http://schemas.microsoft.com/office/drawing/2014/main" id="{6117D92D-2FA9-496F-85FB-439D98DC1731}"/>
              </a:ext>
            </a:extLst>
          </p:cNvPr>
          <p:cNvSpPr>
            <a:spLocks xmlns:a="http://schemas.openxmlformats.org/drawingml/2006/main" noGrp="1"/>
          </p:cNvSpPr>
          <p:nvPr/>
        </p:nvSpPr>
        <p:spPr>
          <a:xfrm xmlns:a="http://schemas.openxmlformats.org/drawingml/2006/main">
            <a:off x="8229600" y="4053840"/>
            <a:ext cx="3337560" cy="2209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65707C"/>
                </a:solidFill>
                <a:latin typeface="Apple SD Gothic Neo"/>
                <a:ea typeface="Apple SD Gothic Neo"/>
                <a:cs typeface="Apple SD Gothic Neo"/>
              </a:defRPr>
            </a:defPPr>
            <a:lvl1pPr>
              <a:defRPr>
                <a:solidFill>
                  <a:srgbClr val="65707C"/>
                </a:solidFill>
                <a:latin typeface="Apple SD Gothic Neo"/>
                <a:ea typeface="Apple SD Gothic Neo"/>
                <a:cs typeface="Apple SD Gothic Neo"/>
              </a:defRPr>
            </a:lvl1pPr>
            <a:lvl2pPr>
              <a:defRPr>
                <a:solidFill>
                  <a:srgbClr val="65707C"/>
                </a:solidFill>
                <a:latin typeface="Apple SD Gothic Neo"/>
                <a:ea typeface="Apple SD Gothic Neo"/>
                <a:cs typeface="Apple SD Gothic Neo"/>
              </a:defRPr>
            </a:lvl2pPr>
            <a:lvl3pPr>
              <a:defRPr>
                <a:solidFill>
                  <a:srgbClr val="65707C"/>
                </a:solidFill>
                <a:latin typeface="Apple SD Gothic Neo"/>
                <a:ea typeface="Apple SD Gothic Neo"/>
                <a:cs typeface="Apple SD Gothic Neo"/>
              </a:defRPr>
            </a:lvl3pPr>
            <a:lvl4pPr>
              <a:defRPr>
                <a:solidFill>
                  <a:srgbClr val="65707C"/>
                </a:solidFill>
                <a:latin typeface="Apple SD Gothic Neo"/>
                <a:ea typeface="Apple SD Gothic Neo"/>
                <a:cs typeface="Apple SD Gothic Neo"/>
              </a:defRPr>
            </a:lvl4pPr>
            <a:lvl5pPr>
              <a:defRPr>
                <a:solidFill>
                  <a:srgbClr val="65707C"/>
                </a:solidFill>
                <a:latin typeface="Apple SD Gothic Neo"/>
                <a:ea typeface="Apple SD Gothic Neo"/>
                <a:cs typeface="Apple SD Gothic Neo"/>
              </a:defRPr>
            </a:lvl5pPr>
            <a:lvl6pPr>
              <a:defRPr>
                <a:solidFill>
                  <a:srgbClr val="65707C"/>
                </a:solidFill>
                <a:latin typeface="Apple SD Gothic Neo"/>
                <a:ea typeface="Apple SD Gothic Neo"/>
                <a:cs typeface="Apple SD Gothic Neo"/>
              </a:defRPr>
            </a:lvl6pPr>
            <a:lvl7pPr>
              <a:defRPr>
                <a:solidFill>
                  <a:srgbClr val="65707C"/>
                </a:solidFill>
                <a:latin typeface="Apple SD Gothic Neo"/>
                <a:ea typeface="Apple SD Gothic Neo"/>
                <a:cs typeface="Apple SD Gothic Neo"/>
              </a:defRPr>
            </a:lvl7pPr>
            <a:lvl8pPr>
              <a:defRPr>
                <a:solidFill>
                  <a:srgbClr val="65707C"/>
                </a:solidFill>
                <a:latin typeface="Apple SD Gothic Neo"/>
                <a:ea typeface="Apple SD Gothic Neo"/>
                <a:cs typeface="Apple SD Gothic Neo"/>
              </a:defRPr>
            </a:lvl8pPr>
            <a:lvl9pPr>
              <a:defRPr>
                <a:solidFill>
                  <a:srgbClr val="65707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320"/>
              <a:buFont typeface="Arial"/>
              <a:buNone/>
              <a:defRPr>
                <a:solidFill>
                  <a:srgbClr val="65707C"/>
                </a:solidFill>
                <a:latin typeface="Apple SD Gothic Neo"/>
                <a:ea typeface="Apple SD Gothic Neo"/>
                <a:cs typeface="Apple SD Gothic Neo"/>
              </a:defRPr>
            </a:pPr>
            <a:r>
              <a:rPr sz="1320" b="1" i="0" u="none" strike="noStrike" cap="none" spc="0">
                <a:solidFill>
                  <a:srgbClr val="65707C"/>
                </a:solidFill>
                <a:latin typeface="Apple SD Gothic Neo"/>
                <a:ea typeface="Apple SD Gothic Neo"/>
                <a:cs typeface="Apple SD Gothic Neo"/>
              </a:rPr>
              <a:t>입력  정형 관측과 위치 자료</a:t>
            </a:r>
            <a:endParaRPr/>
          </a:p>
        </p:txBody>
      </p:sp>
      <p:sp>
        <p:nvSpPr>
          <p:cNvPr id="330" name="Google Shape;330;p6">
            <a:extLst xmlns:a="http://schemas.openxmlformats.org/drawingml/2006/main">
              <a:ext uri="{FF2B5EF4-FFF2-40B4-BE49-F238E27FC236}">
                <a16:creationId xmlns:a16="http://schemas.microsoft.com/office/drawing/2014/main" id="{EE6251F6-DD7C-4F5F-B82D-9736CE39D649}"/>
              </a:ext>
            </a:extLst>
          </p:cNvPr>
          <p:cNvSpPr>
            <a:spLocks xmlns:a="http://schemas.openxmlformats.org/drawingml/2006/main" noGrp="1"/>
          </p:cNvSpPr>
          <p:nvPr/>
        </p:nvSpPr>
        <p:spPr>
          <a:xfrm xmlns:a="http://schemas.openxmlformats.org/drawingml/2006/main">
            <a:off x="8229600" y="4366260"/>
            <a:ext cx="3337560" cy="2971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380"/>
              <a:buFont typeface="Arial"/>
              <a:buNone/>
              <a:defRPr>
                <a:solidFill>
                  <a:srgbClr val="20324C"/>
                </a:solidFill>
                <a:latin typeface="Apple SD Gothic Neo"/>
                <a:ea typeface="Apple SD Gothic Neo"/>
                <a:cs typeface="Apple SD Gothic Neo"/>
              </a:defRPr>
            </a:pPr>
            <a:r>
              <a:rPr sz="1380" b="0" i="0" u="none" strike="noStrike" cap="none" spc="0">
                <a:solidFill>
                  <a:srgbClr val="20324C"/>
                </a:solidFill>
                <a:latin typeface="Apple SD Gothic Neo"/>
                <a:ea typeface="Apple SD Gothic Neo"/>
                <a:cs typeface="Apple SD Gothic Neo"/>
              </a:rPr>
              <a:t>출력 후보  접근 시간·기간별 확률</a:t>
            </a:r>
            <a:endParaRPr/>
          </a:p>
        </p:txBody>
      </p:sp>
      <p:sp>
        <p:nvSpPr>
          <p:cNvPr id="331" name="Google Shape;331;p6">
            <a:extLst xmlns:a="http://schemas.openxmlformats.org/drawingml/2006/main">
              <a:ext uri="{FF2B5EF4-FFF2-40B4-BE49-F238E27FC236}">
                <a16:creationId xmlns:a16="http://schemas.microsoft.com/office/drawing/2014/main" id="{7865522C-9331-46F6-93A2-24CDA0487DFE}"/>
              </a:ext>
            </a:extLst>
          </p:cNvPr>
          <p:cNvSpPr>
            <a:spLocks xmlns:a="http://schemas.openxmlformats.org/drawingml/2006/main" noGrp="1"/>
          </p:cNvSpPr>
          <p:nvPr/>
        </p:nvSpPr>
        <p:spPr>
          <a:xfrm xmlns:a="http://schemas.openxmlformats.org/drawingml/2006/main">
            <a:off x="8229600" y="4625340"/>
            <a:ext cx="3337560" cy="2971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380"/>
              <a:buFont typeface="Arial"/>
              <a:buNone/>
              <a:defRPr>
                <a:solidFill>
                  <a:srgbClr val="20324C"/>
                </a:solidFill>
                <a:latin typeface="Apple SD Gothic Neo"/>
                <a:ea typeface="Apple SD Gothic Neo"/>
                <a:cs typeface="Apple SD Gothic Neo"/>
              </a:defRPr>
            </a:pPr>
            <a:r>
              <a:rPr sz="1380" b="0" i="0" u="none" strike="noStrike" cap="none" spc="0">
                <a:solidFill>
                  <a:srgbClr val="20324C"/>
                </a:solidFill>
                <a:latin typeface="Apple SD Gothic Neo"/>
                <a:ea typeface="Apple SD Gothic Neo"/>
                <a:cs typeface="Apple SD Gothic Neo"/>
              </a:rPr>
              <a:t>현재 앱 제공값은 예측 불가</a:t>
            </a:r>
            <a:endParaRPr/>
          </a:p>
        </p:txBody>
      </p:sp>
      <p:sp>
        <p:nvSpPr>
          <p:cNvPr id="332" name="Google Shape;332;p6">
            <a:extLst xmlns:a="http://schemas.openxmlformats.org/drawingml/2006/main">
              <a:ext uri="{FF2B5EF4-FFF2-40B4-BE49-F238E27FC236}">
                <a16:creationId xmlns:a16="http://schemas.microsoft.com/office/drawing/2014/main" id="{53D19F4E-851C-4D61-8C55-09F054617195}"/>
              </a:ext>
            </a:extLst>
          </p:cNvPr>
          <p:cNvSpPr>
            <a:spLocks xmlns:a="http://schemas.openxmlformats.org/drawingml/2006/main" noGrp="1"/>
          </p:cNvSpPr>
          <p:nvPr/>
        </p:nvSpPr>
        <p:spPr>
          <a:xfrm xmlns:a="http://schemas.openxmlformats.org/drawingml/2006/main">
            <a:off x="8229600" y="4975860"/>
            <a:ext cx="33528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65707C"/>
                </a:solidFill>
                <a:latin typeface="Apple SD Gothic Neo"/>
                <a:ea typeface="Apple SD Gothic Neo"/>
                <a:cs typeface="Apple SD Gothic Neo"/>
              </a:defRPr>
            </a:defPPr>
            <a:lvl1pPr>
              <a:defRPr>
                <a:solidFill>
                  <a:srgbClr val="65707C"/>
                </a:solidFill>
                <a:latin typeface="Apple SD Gothic Neo"/>
                <a:ea typeface="Apple SD Gothic Neo"/>
                <a:cs typeface="Apple SD Gothic Neo"/>
              </a:defRPr>
            </a:lvl1pPr>
            <a:lvl2pPr>
              <a:defRPr>
                <a:solidFill>
                  <a:srgbClr val="65707C"/>
                </a:solidFill>
                <a:latin typeface="Apple SD Gothic Neo"/>
                <a:ea typeface="Apple SD Gothic Neo"/>
                <a:cs typeface="Apple SD Gothic Neo"/>
              </a:defRPr>
            </a:lvl2pPr>
            <a:lvl3pPr>
              <a:defRPr>
                <a:solidFill>
                  <a:srgbClr val="65707C"/>
                </a:solidFill>
                <a:latin typeface="Apple SD Gothic Neo"/>
                <a:ea typeface="Apple SD Gothic Neo"/>
                <a:cs typeface="Apple SD Gothic Neo"/>
              </a:defRPr>
            </a:lvl3pPr>
            <a:lvl4pPr>
              <a:defRPr>
                <a:solidFill>
                  <a:srgbClr val="65707C"/>
                </a:solidFill>
                <a:latin typeface="Apple SD Gothic Neo"/>
                <a:ea typeface="Apple SD Gothic Neo"/>
                <a:cs typeface="Apple SD Gothic Neo"/>
              </a:defRPr>
            </a:lvl4pPr>
            <a:lvl5pPr>
              <a:defRPr>
                <a:solidFill>
                  <a:srgbClr val="65707C"/>
                </a:solidFill>
                <a:latin typeface="Apple SD Gothic Neo"/>
                <a:ea typeface="Apple SD Gothic Neo"/>
                <a:cs typeface="Apple SD Gothic Neo"/>
              </a:defRPr>
            </a:lvl5pPr>
            <a:lvl6pPr>
              <a:defRPr>
                <a:solidFill>
                  <a:srgbClr val="65707C"/>
                </a:solidFill>
                <a:latin typeface="Apple SD Gothic Neo"/>
                <a:ea typeface="Apple SD Gothic Neo"/>
                <a:cs typeface="Apple SD Gothic Neo"/>
              </a:defRPr>
            </a:lvl6pPr>
            <a:lvl7pPr>
              <a:defRPr>
                <a:solidFill>
                  <a:srgbClr val="65707C"/>
                </a:solidFill>
                <a:latin typeface="Apple SD Gothic Neo"/>
                <a:ea typeface="Apple SD Gothic Neo"/>
                <a:cs typeface="Apple SD Gothic Neo"/>
              </a:defRPr>
            </a:lvl7pPr>
            <a:lvl8pPr>
              <a:defRPr>
                <a:solidFill>
                  <a:srgbClr val="65707C"/>
                </a:solidFill>
                <a:latin typeface="Apple SD Gothic Neo"/>
                <a:ea typeface="Apple SD Gothic Neo"/>
                <a:cs typeface="Apple SD Gothic Neo"/>
              </a:defRPr>
            </a:lvl8pPr>
            <a:lvl9pPr>
              <a:defRPr>
                <a:solidFill>
                  <a:srgbClr val="65707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200"/>
              <a:buFont typeface="Arial"/>
              <a:buNone/>
              <a:defRPr>
                <a:solidFill>
                  <a:srgbClr val="65707C"/>
                </a:solidFill>
                <a:latin typeface="Apple SD Gothic Neo"/>
                <a:ea typeface="Apple SD Gothic Neo"/>
                <a:cs typeface="Apple SD Gothic Neo"/>
              </a:defRPr>
            </a:pPr>
            <a:r>
              <a:rPr sz="1200" b="0" i="0" u="none" strike="noStrike" cap="none" spc="0">
                <a:solidFill>
                  <a:srgbClr val="65707C"/>
                </a:solidFill>
                <a:latin typeface="Apple SD Gothic Neo"/>
                <a:ea typeface="Apple SD Gothic Neo"/>
                <a:cs typeface="Apple SD Gothic Neo"/>
              </a:rPr>
              <a:t>국내 검증과 보정 후 연결할 후보</a:t>
            </a:r>
            <a:endParaRPr/>
          </a:p>
        </p:txBody>
      </p:sp>
      <p:sp>
        <p:nvSpPr>
          <p:cNvPr id="333" name="Google Shape;333;p6">
            <a:extLst xmlns:a="http://schemas.openxmlformats.org/drawingml/2006/main">
              <a:ext uri="{FF2B5EF4-FFF2-40B4-BE49-F238E27FC236}">
                <a16:creationId xmlns:a16="http://schemas.microsoft.com/office/drawing/2014/main" id="{D25C5917-5DB9-4F9A-9AC7-B88650C6361B}"/>
              </a:ext>
            </a:extLst>
          </p:cNvPr>
          <p:cNvSpPr>
            <a:spLocks xmlns:a="http://schemas.openxmlformats.org/drawingml/2006/main" noGrp="1"/>
          </p:cNvSpPr>
          <p:nvPr/>
        </p:nvSpPr>
        <p:spPr>
          <a:xfrm xmlns:a="http://schemas.openxmlformats.org/drawingml/2006/main">
            <a:off x="548640" y="5455920"/>
            <a:ext cx="11094720" cy="792480"/>
          </a:xfrm>
          <a:prstGeom xmlns:a="http://schemas.openxmlformats.org/drawingml/2006/main" prst="roundRect">
            <a:avLst>
              <a:gd name="adj" fmla="val 17308"/>
            </a:avLst>
          </a:prstGeom>
          <a:solidFill xmlns:a="http://schemas.openxmlformats.org/drawingml/2006/main">
            <a:srgbClr val="20324C"/>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334" name="Google Shape;334;p6">
            <a:extLst xmlns:a="http://schemas.openxmlformats.org/drawingml/2006/main">
              <a:ext uri="{FF2B5EF4-FFF2-40B4-BE49-F238E27FC236}">
                <a16:creationId xmlns:a16="http://schemas.microsoft.com/office/drawing/2014/main" id="{C8D6EDF5-8047-4881-86BE-807414E5AE0E}"/>
              </a:ext>
            </a:extLst>
          </p:cNvPr>
          <p:cNvSpPr>
            <a:spLocks xmlns:a="http://schemas.openxmlformats.org/drawingml/2006/main" noGrp="1"/>
          </p:cNvSpPr>
          <p:nvPr/>
        </p:nvSpPr>
        <p:spPr>
          <a:xfrm xmlns:a="http://schemas.openxmlformats.org/drawingml/2006/main">
            <a:off x="746760" y="5593080"/>
            <a:ext cx="10134600" cy="2514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560"/>
              <a:buFont typeface="Arial"/>
              <a:buNone/>
              <a:defRPr>
                <a:latin typeface="Apple SD Gothic Neo"/>
                <a:ea typeface="Apple SD Gothic Neo"/>
                <a:cs typeface="Apple SD Gothic Neo"/>
              </a:defRPr>
            </a:pPr>
            <a:r>
              <a:rPr sz="1560" b="1" i="0" u="none" strike="noStrike" cap="none" spc="0">
                <a:solidFill>
                  <a:srgbClr val="FFFFFF"/>
                </a:solidFill>
                <a:latin typeface="Apple SD Gothic Neo"/>
                <a:ea typeface="Apple SD Gothic Neo"/>
                <a:cs typeface="Apple SD Gothic Neo"/>
              </a:rPr>
              <a:t>최종 행동 안내는 일반 서버에서 결정</a:t>
            </a:r>
            <a:endParaRPr/>
          </a:p>
        </p:txBody>
      </p:sp>
      <p:sp>
        <p:nvSpPr>
          <p:cNvPr id="335" name="Google Shape;335;p6">
            <a:extLst xmlns:a="http://schemas.openxmlformats.org/drawingml/2006/main">
              <a:ext uri="{FF2B5EF4-FFF2-40B4-BE49-F238E27FC236}">
                <a16:creationId xmlns:a16="http://schemas.microsoft.com/office/drawing/2014/main" id="{D0B34123-4B9A-4FAC-A31C-5D924F9A4C2C}"/>
              </a:ext>
            </a:extLst>
          </p:cNvPr>
          <p:cNvSpPr>
            <a:spLocks xmlns:a="http://schemas.openxmlformats.org/drawingml/2006/main" noGrp="1"/>
          </p:cNvSpPr>
          <p:nvPr/>
        </p:nvSpPr>
        <p:spPr>
          <a:xfrm xmlns:a="http://schemas.openxmlformats.org/drawingml/2006/main">
            <a:off x="746760" y="5920740"/>
            <a:ext cx="100584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440"/>
              <a:buFont typeface="Arial"/>
              <a:buNone/>
              <a:defRPr>
                <a:latin typeface="Apple SD Gothic Neo"/>
                <a:ea typeface="Apple SD Gothic Neo"/>
                <a:cs typeface="Apple SD Gothic Neo"/>
              </a:defRPr>
            </a:pPr>
            <a:r>
              <a:rPr sz="1440" b="0" i="0" u="none" strike="noStrike" cap="none" spc="0">
                <a:solidFill>
                  <a:srgbClr val="DBE8DD"/>
                </a:solidFill>
                <a:latin typeface="Apple SD Gothic Neo"/>
                <a:ea typeface="Apple SD Gothic Neo"/>
                <a:cs typeface="Apple SD Gothic Neo"/>
              </a:rPr>
              <a:t>공식 경보  +  사용자 위치·상태  +  DB의 기본 행동 지침과 대응 규칙</a:t>
            </a:r>
            <a:endParaRPr/>
          </a:p>
        </p:txBody>
      </p:sp>
      <p:sp>
        <p:nvSpPr>
          <p:cNvPr id="336" name="Google Shape;336;p6">
            <a:extLst xmlns:a="http://schemas.openxmlformats.org/drawingml/2006/main">
              <a:ext uri="{FF2B5EF4-FFF2-40B4-BE49-F238E27FC236}">
                <a16:creationId xmlns:a16="http://schemas.microsoft.com/office/drawing/2014/main" id="{75E7BA4C-77B5-4BA3-A0E6-AB7FA5AC31CD}"/>
              </a:ext>
            </a:extLst>
          </p:cNvPr>
          <p:cNvSpPr>
            <a:spLocks xmlns:a="http://schemas.openxmlformats.org/drawingml/2006/main" noGrp="1"/>
          </p:cNvSpPr>
          <p:nvPr/>
        </p:nvSpPr>
        <p:spPr>
          <a:xfrm xmlns:a="http://schemas.openxmlformats.org/drawingml/2006/main">
            <a:off x="10934700" y="6477000"/>
            <a:ext cx="6477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200" b="1">
                <a:solidFill>
                  <a:srgbClr val="062F5B"/>
                </a:solidFill>
                <a:latin typeface="Apple SD Gothic Neo"/>
                <a:ea typeface="Apple SD Gothic Neo"/>
                <a:cs typeface="Apple SD Gothic Neo"/>
              </a:defRPr>
            </a:defPPr>
            <a:lvl1pPr algn="r">
              <a:defRPr sz="1200" b="1">
                <a:solidFill>
                  <a:srgbClr val="062F5B"/>
                </a:solidFill>
                <a:latin typeface="Apple SD Gothic Neo"/>
                <a:ea typeface="Apple SD Gothic Neo"/>
                <a:cs typeface="Apple SD Gothic Neo"/>
              </a:defRPr>
            </a:lvl1pPr>
            <a:lvl2pPr algn="r">
              <a:defRPr sz="1200" b="1">
                <a:solidFill>
                  <a:srgbClr val="062F5B"/>
                </a:solidFill>
                <a:latin typeface="Apple SD Gothic Neo"/>
                <a:ea typeface="Apple SD Gothic Neo"/>
                <a:cs typeface="Apple SD Gothic Neo"/>
              </a:defRPr>
            </a:lvl2pPr>
            <a:lvl3pPr algn="r">
              <a:defRPr sz="1200" b="1">
                <a:solidFill>
                  <a:srgbClr val="062F5B"/>
                </a:solidFill>
                <a:latin typeface="Apple SD Gothic Neo"/>
                <a:ea typeface="Apple SD Gothic Neo"/>
                <a:cs typeface="Apple SD Gothic Neo"/>
              </a:defRPr>
            </a:lvl3pPr>
            <a:lvl4pPr algn="r">
              <a:defRPr sz="1200" b="1">
                <a:solidFill>
                  <a:srgbClr val="062F5B"/>
                </a:solidFill>
                <a:latin typeface="Apple SD Gothic Neo"/>
                <a:ea typeface="Apple SD Gothic Neo"/>
                <a:cs typeface="Apple SD Gothic Neo"/>
              </a:defRPr>
            </a:lvl4pPr>
            <a:lvl5pPr algn="r">
              <a:defRPr sz="1200" b="1">
                <a:solidFill>
                  <a:srgbClr val="062F5B"/>
                </a:solidFill>
                <a:latin typeface="Apple SD Gothic Neo"/>
                <a:ea typeface="Apple SD Gothic Neo"/>
                <a:cs typeface="Apple SD Gothic Neo"/>
              </a:defRPr>
            </a:lvl5pPr>
            <a:lvl6pPr algn="r">
              <a:defRPr sz="1200" b="1">
                <a:solidFill>
                  <a:srgbClr val="062F5B"/>
                </a:solidFill>
                <a:latin typeface="Apple SD Gothic Neo"/>
                <a:ea typeface="Apple SD Gothic Neo"/>
                <a:cs typeface="Apple SD Gothic Neo"/>
              </a:defRPr>
            </a:lvl6pPr>
            <a:lvl7pPr algn="r">
              <a:defRPr sz="1200" b="1">
                <a:solidFill>
                  <a:srgbClr val="062F5B"/>
                </a:solidFill>
                <a:latin typeface="Apple SD Gothic Neo"/>
                <a:ea typeface="Apple SD Gothic Neo"/>
                <a:cs typeface="Apple SD Gothic Neo"/>
              </a:defRPr>
            </a:lvl7pPr>
            <a:lvl8pPr algn="r">
              <a:defRPr sz="1200" b="1">
                <a:solidFill>
                  <a:srgbClr val="062F5B"/>
                </a:solidFill>
                <a:latin typeface="Apple SD Gothic Neo"/>
                <a:ea typeface="Apple SD Gothic Neo"/>
                <a:cs typeface="Apple SD Gothic Neo"/>
              </a:defRPr>
            </a:lvl8pPr>
            <a:lvl9pPr algn="r">
              <a:defRPr sz="1200" b="1">
                <a:solidFill>
                  <a:srgbClr val="062F5B"/>
                </a:solidFill>
                <a:latin typeface="Apple SD Gothic Neo"/>
                <a:ea typeface="Apple SD Gothic Neo"/>
                <a:cs typeface="Apple SD Gothic Neo"/>
              </a:defRPr>
            </a:lvl9pPr>
          </a:lstStyle>
          <a:p xmlns:a="http://schemas.openxmlformats.org/drawingml/2006/main">
            <a:pPr marL="0" lvl="0" indent="0" algn="r">
              <a:lnSpc>
                <a:spcPct val="110000"/>
              </a:lnSpc>
              <a:spcBef>
                <a:spcPts val="0"/>
              </a:spcBef>
              <a:spcAft>
                <a:spcPts val="0"/>
              </a:spcAft>
              <a:buNone/>
              <a:defRPr sz="1200" b="1">
                <a:solidFill>
                  <a:srgbClr val="062F5B"/>
                </a:solidFill>
                <a:latin typeface="Apple SD Gothic Neo"/>
                <a:ea typeface="Apple SD Gothic Neo"/>
                <a:cs typeface="Apple SD Gothic Neo"/>
              </a:defRPr>
            </a:pPr>
            <a:r>
              <a:rPr sz="1200" b="1">
                <a:solidFill>
                  <a:srgbClr val="062F5B"/>
                </a:solidFill>
                <a:latin typeface="Apple SD Gothic Neo"/>
                <a:ea typeface="Apple SD Gothic Neo"/>
                <a:cs typeface="Apple SD Gothic Neo"/>
              </a:rPr>
              <a:t>06</a:t>
            </a:r>
            <a:endParaRPr sz="1200" b="1">
              <a:solidFill>
                <a:schemeClr val="dk2"/>
              </a:solidFill>
            </a:endParaRPr>
          </a:p>
          <a:p xmlns:a="http://schemas.openxmlformats.org/drawingml/2006/main">
            <a:pPr marL="0" lvl="0" indent="0" algn="r">
              <a:lnSpc>
                <a:spcPct val="110000"/>
              </a:lnSpc>
              <a:spcBef>
                <a:spcPts val="0"/>
              </a:spcBef>
              <a:spcAft>
                <a:spcPts val="0"/>
              </a:spcAft>
              <a:buNone/>
            </a:pPr>
            <a:r>
              <a:t/>
            </a:r>
            <a:endParaRPr sz="1200" b="1">
              <a:solidFill>
                <a:schemeClr val="dk2"/>
              </a:solidFill>
            </a:endParaRPr>
          </a:p>
        </p:txBody>
      </p:sp>
    </p:spTree>
    <p:extLst>
      <p:ext uri="{BB962C8B-B14F-4D97-AF65-F5344CB8AC3E}">
        <p14:creationId xmlns:p14="http://schemas.microsoft.com/office/powerpoint/2010/main" val="44761365"/>
      </p:ext>
    </p:extLst>
  </p:cSld>
</p:sld>
</file>

<file path=ppt/slides/slide8.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342" name="Google Shape;342;p8">
            <a:extLst xmlns:a="http://schemas.openxmlformats.org/drawingml/2006/main">
              <a:ext uri="{FF2B5EF4-FFF2-40B4-BE49-F238E27FC236}">
                <a16:creationId xmlns:a16="http://schemas.microsoft.com/office/drawing/2014/main" id="{CA69F66D-A242-4D21-98B9-1A935F4226C3}"/>
              </a:ext>
            </a:extLst>
          </p:cNvPr>
          <p:cNvSpPr>
            <a:spLocks xmlns:a="http://schemas.openxmlformats.org/drawingml/2006/main" noGrp="1"/>
          </p:cNvSpPr>
          <p:nvPr/>
        </p:nvSpPr>
        <p:spPr>
          <a:xfrm xmlns:a="http://schemas.openxmlformats.org/drawingml/2006/main">
            <a:off x="609600" y="457200"/>
            <a:ext cx="10972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defRPr sz="2700" b="1">
                <a:solidFill>
                  <a:srgbClr val="062F5B"/>
                </a:solidFill>
                <a:latin typeface="Apple SD Gothic Neo"/>
                <a:ea typeface="Apple SD Gothic Neo"/>
                <a:cs typeface="Apple SD Gothic Neo"/>
              </a:defRPr>
            </a:defPPr>
            <a:lvl1pPr>
              <a:defRPr sz="2700" b="1">
                <a:solidFill>
                  <a:srgbClr val="062F5B"/>
                </a:solidFill>
                <a:latin typeface="Apple SD Gothic Neo"/>
                <a:ea typeface="Apple SD Gothic Neo"/>
                <a:cs typeface="Apple SD Gothic Neo"/>
              </a:defRPr>
            </a:lvl1pPr>
            <a:lvl2pPr>
              <a:defRPr sz="2700" b="1">
                <a:solidFill>
                  <a:srgbClr val="062F5B"/>
                </a:solidFill>
                <a:latin typeface="Apple SD Gothic Neo"/>
                <a:ea typeface="Apple SD Gothic Neo"/>
                <a:cs typeface="Apple SD Gothic Neo"/>
              </a:defRPr>
            </a:lvl2pPr>
            <a:lvl3pPr>
              <a:defRPr sz="2700" b="1">
                <a:solidFill>
                  <a:srgbClr val="062F5B"/>
                </a:solidFill>
                <a:latin typeface="Apple SD Gothic Neo"/>
                <a:ea typeface="Apple SD Gothic Neo"/>
                <a:cs typeface="Apple SD Gothic Neo"/>
              </a:defRPr>
            </a:lvl3pPr>
            <a:lvl4pPr>
              <a:defRPr sz="2700" b="1">
                <a:solidFill>
                  <a:srgbClr val="062F5B"/>
                </a:solidFill>
                <a:latin typeface="Apple SD Gothic Neo"/>
                <a:ea typeface="Apple SD Gothic Neo"/>
                <a:cs typeface="Apple SD Gothic Neo"/>
              </a:defRPr>
            </a:lvl4pPr>
            <a:lvl5pPr>
              <a:defRPr sz="2700" b="1">
                <a:solidFill>
                  <a:srgbClr val="062F5B"/>
                </a:solidFill>
                <a:latin typeface="Apple SD Gothic Neo"/>
                <a:ea typeface="Apple SD Gothic Neo"/>
                <a:cs typeface="Apple SD Gothic Neo"/>
              </a:defRPr>
            </a:lvl5pPr>
            <a:lvl6pPr>
              <a:defRPr sz="2700" b="1">
                <a:solidFill>
                  <a:srgbClr val="062F5B"/>
                </a:solidFill>
                <a:latin typeface="Apple SD Gothic Neo"/>
                <a:ea typeface="Apple SD Gothic Neo"/>
                <a:cs typeface="Apple SD Gothic Neo"/>
              </a:defRPr>
            </a:lvl6pPr>
            <a:lvl7pPr>
              <a:defRPr sz="2700" b="1">
                <a:solidFill>
                  <a:srgbClr val="062F5B"/>
                </a:solidFill>
                <a:latin typeface="Apple SD Gothic Neo"/>
                <a:ea typeface="Apple SD Gothic Neo"/>
                <a:cs typeface="Apple SD Gothic Neo"/>
              </a:defRPr>
            </a:lvl7pPr>
            <a:lvl8pPr>
              <a:defRPr sz="2700" b="1">
                <a:solidFill>
                  <a:srgbClr val="062F5B"/>
                </a:solidFill>
                <a:latin typeface="Apple SD Gothic Neo"/>
                <a:ea typeface="Apple SD Gothic Neo"/>
                <a:cs typeface="Apple SD Gothic Neo"/>
              </a:defRPr>
            </a:lvl8pPr>
            <a:lvl9pPr>
              <a:defRPr sz="2700" b="1">
                <a:solidFill>
                  <a:srgbClr val="062F5B"/>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2880"/>
              <a:buFont typeface="Arial"/>
              <a:buNone/>
              <a:defRPr sz="2700" b="1">
                <a:solidFill>
                  <a:srgbClr val="062F5B"/>
                </a:solidFill>
                <a:latin typeface="Apple SD Gothic Neo"/>
                <a:ea typeface="Apple SD Gothic Neo"/>
                <a:cs typeface="Apple SD Gothic Neo"/>
              </a:defRPr>
            </a:pPr>
            <a:r>
              <a:rPr sz="2700" b="1" i="0" u="none" strike="noStrike" cap="none" spc="0">
                <a:solidFill>
                  <a:srgbClr val="062F5B"/>
                </a:solidFill>
                <a:latin typeface="Apple SD Gothic Neo"/>
                <a:ea typeface="Apple SD Gothic Neo"/>
                <a:cs typeface="Apple SD Gothic Neo"/>
              </a:rPr>
              <a:t>직접 개발 범위 · 실행 환경 · 검증</a:t>
            </a:r>
            <a:endParaRPr/>
          </a:p>
        </p:txBody>
      </p:sp>
      <p:sp>
        <p:nvSpPr>
          <p:cNvPr id="343" name="Google Shape;343;p8">
            <a:extLst xmlns:a="http://schemas.openxmlformats.org/drawingml/2006/main">
              <a:ext uri="{FF2B5EF4-FFF2-40B4-BE49-F238E27FC236}">
                <a16:creationId xmlns:a16="http://schemas.microsoft.com/office/drawing/2014/main" id="{FC4B41E2-DE21-41E1-B1D7-E23D98DC7A4A}"/>
              </a:ext>
            </a:extLst>
          </p:cNvPr>
          <p:cNvSpPr>
            <a:spLocks xmlns:a="http://schemas.openxmlformats.org/drawingml/2006/main" noGrp="1"/>
          </p:cNvSpPr>
          <p:nvPr/>
        </p:nvSpPr>
        <p:spPr>
          <a:xfrm xmlns:a="http://schemas.openxmlformats.org/drawingml/2006/main">
            <a:off x="609600" y="1066800"/>
            <a:ext cx="109728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1425">
                <a:solidFill>
                  <a:srgbClr val="65707C"/>
                </a:solidFill>
                <a:latin typeface="Apple SD Gothic Neo"/>
                <a:ea typeface="Apple SD Gothic Neo"/>
                <a:cs typeface="Apple SD Gothic Neo"/>
              </a:defRPr>
            </a:defPPr>
            <a:lvl1pPr>
              <a:defRPr sz="1425">
                <a:solidFill>
                  <a:srgbClr val="65707C"/>
                </a:solidFill>
                <a:latin typeface="Apple SD Gothic Neo"/>
                <a:ea typeface="Apple SD Gothic Neo"/>
                <a:cs typeface="Apple SD Gothic Neo"/>
              </a:defRPr>
            </a:lvl1pPr>
            <a:lvl2pPr>
              <a:defRPr sz="1425">
                <a:solidFill>
                  <a:srgbClr val="65707C"/>
                </a:solidFill>
                <a:latin typeface="Apple SD Gothic Neo"/>
                <a:ea typeface="Apple SD Gothic Neo"/>
                <a:cs typeface="Apple SD Gothic Neo"/>
              </a:defRPr>
            </a:lvl2pPr>
            <a:lvl3pPr>
              <a:defRPr sz="1425">
                <a:solidFill>
                  <a:srgbClr val="65707C"/>
                </a:solidFill>
                <a:latin typeface="Apple SD Gothic Neo"/>
                <a:ea typeface="Apple SD Gothic Neo"/>
                <a:cs typeface="Apple SD Gothic Neo"/>
              </a:defRPr>
            </a:lvl3pPr>
            <a:lvl4pPr>
              <a:defRPr sz="1425">
                <a:solidFill>
                  <a:srgbClr val="65707C"/>
                </a:solidFill>
                <a:latin typeface="Apple SD Gothic Neo"/>
                <a:ea typeface="Apple SD Gothic Neo"/>
                <a:cs typeface="Apple SD Gothic Neo"/>
              </a:defRPr>
            </a:lvl4pPr>
            <a:lvl5pPr>
              <a:defRPr sz="1425">
                <a:solidFill>
                  <a:srgbClr val="65707C"/>
                </a:solidFill>
                <a:latin typeface="Apple SD Gothic Neo"/>
                <a:ea typeface="Apple SD Gothic Neo"/>
                <a:cs typeface="Apple SD Gothic Neo"/>
              </a:defRPr>
            </a:lvl5pPr>
            <a:lvl6pPr>
              <a:defRPr sz="1425">
                <a:solidFill>
                  <a:srgbClr val="65707C"/>
                </a:solidFill>
                <a:latin typeface="Apple SD Gothic Neo"/>
                <a:ea typeface="Apple SD Gothic Neo"/>
                <a:cs typeface="Apple SD Gothic Neo"/>
              </a:defRPr>
            </a:lvl6pPr>
            <a:lvl7pPr>
              <a:defRPr sz="1425">
                <a:solidFill>
                  <a:srgbClr val="65707C"/>
                </a:solidFill>
                <a:latin typeface="Apple SD Gothic Neo"/>
                <a:ea typeface="Apple SD Gothic Neo"/>
                <a:cs typeface="Apple SD Gothic Neo"/>
              </a:defRPr>
            </a:lvl7pPr>
            <a:lvl8pPr>
              <a:defRPr sz="1425">
                <a:solidFill>
                  <a:srgbClr val="65707C"/>
                </a:solidFill>
                <a:latin typeface="Apple SD Gothic Neo"/>
                <a:ea typeface="Apple SD Gothic Neo"/>
                <a:cs typeface="Apple SD Gothic Neo"/>
              </a:defRPr>
            </a:lvl8pPr>
            <a:lvl9pPr>
              <a:defRPr sz="1425">
                <a:solidFill>
                  <a:srgbClr val="65707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500"/>
              <a:buFont typeface="Arial"/>
              <a:buNone/>
              <a:defRPr sz="1425">
                <a:solidFill>
                  <a:srgbClr val="65707C"/>
                </a:solidFill>
                <a:latin typeface="Apple SD Gothic Neo"/>
                <a:ea typeface="Apple SD Gothic Neo"/>
                <a:cs typeface="Apple SD Gothic Neo"/>
              </a:defRPr>
            </a:pPr>
            <a:r>
              <a:rPr sz="1425" b="0" i="0" u="none" strike="noStrike" cap="none" spc="0">
                <a:solidFill>
                  <a:srgbClr val="65707C"/>
                </a:solidFill>
                <a:latin typeface="Apple SD Gothic Neo"/>
                <a:ea typeface="Apple SD Gothic Neo"/>
                <a:cs typeface="Apple SD Gothic Neo"/>
              </a:rPr>
              <a:t>서버 API와 앱 화면을 구현하고, 통합 동작을 검증하고 있습니다</a:t>
            </a:r>
            <a:endParaRPr/>
          </a:p>
        </p:txBody>
      </p:sp>
      <p:sp>
        <p:nvSpPr>
          <p:cNvPr id="344" name="Google Shape;344;p8">
            <a:extLst xmlns:a="http://schemas.openxmlformats.org/drawingml/2006/main">
              <a:ext uri="{FF2B5EF4-FFF2-40B4-BE49-F238E27FC236}">
                <a16:creationId xmlns:a16="http://schemas.microsoft.com/office/drawing/2014/main" id="{923934E2-56D4-4839-9F67-46FA338B544C}"/>
              </a:ext>
            </a:extLst>
          </p:cNvPr>
          <p:cNvSpPr>
            <a:spLocks xmlns:a="http://schemas.openxmlformats.org/drawingml/2006/main" noGrp="1"/>
          </p:cNvSpPr>
          <p:nvPr/>
        </p:nvSpPr>
        <p:spPr>
          <a:xfrm xmlns:a="http://schemas.openxmlformats.org/drawingml/2006/main">
            <a:off x="548640" y="1363980"/>
            <a:ext cx="419100" cy="38100"/>
          </a:xfrm>
          <a:prstGeom xmlns:a="http://schemas.openxmlformats.org/drawingml/2006/main" prst="rect">
            <a:avLst/>
          </a:prstGeom>
          <a:solidFill xmlns:a="http://schemas.openxmlformats.org/drawingml/2006/main">
            <a:srgbClr val="FFB515"/>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345" name="Google Shape;345;p8">
            <a:extLst xmlns:a="http://schemas.openxmlformats.org/drawingml/2006/main">
              <a:ext uri="{FF2B5EF4-FFF2-40B4-BE49-F238E27FC236}">
                <a16:creationId xmlns:a16="http://schemas.microsoft.com/office/drawing/2014/main" id="{ED44D5E2-2FE4-4041-8581-FAD5271A170F}"/>
              </a:ext>
            </a:extLst>
          </p:cNvPr>
          <p:cNvSpPr>
            <a:spLocks xmlns:a="http://schemas.openxmlformats.org/drawingml/2006/main" noGrp="1"/>
          </p:cNvSpPr>
          <p:nvPr/>
        </p:nvSpPr>
        <p:spPr>
          <a:xfrm xmlns:a="http://schemas.openxmlformats.org/drawingml/2006/main">
            <a:off x="609600" y="6486525"/>
            <a:ext cx="99060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825">
                <a:solidFill>
                  <a:srgbClr val="65707C"/>
                </a:solidFill>
                <a:latin typeface="Apple SD Gothic Neo"/>
                <a:ea typeface="Apple SD Gothic Neo"/>
                <a:cs typeface="Apple SD Gothic Neo"/>
              </a:defRPr>
            </a:defPPr>
            <a:lvl1pPr>
              <a:defRPr sz="825">
                <a:solidFill>
                  <a:srgbClr val="65707C"/>
                </a:solidFill>
                <a:latin typeface="Apple SD Gothic Neo"/>
                <a:ea typeface="Apple SD Gothic Neo"/>
                <a:cs typeface="Apple SD Gothic Neo"/>
              </a:defRPr>
            </a:lvl1pPr>
            <a:lvl2pPr>
              <a:defRPr sz="825">
                <a:solidFill>
                  <a:srgbClr val="65707C"/>
                </a:solidFill>
                <a:latin typeface="Apple SD Gothic Neo"/>
                <a:ea typeface="Apple SD Gothic Neo"/>
                <a:cs typeface="Apple SD Gothic Neo"/>
              </a:defRPr>
            </a:lvl2pPr>
            <a:lvl3pPr>
              <a:defRPr sz="825">
                <a:solidFill>
                  <a:srgbClr val="65707C"/>
                </a:solidFill>
                <a:latin typeface="Apple SD Gothic Neo"/>
                <a:ea typeface="Apple SD Gothic Neo"/>
                <a:cs typeface="Apple SD Gothic Neo"/>
              </a:defRPr>
            </a:lvl3pPr>
            <a:lvl4pPr>
              <a:defRPr sz="825">
                <a:solidFill>
                  <a:srgbClr val="65707C"/>
                </a:solidFill>
                <a:latin typeface="Apple SD Gothic Neo"/>
                <a:ea typeface="Apple SD Gothic Neo"/>
                <a:cs typeface="Apple SD Gothic Neo"/>
              </a:defRPr>
            </a:lvl4pPr>
            <a:lvl5pPr>
              <a:defRPr sz="825">
                <a:solidFill>
                  <a:srgbClr val="65707C"/>
                </a:solidFill>
                <a:latin typeface="Apple SD Gothic Neo"/>
                <a:ea typeface="Apple SD Gothic Neo"/>
                <a:cs typeface="Apple SD Gothic Neo"/>
              </a:defRPr>
            </a:lvl5pPr>
            <a:lvl6pPr>
              <a:defRPr sz="825">
                <a:solidFill>
                  <a:srgbClr val="65707C"/>
                </a:solidFill>
                <a:latin typeface="Apple SD Gothic Neo"/>
                <a:ea typeface="Apple SD Gothic Neo"/>
                <a:cs typeface="Apple SD Gothic Neo"/>
              </a:defRPr>
            </a:lvl6pPr>
            <a:lvl7pPr>
              <a:defRPr sz="825">
                <a:solidFill>
                  <a:srgbClr val="65707C"/>
                </a:solidFill>
                <a:latin typeface="Apple SD Gothic Neo"/>
                <a:ea typeface="Apple SD Gothic Neo"/>
                <a:cs typeface="Apple SD Gothic Neo"/>
              </a:defRPr>
            </a:lvl7pPr>
            <a:lvl8pPr>
              <a:defRPr sz="825">
                <a:solidFill>
                  <a:srgbClr val="65707C"/>
                </a:solidFill>
                <a:latin typeface="Apple SD Gothic Neo"/>
                <a:ea typeface="Apple SD Gothic Neo"/>
                <a:cs typeface="Apple SD Gothic Neo"/>
              </a:defRPr>
            </a:lvl8pPr>
            <a:lvl9pPr>
              <a:defRPr sz="825">
                <a:solidFill>
                  <a:srgbClr val="65707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080"/>
              <a:buFont typeface="Arial"/>
              <a:buNone/>
              <a:defRPr sz="825">
                <a:solidFill>
                  <a:srgbClr val="65707C"/>
                </a:solidFill>
                <a:latin typeface="Apple SD Gothic Neo"/>
                <a:ea typeface="Apple SD Gothic Neo"/>
                <a:cs typeface="Apple SD Gothic Neo"/>
              </a:defRPr>
            </a:pPr>
            <a:r>
              <a:rPr sz="825" b="0" i="0" u="none" strike="noStrike" cap="none" spc="0">
                <a:solidFill>
                  <a:srgbClr val="65707C"/>
                </a:solidFill>
                <a:latin typeface="Apple SD Gothic Neo"/>
                <a:ea typeface="Apple SD Gothic Neo"/>
                <a:cs typeface="Apple SD Gothic Neo"/>
              </a:rPr>
              <a:t>봉화지기  /  CODYSSEY AI HACKATHON 2026</a:t>
            </a:r>
            <a:endParaRPr/>
          </a:p>
        </p:txBody>
      </p:sp>
      <p:sp>
        <p:nvSpPr>
          <p:cNvPr id="346" name="Google Shape;346;p8">
            <a:extLst xmlns:a="http://schemas.openxmlformats.org/drawingml/2006/main">
              <a:ext uri="{FF2B5EF4-FFF2-40B4-BE49-F238E27FC236}">
                <a16:creationId xmlns:a16="http://schemas.microsoft.com/office/drawing/2014/main" id="{78FA6529-A689-4C33-A274-178FA492E6C0}"/>
              </a:ext>
            </a:extLst>
          </p:cNvPr>
          <p:cNvSpPr>
            <a:spLocks xmlns:a="http://schemas.openxmlformats.org/drawingml/2006/main" noGrp="1"/>
          </p:cNvSpPr>
          <p:nvPr/>
        </p:nvSpPr>
        <p:spPr>
          <a:xfrm xmlns:a="http://schemas.openxmlformats.org/drawingml/2006/main">
            <a:off x="548640" y="1661160"/>
            <a:ext cx="5334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800"/>
              <a:buFont typeface="Arial"/>
              <a:buNone/>
              <a:defRPr>
                <a:solidFill>
                  <a:srgbClr val="20324C"/>
                </a:solidFill>
                <a:latin typeface="Apple SD Gothic Neo"/>
                <a:ea typeface="Apple SD Gothic Neo"/>
                <a:cs typeface="Apple SD Gothic Neo"/>
              </a:defRPr>
            </a:pPr>
            <a:r>
              <a:rPr sz="1800" b="1" i="0" u="none" strike="noStrike" cap="none" spc="0">
                <a:solidFill>
                  <a:srgbClr val="20324C"/>
                </a:solidFill>
                <a:latin typeface="Apple SD Gothic Neo"/>
                <a:ea typeface="Apple SD Gothic Neo"/>
                <a:cs typeface="Apple SD Gothic Neo"/>
              </a:rPr>
              <a:t>기술 스택과 역할</a:t>
            </a:r>
            <a:endParaRPr/>
          </a:p>
        </p:txBody>
      </p:sp>
      <p:sp>
        <p:nvSpPr>
          <p:cNvPr id="347" name="Google Shape;347;p8">
            <a:extLst xmlns:a="http://schemas.openxmlformats.org/drawingml/2006/main">
              <a:ext uri="{FF2B5EF4-FFF2-40B4-BE49-F238E27FC236}">
                <a16:creationId xmlns:a16="http://schemas.microsoft.com/office/drawing/2014/main" id="{62B21228-8DC2-4C10-B83F-847DBB1C7481}"/>
              </a:ext>
            </a:extLst>
          </p:cNvPr>
          <p:cNvSpPr>
            <a:spLocks xmlns:a="http://schemas.openxmlformats.org/drawingml/2006/main" noGrp="1"/>
          </p:cNvSpPr>
          <p:nvPr/>
        </p:nvSpPr>
        <p:spPr>
          <a:xfrm xmlns:a="http://schemas.openxmlformats.org/drawingml/2006/main">
            <a:off x="548640" y="2148840"/>
            <a:ext cx="2072640" cy="1866900"/>
          </a:xfrm>
          <a:prstGeom xmlns:a="http://schemas.openxmlformats.org/drawingml/2006/main" prst="roundRect">
            <a:avLst>
              <a:gd name="adj" fmla="val 8163"/>
            </a:avLst>
          </a:prstGeom>
          <a:solidFill xmlns:a="http://schemas.openxmlformats.org/drawingml/2006/main">
            <a:srgbClr val="E9EFF5"/>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348" name="Google Shape;348;p8">
            <a:extLst xmlns:a="http://schemas.openxmlformats.org/drawingml/2006/main">
              <a:ext uri="{FF2B5EF4-FFF2-40B4-BE49-F238E27FC236}">
                <a16:creationId xmlns:a16="http://schemas.microsoft.com/office/drawing/2014/main" id="{458B0B06-CAF7-4614-A35A-0A3520E9D434}"/>
              </a:ext>
            </a:extLst>
          </p:cNvPr>
          <p:cNvSpPr>
            <a:spLocks xmlns:a="http://schemas.openxmlformats.org/drawingml/2006/main" noGrp="1"/>
          </p:cNvSpPr>
          <p:nvPr/>
        </p:nvSpPr>
        <p:spPr>
          <a:xfrm xmlns:a="http://schemas.openxmlformats.org/drawingml/2006/main">
            <a:off x="716280" y="2354580"/>
            <a:ext cx="17526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062F5B"/>
                </a:solidFill>
                <a:latin typeface="Apple SD Gothic Neo"/>
                <a:ea typeface="Apple SD Gothic Neo"/>
                <a:cs typeface="Apple SD Gothic Neo"/>
              </a:defRPr>
            </a:defPPr>
            <a:lvl1pPr>
              <a:defRPr>
                <a:solidFill>
                  <a:srgbClr val="062F5B"/>
                </a:solidFill>
                <a:latin typeface="Apple SD Gothic Neo"/>
                <a:ea typeface="Apple SD Gothic Neo"/>
                <a:cs typeface="Apple SD Gothic Neo"/>
              </a:defRPr>
            </a:lvl1pPr>
            <a:lvl2pPr>
              <a:defRPr>
                <a:solidFill>
                  <a:srgbClr val="062F5B"/>
                </a:solidFill>
                <a:latin typeface="Apple SD Gothic Neo"/>
                <a:ea typeface="Apple SD Gothic Neo"/>
                <a:cs typeface="Apple SD Gothic Neo"/>
              </a:defRPr>
            </a:lvl2pPr>
            <a:lvl3pPr>
              <a:defRPr>
                <a:solidFill>
                  <a:srgbClr val="062F5B"/>
                </a:solidFill>
                <a:latin typeface="Apple SD Gothic Neo"/>
                <a:ea typeface="Apple SD Gothic Neo"/>
                <a:cs typeface="Apple SD Gothic Neo"/>
              </a:defRPr>
            </a:lvl3pPr>
            <a:lvl4pPr>
              <a:defRPr>
                <a:solidFill>
                  <a:srgbClr val="062F5B"/>
                </a:solidFill>
                <a:latin typeface="Apple SD Gothic Neo"/>
                <a:ea typeface="Apple SD Gothic Neo"/>
                <a:cs typeface="Apple SD Gothic Neo"/>
              </a:defRPr>
            </a:lvl4pPr>
            <a:lvl5pPr>
              <a:defRPr>
                <a:solidFill>
                  <a:srgbClr val="062F5B"/>
                </a:solidFill>
                <a:latin typeface="Apple SD Gothic Neo"/>
                <a:ea typeface="Apple SD Gothic Neo"/>
                <a:cs typeface="Apple SD Gothic Neo"/>
              </a:defRPr>
            </a:lvl5pPr>
            <a:lvl6pPr>
              <a:defRPr>
                <a:solidFill>
                  <a:srgbClr val="062F5B"/>
                </a:solidFill>
                <a:latin typeface="Apple SD Gothic Neo"/>
                <a:ea typeface="Apple SD Gothic Neo"/>
                <a:cs typeface="Apple SD Gothic Neo"/>
              </a:defRPr>
            </a:lvl6pPr>
            <a:lvl7pPr>
              <a:defRPr>
                <a:solidFill>
                  <a:srgbClr val="062F5B"/>
                </a:solidFill>
                <a:latin typeface="Apple SD Gothic Neo"/>
                <a:ea typeface="Apple SD Gothic Neo"/>
                <a:cs typeface="Apple SD Gothic Neo"/>
              </a:defRPr>
            </a:lvl7pPr>
            <a:lvl8pPr>
              <a:defRPr>
                <a:solidFill>
                  <a:srgbClr val="062F5B"/>
                </a:solidFill>
                <a:latin typeface="Apple SD Gothic Neo"/>
                <a:ea typeface="Apple SD Gothic Neo"/>
                <a:cs typeface="Apple SD Gothic Neo"/>
              </a:defRPr>
            </a:lvl8pPr>
            <a:lvl9pPr>
              <a:defRPr>
                <a:solidFill>
                  <a:srgbClr val="062F5B"/>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860"/>
              <a:buFont typeface="Arial"/>
              <a:buNone/>
              <a:defRPr>
                <a:solidFill>
                  <a:srgbClr val="062F5B"/>
                </a:solidFill>
                <a:latin typeface="Apple SD Gothic Neo"/>
                <a:ea typeface="Apple SD Gothic Neo"/>
                <a:cs typeface="Apple SD Gothic Neo"/>
              </a:defRPr>
            </a:pPr>
            <a:r>
              <a:rPr sz="1860" b="1" i="0" u="none" strike="noStrike" cap="none" spc="0">
                <a:solidFill>
                  <a:srgbClr val="062F5B"/>
                </a:solidFill>
                <a:latin typeface="Apple SD Gothic Neo"/>
                <a:ea typeface="Apple SD Gothic Neo"/>
                <a:cs typeface="Apple SD Gothic Neo"/>
              </a:rPr>
              <a:t>일반 서버</a:t>
            </a:r>
            <a:endParaRPr/>
          </a:p>
        </p:txBody>
      </p:sp>
      <p:sp>
        <p:nvSpPr>
          <p:cNvPr id="349" name="Google Shape;349;p8">
            <a:extLst xmlns:a="http://schemas.openxmlformats.org/drawingml/2006/main">
              <a:ext uri="{FF2B5EF4-FFF2-40B4-BE49-F238E27FC236}">
                <a16:creationId xmlns:a16="http://schemas.microsoft.com/office/drawing/2014/main" id="{9F2DA714-F8A0-47FF-AD38-2720109763A3}"/>
              </a:ext>
            </a:extLst>
          </p:cNvPr>
          <p:cNvSpPr>
            <a:spLocks xmlns:a="http://schemas.openxmlformats.org/drawingml/2006/main" noGrp="1"/>
          </p:cNvSpPr>
          <p:nvPr/>
        </p:nvSpPr>
        <p:spPr>
          <a:xfrm xmlns:a="http://schemas.openxmlformats.org/drawingml/2006/main">
            <a:off x="716280" y="2796540"/>
            <a:ext cx="17526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440"/>
              <a:buFont typeface="Arial"/>
              <a:buNone/>
              <a:defRPr>
                <a:solidFill>
                  <a:srgbClr val="20324C"/>
                </a:solidFill>
                <a:latin typeface="Apple SD Gothic Neo"/>
                <a:ea typeface="Apple SD Gothic Neo"/>
                <a:cs typeface="Apple SD Gothic Neo"/>
              </a:defRPr>
            </a:pPr>
            <a:r>
              <a:rPr sz="1440" b="1" i="0" u="none" strike="noStrike" cap="none" spc="0">
                <a:solidFill>
                  <a:srgbClr val="20324C"/>
                </a:solidFill>
                <a:latin typeface="Apple SD Gothic Neo"/>
                <a:ea typeface="Apple SD Gothic Neo"/>
                <a:cs typeface="Apple SD Gothic Neo"/>
              </a:rPr>
              <a:t>API와 대응 판단</a:t>
            </a:r>
            <a:endParaRPr/>
          </a:p>
        </p:txBody>
      </p:sp>
      <p:sp>
        <p:nvSpPr>
          <p:cNvPr id="350" name="Google Shape;350;p8">
            <a:extLst xmlns:a="http://schemas.openxmlformats.org/drawingml/2006/main">
              <a:ext uri="{FF2B5EF4-FFF2-40B4-BE49-F238E27FC236}">
                <a16:creationId xmlns:a16="http://schemas.microsoft.com/office/drawing/2014/main" id="{66FB0E3D-FC46-44B8-B168-A2EB6B509AC5}"/>
              </a:ext>
            </a:extLst>
          </p:cNvPr>
          <p:cNvSpPr>
            <a:spLocks xmlns:a="http://schemas.openxmlformats.org/drawingml/2006/main" noGrp="1"/>
          </p:cNvSpPr>
          <p:nvPr/>
        </p:nvSpPr>
        <p:spPr>
          <a:xfrm xmlns:a="http://schemas.openxmlformats.org/drawingml/2006/main">
            <a:off x="716280" y="3337560"/>
            <a:ext cx="1752600" cy="2514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65707C"/>
                </a:solidFill>
                <a:latin typeface="Apple SD Gothic Neo"/>
                <a:ea typeface="Apple SD Gothic Neo"/>
                <a:cs typeface="Apple SD Gothic Neo"/>
              </a:defRPr>
            </a:defPPr>
            <a:lvl1pPr>
              <a:defRPr>
                <a:solidFill>
                  <a:srgbClr val="65707C"/>
                </a:solidFill>
                <a:latin typeface="Apple SD Gothic Neo"/>
                <a:ea typeface="Apple SD Gothic Neo"/>
                <a:cs typeface="Apple SD Gothic Neo"/>
              </a:defRPr>
            </a:lvl1pPr>
            <a:lvl2pPr>
              <a:defRPr>
                <a:solidFill>
                  <a:srgbClr val="65707C"/>
                </a:solidFill>
                <a:latin typeface="Apple SD Gothic Neo"/>
                <a:ea typeface="Apple SD Gothic Neo"/>
                <a:cs typeface="Apple SD Gothic Neo"/>
              </a:defRPr>
            </a:lvl2pPr>
            <a:lvl3pPr>
              <a:defRPr>
                <a:solidFill>
                  <a:srgbClr val="65707C"/>
                </a:solidFill>
                <a:latin typeface="Apple SD Gothic Neo"/>
                <a:ea typeface="Apple SD Gothic Neo"/>
                <a:cs typeface="Apple SD Gothic Neo"/>
              </a:defRPr>
            </a:lvl3pPr>
            <a:lvl4pPr>
              <a:defRPr>
                <a:solidFill>
                  <a:srgbClr val="65707C"/>
                </a:solidFill>
                <a:latin typeface="Apple SD Gothic Neo"/>
                <a:ea typeface="Apple SD Gothic Neo"/>
                <a:cs typeface="Apple SD Gothic Neo"/>
              </a:defRPr>
            </a:lvl4pPr>
            <a:lvl5pPr>
              <a:defRPr>
                <a:solidFill>
                  <a:srgbClr val="65707C"/>
                </a:solidFill>
                <a:latin typeface="Apple SD Gothic Neo"/>
                <a:ea typeface="Apple SD Gothic Neo"/>
                <a:cs typeface="Apple SD Gothic Neo"/>
              </a:defRPr>
            </a:lvl5pPr>
            <a:lvl6pPr>
              <a:defRPr>
                <a:solidFill>
                  <a:srgbClr val="65707C"/>
                </a:solidFill>
                <a:latin typeface="Apple SD Gothic Neo"/>
                <a:ea typeface="Apple SD Gothic Neo"/>
                <a:cs typeface="Apple SD Gothic Neo"/>
              </a:defRPr>
            </a:lvl6pPr>
            <a:lvl7pPr>
              <a:defRPr>
                <a:solidFill>
                  <a:srgbClr val="65707C"/>
                </a:solidFill>
                <a:latin typeface="Apple SD Gothic Neo"/>
                <a:ea typeface="Apple SD Gothic Neo"/>
                <a:cs typeface="Apple SD Gothic Neo"/>
              </a:defRPr>
            </a:lvl7pPr>
            <a:lvl8pPr>
              <a:defRPr>
                <a:solidFill>
                  <a:srgbClr val="65707C"/>
                </a:solidFill>
                <a:latin typeface="Apple SD Gothic Neo"/>
                <a:ea typeface="Apple SD Gothic Neo"/>
                <a:cs typeface="Apple SD Gothic Neo"/>
              </a:defRPr>
            </a:lvl8pPr>
            <a:lvl9pPr>
              <a:defRPr>
                <a:solidFill>
                  <a:srgbClr val="65707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320"/>
              <a:buFont typeface="Arial"/>
              <a:buNone/>
              <a:defRPr>
                <a:solidFill>
                  <a:srgbClr val="65707C"/>
                </a:solidFill>
                <a:latin typeface="Apple SD Gothic Neo"/>
                <a:ea typeface="Apple SD Gothic Neo"/>
                <a:cs typeface="Apple SD Gothic Neo"/>
              </a:defRPr>
            </a:pPr>
            <a:r>
              <a:rPr sz="1320" b="0" i="0" u="none" strike="noStrike" cap="none" spc="0">
                <a:solidFill>
                  <a:srgbClr val="65707C"/>
                </a:solidFill>
                <a:latin typeface="Apple SD Gothic Neo"/>
                <a:ea typeface="Apple SD Gothic Neo"/>
                <a:cs typeface="Apple SD Gothic Neo"/>
              </a:rPr>
              <a:t>자료 수신·사용자 API</a:t>
            </a:r>
            <a:endParaRPr/>
          </a:p>
        </p:txBody>
      </p:sp>
      <p:sp>
        <p:nvSpPr>
          <p:cNvPr id="351" name="Google Shape;351;p8">
            <a:extLst xmlns:a="http://schemas.openxmlformats.org/drawingml/2006/main">
              <a:ext uri="{FF2B5EF4-FFF2-40B4-BE49-F238E27FC236}">
                <a16:creationId xmlns:a16="http://schemas.microsoft.com/office/drawing/2014/main" id="{CB6FB4BC-D6D6-4D27-9C1A-096553B66904}"/>
              </a:ext>
            </a:extLst>
          </p:cNvPr>
          <p:cNvSpPr>
            <a:spLocks xmlns:a="http://schemas.openxmlformats.org/drawingml/2006/main" noGrp="1"/>
          </p:cNvSpPr>
          <p:nvPr/>
        </p:nvSpPr>
        <p:spPr>
          <a:xfrm xmlns:a="http://schemas.openxmlformats.org/drawingml/2006/main">
            <a:off x="716280" y="3604260"/>
            <a:ext cx="1752600" cy="2514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65707C"/>
                </a:solidFill>
                <a:latin typeface="Apple SD Gothic Neo"/>
                <a:ea typeface="Apple SD Gothic Neo"/>
                <a:cs typeface="Apple SD Gothic Neo"/>
              </a:defRPr>
            </a:defPPr>
            <a:lvl1pPr>
              <a:defRPr>
                <a:solidFill>
                  <a:srgbClr val="65707C"/>
                </a:solidFill>
                <a:latin typeface="Apple SD Gothic Neo"/>
                <a:ea typeface="Apple SD Gothic Neo"/>
                <a:cs typeface="Apple SD Gothic Neo"/>
              </a:defRPr>
            </a:lvl1pPr>
            <a:lvl2pPr>
              <a:defRPr>
                <a:solidFill>
                  <a:srgbClr val="65707C"/>
                </a:solidFill>
                <a:latin typeface="Apple SD Gothic Neo"/>
                <a:ea typeface="Apple SD Gothic Neo"/>
                <a:cs typeface="Apple SD Gothic Neo"/>
              </a:defRPr>
            </a:lvl2pPr>
            <a:lvl3pPr>
              <a:defRPr>
                <a:solidFill>
                  <a:srgbClr val="65707C"/>
                </a:solidFill>
                <a:latin typeface="Apple SD Gothic Neo"/>
                <a:ea typeface="Apple SD Gothic Neo"/>
                <a:cs typeface="Apple SD Gothic Neo"/>
              </a:defRPr>
            </a:lvl3pPr>
            <a:lvl4pPr>
              <a:defRPr>
                <a:solidFill>
                  <a:srgbClr val="65707C"/>
                </a:solidFill>
                <a:latin typeface="Apple SD Gothic Neo"/>
                <a:ea typeface="Apple SD Gothic Neo"/>
                <a:cs typeface="Apple SD Gothic Neo"/>
              </a:defRPr>
            </a:lvl4pPr>
            <a:lvl5pPr>
              <a:defRPr>
                <a:solidFill>
                  <a:srgbClr val="65707C"/>
                </a:solidFill>
                <a:latin typeface="Apple SD Gothic Neo"/>
                <a:ea typeface="Apple SD Gothic Neo"/>
                <a:cs typeface="Apple SD Gothic Neo"/>
              </a:defRPr>
            </a:lvl5pPr>
            <a:lvl6pPr>
              <a:defRPr>
                <a:solidFill>
                  <a:srgbClr val="65707C"/>
                </a:solidFill>
                <a:latin typeface="Apple SD Gothic Neo"/>
                <a:ea typeface="Apple SD Gothic Neo"/>
                <a:cs typeface="Apple SD Gothic Neo"/>
              </a:defRPr>
            </a:lvl6pPr>
            <a:lvl7pPr>
              <a:defRPr>
                <a:solidFill>
                  <a:srgbClr val="65707C"/>
                </a:solidFill>
                <a:latin typeface="Apple SD Gothic Neo"/>
                <a:ea typeface="Apple SD Gothic Neo"/>
                <a:cs typeface="Apple SD Gothic Neo"/>
              </a:defRPr>
            </a:lvl7pPr>
            <a:lvl8pPr>
              <a:defRPr>
                <a:solidFill>
                  <a:srgbClr val="65707C"/>
                </a:solidFill>
                <a:latin typeface="Apple SD Gothic Neo"/>
                <a:ea typeface="Apple SD Gothic Neo"/>
                <a:cs typeface="Apple SD Gothic Neo"/>
              </a:defRPr>
            </a:lvl8pPr>
            <a:lvl9pPr>
              <a:defRPr>
                <a:solidFill>
                  <a:srgbClr val="65707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320"/>
              <a:buFont typeface="Arial"/>
              <a:buNone/>
              <a:defRPr>
                <a:solidFill>
                  <a:srgbClr val="65707C"/>
                </a:solidFill>
                <a:latin typeface="Apple SD Gothic Neo"/>
                <a:ea typeface="Apple SD Gothic Neo"/>
                <a:cs typeface="Apple SD Gothic Neo"/>
              </a:defRPr>
            </a:pPr>
            <a:r>
              <a:rPr sz="1320" b="0" i="0" u="none" strike="noStrike" cap="none" spc="0">
                <a:solidFill>
                  <a:srgbClr val="65707C"/>
                </a:solidFill>
                <a:latin typeface="Apple SD Gothic Neo"/>
                <a:ea typeface="Apple SD Gothic Neo"/>
                <a:cs typeface="Apple SD Gothic Neo"/>
              </a:rPr>
              <a:t>개인별 정책과 작업 관리</a:t>
            </a:r>
            <a:endParaRPr/>
          </a:p>
        </p:txBody>
      </p:sp>
      <p:sp>
        <p:nvSpPr>
          <p:cNvPr id="352" name="Google Shape;352;p8">
            <a:extLst xmlns:a="http://schemas.openxmlformats.org/drawingml/2006/main">
              <a:ext uri="{FF2B5EF4-FFF2-40B4-BE49-F238E27FC236}">
                <a16:creationId xmlns:a16="http://schemas.microsoft.com/office/drawing/2014/main" id="{CA8D66CA-9DCF-4AD1-AE37-9B86BCAFEEDD}"/>
              </a:ext>
            </a:extLst>
          </p:cNvPr>
          <p:cNvSpPr>
            <a:spLocks xmlns:a="http://schemas.openxmlformats.org/drawingml/2006/main" noGrp="1"/>
          </p:cNvSpPr>
          <p:nvPr/>
        </p:nvSpPr>
        <p:spPr>
          <a:xfrm xmlns:a="http://schemas.openxmlformats.org/drawingml/2006/main">
            <a:off x="2804160" y="2148840"/>
            <a:ext cx="2072640" cy="1866900"/>
          </a:xfrm>
          <a:prstGeom xmlns:a="http://schemas.openxmlformats.org/drawingml/2006/main" prst="roundRect">
            <a:avLst>
              <a:gd name="adj" fmla="val 8163"/>
            </a:avLst>
          </a:prstGeom>
          <a:solidFill xmlns:a="http://schemas.openxmlformats.org/drawingml/2006/main">
            <a:srgbClr val="E9EFF5"/>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353" name="Google Shape;353;p8">
            <a:extLst xmlns:a="http://schemas.openxmlformats.org/drawingml/2006/main">
              <a:ext uri="{FF2B5EF4-FFF2-40B4-BE49-F238E27FC236}">
                <a16:creationId xmlns:a16="http://schemas.microsoft.com/office/drawing/2014/main" id="{D27282E7-2FD8-4BC3-84F2-6F9D86435ECE}"/>
              </a:ext>
            </a:extLst>
          </p:cNvPr>
          <p:cNvSpPr>
            <a:spLocks xmlns:a="http://schemas.openxmlformats.org/drawingml/2006/main" noGrp="1"/>
          </p:cNvSpPr>
          <p:nvPr/>
        </p:nvSpPr>
        <p:spPr>
          <a:xfrm xmlns:a="http://schemas.openxmlformats.org/drawingml/2006/main">
            <a:off x="2971800" y="2354580"/>
            <a:ext cx="17526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245B80"/>
                </a:solidFill>
                <a:latin typeface="Apple SD Gothic Neo"/>
                <a:ea typeface="Apple SD Gothic Neo"/>
                <a:cs typeface="Apple SD Gothic Neo"/>
              </a:defRPr>
            </a:defPPr>
            <a:lvl1pPr>
              <a:defRPr>
                <a:solidFill>
                  <a:srgbClr val="245B80"/>
                </a:solidFill>
                <a:latin typeface="Apple SD Gothic Neo"/>
                <a:ea typeface="Apple SD Gothic Neo"/>
                <a:cs typeface="Apple SD Gothic Neo"/>
              </a:defRPr>
            </a:lvl1pPr>
            <a:lvl2pPr>
              <a:defRPr>
                <a:solidFill>
                  <a:srgbClr val="245B80"/>
                </a:solidFill>
                <a:latin typeface="Apple SD Gothic Neo"/>
                <a:ea typeface="Apple SD Gothic Neo"/>
                <a:cs typeface="Apple SD Gothic Neo"/>
              </a:defRPr>
            </a:lvl2pPr>
            <a:lvl3pPr>
              <a:defRPr>
                <a:solidFill>
                  <a:srgbClr val="245B80"/>
                </a:solidFill>
                <a:latin typeface="Apple SD Gothic Neo"/>
                <a:ea typeface="Apple SD Gothic Neo"/>
                <a:cs typeface="Apple SD Gothic Neo"/>
              </a:defRPr>
            </a:lvl3pPr>
            <a:lvl4pPr>
              <a:defRPr>
                <a:solidFill>
                  <a:srgbClr val="245B80"/>
                </a:solidFill>
                <a:latin typeface="Apple SD Gothic Neo"/>
                <a:ea typeface="Apple SD Gothic Neo"/>
                <a:cs typeface="Apple SD Gothic Neo"/>
              </a:defRPr>
            </a:lvl4pPr>
            <a:lvl5pPr>
              <a:defRPr>
                <a:solidFill>
                  <a:srgbClr val="245B80"/>
                </a:solidFill>
                <a:latin typeface="Apple SD Gothic Neo"/>
                <a:ea typeface="Apple SD Gothic Neo"/>
                <a:cs typeface="Apple SD Gothic Neo"/>
              </a:defRPr>
            </a:lvl5pPr>
            <a:lvl6pPr>
              <a:defRPr>
                <a:solidFill>
                  <a:srgbClr val="245B80"/>
                </a:solidFill>
                <a:latin typeface="Apple SD Gothic Neo"/>
                <a:ea typeface="Apple SD Gothic Neo"/>
                <a:cs typeface="Apple SD Gothic Neo"/>
              </a:defRPr>
            </a:lvl6pPr>
            <a:lvl7pPr>
              <a:defRPr>
                <a:solidFill>
                  <a:srgbClr val="245B80"/>
                </a:solidFill>
                <a:latin typeface="Apple SD Gothic Neo"/>
                <a:ea typeface="Apple SD Gothic Neo"/>
                <a:cs typeface="Apple SD Gothic Neo"/>
              </a:defRPr>
            </a:lvl7pPr>
            <a:lvl8pPr>
              <a:defRPr>
                <a:solidFill>
                  <a:srgbClr val="245B80"/>
                </a:solidFill>
                <a:latin typeface="Apple SD Gothic Neo"/>
                <a:ea typeface="Apple SD Gothic Neo"/>
                <a:cs typeface="Apple SD Gothic Neo"/>
              </a:defRPr>
            </a:lvl8pPr>
            <a:lvl9pPr>
              <a:defRPr>
                <a:solidFill>
                  <a:srgbClr val="245B80"/>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860"/>
              <a:buFont typeface="Arial"/>
              <a:buNone/>
              <a:defRPr>
                <a:solidFill>
                  <a:srgbClr val="245B80"/>
                </a:solidFill>
                <a:latin typeface="Apple SD Gothic Neo"/>
                <a:ea typeface="Apple SD Gothic Neo"/>
                <a:cs typeface="Apple SD Gothic Neo"/>
              </a:defRPr>
            </a:pPr>
            <a:r>
              <a:rPr sz="1860" b="1" i="0" u="none" strike="noStrike" cap="none" spc="0">
                <a:solidFill>
                  <a:srgbClr val="245B80"/>
                </a:solidFill>
                <a:latin typeface="Apple SD Gothic Neo"/>
                <a:ea typeface="Apple SD Gothic Neo"/>
                <a:cs typeface="Apple SD Gothic Neo"/>
              </a:rPr>
              <a:t>GPU 서버</a:t>
            </a:r>
            <a:endParaRPr/>
          </a:p>
        </p:txBody>
      </p:sp>
      <p:sp>
        <p:nvSpPr>
          <p:cNvPr id="354" name="Google Shape;354;p8">
            <a:extLst xmlns:a="http://schemas.openxmlformats.org/drawingml/2006/main">
              <a:ext uri="{FF2B5EF4-FFF2-40B4-BE49-F238E27FC236}">
                <a16:creationId xmlns:a16="http://schemas.microsoft.com/office/drawing/2014/main" id="{629DE894-777C-462F-9350-EA47617B0ED7}"/>
              </a:ext>
            </a:extLst>
          </p:cNvPr>
          <p:cNvSpPr>
            <a:spLocks xmlns:a="http://schemas.openxmlformats.org/drawingml/2006/main" noGrp="1"/>
          </p:cNvSpPr>
          <p:nvPr/>
        </p:nvSpPr>
        <p:spPr>
          <a:xfrm xmlns:a="http://schemas.openxmlformats.org/drawingml/2006/main">
            <a:off x="2971800" y="2796540"/>
            <a:ext cx="17526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440"/>
              <a:buFont typeface="Arial"/>
              <a:buNone/>
              <a:defRPr>
                <a:solidFill>
                  <a:srgbClr val="20324C"/>
                </a:solidFill>
                <a:latin typeface="Apple SD Gothic Neo"/>
                <a:ea typeface="Apple SD Gothic Neo"/>
                <a:cs typeface="Apple SD Gothic Neo"/>
              </a:defRPr>
            </a:pPr>
            <a:r>
              <a:rPr sz="1440" b="1" i="0" u="none" strike="noStrike" cap="none" spc="0">
                <a:solidFill>
                  <a:srgbClr val="20324C"/>
                </a:solidFill>
                <a:latin typeface="Apple SD Gothic Neo"/>
                <a:ea typeface="Apple SD Gothic Neo"/>
                <a:cs typeface="Apple SD Gothic Neo"/>
              </a:rPr>
              <a:t>Qwen 모델 실행</a:t>
            </a:r>
            <a:endParaRPr/>
          </a:p>
        </p:txBody>
      </p:sp>
      <p:sp>
        <p:nvSpPr>
          <p:cNvPr id="355" name="Google Shape;355;p8">
            <a:extLst xmlns:a="http://schemas.openxmlformats.org/drawingml/2006/main">
              <a:ext uri="{FF2B5EF4-FFF2-40B4-BE49-F238E27FC236}">
                <a16:creationId xmlns:a16="http://schemas.microsoft.com/office/drawing/2014/main" id="{11387B1F-32E9-4C94-A653-3108930D5862}"/>
              </a:ext>
            </a:extLst>
          </p:cNvPr>
          <p:cNvSpPr>
            <a:spLocks xmlns:a="http://schemas.openxmlformats.org/drawingml/2006/main" noGrp="1"/>
          </p:cNvSpPr>
          <p:nvPr/>
        </p:nvSpPr>
        <p:spPr>
          <a:xfrm xmlns:a="http://schemas.openxmlformats.org/drawingml/2006/main">
            <a:off x="2971800" y="3337560"/>
            <a:ext cx="1752600" cy="2514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65707C"/>
                </a:solidFill>
                <a:latin typeface="Apple SD Gothic Neo"/>
                <a:ea typeface="Apple SD Gothic Neo"/>
                <a:cs typeface="Apple SD Gothic Neo"/>
              </a:defRPr>
            </a:defPPr>
            <a:lvl1pPr>
              <a:defRPr>
                <a:solidFill>
                  <a:srgbClr val="65707C"/>
                </a:solidFill>
                <a:latin typeface="Apple SD Gothic Neo"/>
                <a:ea typeface="Apple SD Gothic Neo"/>
                <a:cs typeface="Apple SD Gothic Neo"/>
              </a:defRPr>
            </a:lvl1pPr>
            <a:lvl2pPr>
              <a:defRPr>
                <a:solidFill>
                  <a:srgbClr val="65707C"/>
                </a:solidFill>
                <a:latin typeface="Apple SD Gothic Neo"/>
                <a:ea typeface="Apple SD Gothic Neo"/>
                <a:cs typeface="Apple SD Gothic Neo"/>
              </a:defRPr>
            </a:lvl2pPr>
            <a:lvl3pPr>
              <a:defRPr>
                <a:solidFill>
                  <a:srgbClr val="65707C"/>
                </a:solidFill>
                <a:latin typeface="Apple SD Gothic Neo"/>
                <a:ea typeface="Apple SD Gothic Neo"/>
                <a:cs typeface="Apple SD Gothic Neo"/>
              </a:defRPr>
            </a:lvl3pPr>
            <a:lvl4pPr>
              <a:defRPr>
                <a:solidFill>
                  <a:srgbClr val="65707C"/>
                </a:solidFill>
                <a:latin typeface="Apple SD Gothic Neo"/>
                <a:ea typeface="Apple SD Gothic Neo"/>
                <a:cs typeface="Apple SD Gothic Neo"/>
              </a:defRPr>
            </a:lvl4pPr>
            <a:lvl5pPr>
              <a:defRPr>
                <a:solidFill>
                  <a:srgbClr val="65707C"/>
                </a:solidFill>
                <a:latin typeface="Apple SD Gothic Neo"/>
                <a:ea typeface="Apple SD Gothic Neo"/>
                <a:cs typeface="Apple SD Gothic Neo"/>
              </a:defRPr>
            </a:lvl5pPr>
            <a:lvl6pPr>
              <a:defRPr>
                <a:solidFill>
                  <a:srgbClr val="65707C"/>
                </a:solidFill>
                <a:latin typeface="Apple SD Gothic Neo"/>
                <a:ea typeface="Apple SD Gothic Neo"/>
                <a:cs typeface="Apple SD Gothic Neo"/>
              </a:defRPr>
            </a:lvl6pPr>
            <a:lvl7pPr>
              <a:defRPr>
                <a:solidFill>
                  <a:srgbClr val="65707C"/>
                </a:solidFill>
                <a:latin typeface="Apple SD Gothic Neo"/>
                <a:ea typeface="Apple SD Gothic Neo"/>
                <a:cs typeface="Apple SD Gothic Neo"/>
              </a:defRPr>
            </a:lvl7pPr>
            <a:lvl8pPr>
              <a:defRPr>
                <a:solidFill>
                  <a:srgbClr val="65707C"/>
                </a:solidFill>
                <a:latin typeface="Apple SD Gothic Neo"/>
                <a:ea typeface="Apple SD Gothic Neo"/>
                <a:cs typeface="Apple SD Gothic Neo"/>
              </a:defRPr>
            </a:lvl8pPr>
            <a:lvl9pPr>
              <a:defRPr>
                <a:solidFill>
                  <a:srgbClr val="65707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320"/>
              <a:buFont typeface="Arial"/>
              <a:buNone/>
              <a:defRPr>
                <a:solidFill>
                  <a:srgbClr val="65707C"/>
                </a:solidFill>
                <a:latin typeface="Apple SD Gothic Neo"/>
                <a:ea typeface="Apple SD Gothic Neo"/>
                <a:cs typeface="Apple SD Gothic Neo"/>
              </a:defRPr>
            </a:pPr>
            <a:r>
              <a:rPr sz="1320" b="0" i="0" u="none" strike="noStrike" cap="none" spc="0">
                <a:solidFill>
                  <a:srgbClr val="65707C"/>
                </a:solidFill>
                <a:latin typeface="Apple SD Gothic Neo"/>
                <a:ea typeface="Apple SD Gothic Neo"/>
                <a:cs typeface="Apple SD Gothic Neo"/>
              </a:rPr>
              <a:t>근거 검색용 벡터 생성</a:t>
            </a:r>
            <a:endParaRPr/>
          </a:p>
        </p:txBody>
      </p:sp>
      <p:sp>
        <p:nvSpPr>
          <p:cNvPr id="356" name="Google Shape;356;p8">
            <a:extLst xmlns:a="http://schemas.openxmlformats.org/drawingml/2006/main">
              <a:ext uri="{FF2B5EF4-FFF2-40B4-BE49-F238E27FC236}">
                <a16:creationId xmlns:a16="http://schemas.microsoft.com/office/drawing/2014/main" id="{BA2C70BE-EB31-4840-9008-7F6942EBFD99}"/>
              </a:ext>
            </a:extLst>
          </p:cNvPr>
          <p:cNvSpPr>
            <a:spLocks xmlns:a="http://schemas.openxmlformats.org/drawingml/2006/main" noGrp="1"/>
          </p:cNvSpPr>
          <p:nvPr/>
        </p:nvSpPr>
        <p:spPr>
          <a:xfrm xmlns:a="http://schemas.openxmlformats.org/drawingml/2006/main">
            <a:off x="2971800" y="3604260"/>
            <a:ext cx="1752600" cy="2514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65707C"/>
                </a:solidFill>
                <a:latin typeface="Apple SD Gothic Neo"/>
                <a:ea typeface="Apple SD Gothic Neo"/>
                <a:cs typeface="Apple SD Gothic Neo"/>
              </a:defRPr>
            </a:defPPr>
            <a:lvl1pPr>
              <a:defRPr>
                <a:solidFill>
                  <a:srgbClr val="65707C"/>
                </a:solidFill>
                <a:latin typeface="Apple SD Gothic Neo"/>
                <a:ea typeface="Apple SD Gothic Neo"/>
                <a:cs typeface="Apple SD Gothic Neo"/>
              </a:defRPr>
            </a:lvl1pPr>
            <a:lvl2pPr>
              <a:defRPr>
                <a:solidFill>
                  <a:srgbClr val="65707C"/>
                </a:solidFill>
                <a:latin typeface="Apple SD Gothic Neo"/>
                <a:ea typeface="Apple SD Gothic Neo"/>
                <a:cs typeface="Apple SD Gothic Neo"/>
              </a:defRPr>
            </a:lvl2pPr>
            <a:lvl3pPr>
              <a:defRPr>
                <a:solidFill>
                  <a:srgbClr val="65707C"/>
                </a:solidFill>
                <a:latin typeface="Apple SD Gothic Neo"/>
                <a:ea typeface="Apple SD Gothic Neo"/>
                <a:cs typeface="Apple SD Gothic Neo"/>
              </a:defRPr>
            </a:lvl3pPr>
            <a:lvl4pPr>
              <a:defRPr>
                <a:solidFill>
                  <a:srgbClr val="65707C"/>
                </a:solidFill>
                <a:latin typeface="Apple SD Gothic Neo"/>
                <a:ea typeface="Apple SD Gothic Neo"/>
                <a:cs typeface="Apple SD Gothic Neo"/>
              </a:defRPr>
            </a:lvl4pPr>
            <a:lvl5pPr>
              <a:defRPr>
                <a:solidFill>
                  <a:srgbClr val="65707C"/>
                </a:solidFill>
                <a:latin typeface="Apple SD Gothic Neo"/>
                <a:ea typeface="Apple SD Gothic Neo"/>
                <a:cs typeface="Apple SD Gothic Neo"/>
              </a:defRPr>
            </a:lvl5pPr>
            <a:lvl6pPr>
              <a:defRPr>
                <a:solidFill>
                  <a:srgbClr val="65707C"/>
                </a:solidFill>
                <a:latin typeface="Apple SD Gothic Neo"/>
                <a:ea typeface="Apple SD Gothic Neo"/>
                <a:cs typeface="Apple SD Gothic Neo"/>
              </a:defRPr>
            </a:lvl6pPr>
            <a:lvl7pPr>
              <a:defRPr>
                <a:solidFill>
                  <a:srgbClr val="65707C"/>
                </a:solidFill>
                <a:latin typeface="Apple SD Gothic Neo"/>
                <a:ea typeface="Apple SD Gothic Neo"/>
                <a:cs typeface="Apple SD Gothic Neo"/>
              </a:defRPr>
            </a:lvl7pPr>
            <a:lvl8pPr>
              <a:defRPr>
                <a:solidFill>
                  <a:srgbClr val="65707C"/>
                </a:solidFill>
                <a:latin typeface="Apple SD Gothic Neo"/>
                <a:ea typeface="Apple SD Gothic Neo"/>
                <a:cs typeface="Apple SD Gothic Neo"/>
              </a:defRPr>
            </a:lvl8pPr>
            <a:lvl9pPr>
              <a:defRPr>
                <a:solidFill>
                  <a:srgbClr val="65707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320"/>
              <a:buFont typeface="Arial"/>
              <a:buNone/>
              <a:defRPr>
                <a:solidFill>
                  <a:srgbClr val="65707C"/>
                </a:solidFill>
                <a:latin typeface="Apple SD Gothic Neo"/>
                <a:ea typeface="Apple SD Gothic Neo"/>
                <a:cs typeface="Apple SD Gothic Neo"/>
              </a:defRPr>
            </a:pPr>
            <a:r>
              <a:rPr sz="1320" b="0" i="0" u="none" strike="noStrike" cap="none" spc="0">
                <a:solidFill>
                  <a:srgbClr val="65707C"/>
                </a:solidFill>
                <a:latin typeface="Apple SD Gothic Neo"/>
                <a:ea typeface="Apple SD Gothic Neo"/>
                <a:cs typeface="Apple SD Gothic Neo"/>
              </a:rPr>
              <a:t>자료 요약·출처 정리</a:t>
            </a:r>
            <a:endParaRPr/>
          </a:p>
        </p:txBody>
      </p:sp>
      <p:sp>
        <p:nvSpPr>
          <p:cNvPr id="357" name="Google Shape;357;p8">
            <a:extLst xmlns:a="http://schemas.openxmlformats.org/drawingml/2006/main">
              <a:ext uri="{FF2B5EF4-FFF2-40B4-BE49-F238E27FC236}">
                <a16:creationId xmlns:a16="http://schemas.microsoft.com/office/drawing/2014/main" id="{D8CF49D4-AC6F-45E7-AB61-AC2294586A8A}"/>
              </a:ext>
            </a:extLst>
          </p:cNvPr>
          <p:cNvSpPr>
            <a:spLocks xmlns:a="http://schemas.openxmlformats.org/drawingml/2006/main" noGrp="1"/>
          </p:cNvSpPr>
          <p:nvPr/>
        </p:nvSpPr>
        <p:spPr>
          <a:xfrm xmlns:a="http://schemas.openxmlformats.org/drawingml/2006/main">
            <a:off x="5059680" y="2148840"/>
            <a:ext cx="2072640" cy="1866900"/>
          </a:xfrm>
          <a:prstGeom xmlns:a="http://schemas.openxmlformats.org/drawingml/2006/main" prst="roundRect">
            <a:avLst>
              <a:gd name="adj" fmla="val 8163"/>
            </a:avLst>
          </a:prstGeom>
          <a:solidFill xmlns:a="http://schemas.openxmlformats.org/drawingml/2006/main">
            <a:srgbClr val="E9EFF5"/>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358" name="Google Shape;358;p8">
            <a:extLst xmlns:a="http://schemas.openxmlformats.org/drawingml/2006/main">
              <a:ext uri="{FF2B5EF4-FFF2-40B4-BE49-F238E27FC236}">
                <a16:creationId xmlns:a16="http://schemas.microsoft.com/office/drawing/2014/main" id="{FA7EC478-C43A-4DAE-AE66-0750F4E31FEB}"/>
              </a:ext>
            </a:extLst>
          </p:cNvPr>
          <p:cNvSpPr>
            <a:spLocks xmlns:a="http://schemas.openxmlformats.org/drawingml/2006/main" noGrp="1"/>
          </p:cNvSpPr>
          <p:nvPr/>
        </p:nvSpPr>
        <p:spPr>
          <a:xfrm xmlns:a="http://schemas.openxmlformats.org/drawingml/2006/main">
            <a:off x="5227320" y="2354580"/>
            <a:ext cx="17526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062F5B"/>
                </a:solidFill>
                <a:latin typeface="Apple SD Gothic Neo"/>
                <a:ea typeface="Apple SD Gothic Neo"/>
                <a:cs typeface="Apple SD Gothic Neo"/>
              </a:defRPr>
            </a:defPPr>
            <a:lvl1pPr>
              <a:defRPr>
                <a:solidFill>
                  <a:srgbClr val="062F5B"/>
                </a:solidFill>
                <a:latin typeface="Apple SD Gothic Neo"/>
                <a:ea typeface="Apple SD Gothic Neo"/>
                <a:cs typeface="Apple SD Gothic Neo"/>
              </a:defRPr>
            </a:lvl1pPr>
            <a:lvl2pPr>
              <a:defRPr>
                <a:solidFill>
                  <a:srgbClr val="062F5B"/>
                </a:solidFill>
                <a:latin typeface="Apple SD Gothic Neo"/>
                <a:ea typeface="Apple SD Gothic Neo"/>
                <a:cs typeface="Apple SD Gothic Neo"/>
              </a:defRPr>
            </a:lvl2pPr>
            <a:lvl3pPr>
              <a:defRPr>
                <a:solidFill>
                  <a:srgbClr val="062F5B"/>
                </a:solidFill>
                <a:latin typeface="Apple SD Gothic Neo"/>
                <a:ea typeface="Apple SD Gothic Neo"/>
                <a:cs typeface="Apple SD Gothic Neo"/>
              </a:defRPr>
            </a:lvl3pPr>
            <a:lvl4pPr>
              <a:defRPr>
                <a:solidFill>
                  <a:srgbClr val="062F5B"/>
                </a:solidFill>
                <a:latin typeface="Apple SD Gothic Neo"/>
                <a:ea typeface="Apple SD Gothic Neo"/>
                <a:cs typeface="Apple SD Gothic Neo"/>
              </a:defRPr>
            </a:lvl4pPr>
            <a:lvl5pPr>
              <a:defRPr>
                <a:solidFill>
                  <a:srgbClr val="062F5B"/>
                </a:solidFill>
                <a:latin typeface="Apple SD Gothic Neo"/>
                <a:ea typeface="Apple SD Gothic Neo"/>
                <a:cs typeface="Apple SD Gothic Neo"/>
              </a:defRPr>
            </a:lvl5pPr>
            <a:lvl6pPr>
              <a:defRPr>
                <a:solidFill>
                  <a:srgbClr val="062F5B"/>
                </a:solidFill>
                <a:latin typeface="Apple SD Gothic Neo"/>
                <a:ea typeface="Apple SD Gothic Neo"/>
                <a:cs typeface="Apple SD Gothic Neo"/>
              </a:defRPr>
            </a:lvl6pPr>
            <a:lvl7pPr>
              <a:defRPr>
                <a:solidFill>
                  <a:srgbClr val="062F5B"/>
                </a:solidFill>
                <a:latin typeface="Apple SD Gothic Neo"/>
                <a:ea typeface="Apple SD Gothic Neo"/>
                <a:cs typeface="Apple SD Gothic Neo"/>
              </a:defRPr>
            </a:lvl7pPr>
            <a:lvl8pPr>
              <a:defRPr>
                <a:solidFill>
                  <a:srgbClr val="062F5B"/>
                </a:solidFill>
                <a:latin typeface="Apple SD Gothic Neo"/>
                <a:ea typeface="Apple SD Gothic Neo"/>
                <a:cs typeface="Apple SD Gothic Neo"/>
              </a:defRPr>
            </a:lvl8pPr>
            <a:lvl9pPr>
              <a:defRPr>
                <a:solidFill>
                  <a:srgbClr val="062F5B"/>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860"/>
              <a:buFont typeface="Arial"/>
              <a:buNone/>
              <a:defRPr>
                <a:solidFill>
                  <a:srgbClr val="062F5B"/>
                </a:solidFill>
                <a:latin typeface="Apple SD Gothic Neo"/>
                <a:ea typeface="Apple SD Gothic Neo"/>
                <a:cs typeface="Apple SD Gothic Neo"/>
              </a:defRPr>
            </a:pPr>
            <a:r>
              <a:rPr sz="1860" b="1" i="0" u="none" strike="noStrike" cap="none" spc="0">
                <a:solidFill>
                  <a:srgbClr val="062F5B"/>
                </a:solidFill>
                <a:latin typeface="Apple SD Gothic Neo"/>
                <a:ea typeface="Apple SD Gothic Neo"/>
                <a:cs typeface="Apple SD Gothic Neo"/>
              </a:rPr>
              <a:t>PostgreSQL</a:t>
            </a:r>
            <a:endParaRPr/>
          </a:p>
        </p:txBody>
      </p:sp>
      <p:sp>
        <p:nvSpPr>
          <p:cNvPr id="359" name="Google Shape;359;p8">
            <a:extLst xmlns:a="http://schemas.openxmlformats.org/drawingml/2006/main">
              <a:ext uri="{FF2B5EF4-FFF2-40B4-BE49-F238E27FC236}">
                <a16:creationId xmlns:a16="http://schemas.microsoft.com/office/drawing/2014/main" id="{D7EE2AB4-02FB-4966-BE63-DA01B171BBF1}"/>
              </a:ext>
            </a:extLst>
          </p:cNvPr>
          <p:cNvSpPr>
            <a:spLocks xmlns:a="http://schemas.openxmlformats.org/drawingml/2006/main" noGrp="1"/>
          </p:cNvSpPr>
          <p:nvPr/>
        </p:nvSpPr>
        <p:spPr>
          <a:xfrm xmlns:a="http://schemas.openxmlformats.org/drawingml/2006/main">
            <a:off x="5227320" y="2796540"/>
            <a:ext cx="17526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440"/>
              <a:buFont typeface="Arial"/>
              <a:buNone/>
              <a:defRPr>
                <a:solidFill>
                  <a:srgbClr val="20324C"/>
                </a:solidFill>
                <a:latin typeface="Apple SD Gothic Neo"/>
                <a:ea typeface="Apple SD Gothic Neo"/>
                <a:cs typeface="Apple SD Gothic Neo"/>
              </a:defRPr>
            </a:pPr>
            <a:r>
              <a:rPr sz="1440" b="1" i="0" u="none" strike="noStrike" cap="none" spc="0">
                <a:solidFill>
                  <a:srgbClr val="20324C"/>
                </a:solidFill>
                <a:latin typeface="Apple SD Gothic Neo"/>
                <a:ea typeface="Apple SD Gothic Neo"/>
                <a:cs typeface="Apple SD Gothic Neo"/>
              </a:rPr>
              <a:t>사건과 근거 보관</a:t>
            </a:r>
            <a:endParaRPr/>
          </a:p>
        </p:txBody>
      </p:sp>
      <p:sp>
        <p:nvSpPr>
          <p:cNvPr id="360" name="Google Shape;360;p8">
            <a:extLst xmlns:a="http://schemas.openxmlformats.org/drawingml/2006/main">
              <a:ext uri="{FF2B5EF4-FFF2-40B4-BE49-F238E27FC236}">
                <a16:creationId xmlns:a16="http://schemas.microsoft.com/office/drawing/2014/main" id="{704288DF-F82E-4E44-9541-BB2814137B78}"/>
              </a:ext>
            </a:extLst>
          </p:cNvPr>
          <p:cNvSpPr>
            <a:spLocks xmlns:a="http://schemas.openxmlformats.org/drawingml/2006/main" noGrp="1"/>
          </p:cNvSpPr>
          <p:nvPr/>
        </p:nvSpPr>
        <p:spPr>
          <a:xfrm xmlns:a="http://schemas.openxmlformats.org/drawingml/2006/main">
            <a:off x="5227320" y="3337560"/>
            <a:ext cx="1752600" cy="2514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65707C"/>
                </a:solidFill>
                <a:latin typeface="Apple SD Gothic Neo"/>
                <a:ea typeface="Apple SD Gothic Neo"/>
                <a:cs typeface="Apple SD Gothic Neo"/>
              </a:defRPr>
            </a:defPPr>
            <a:lvl1pPr>
              <a:defRPr>
                <a:solidFill>
                  <a:srgbClr val="65707C"/>
                </a:solidFill>
                <a:latin typeface="Apple SD Gothic Neo"/>
                <a:ea typeface="Apple SD Gothic Neo"/>
                <a:cs typeface="Apple SD Gothic Neo"/>
              </a:defRPr>
            </a:lvl1pPr>
            <a:lvl2pPr>
              <a:defRPr>
                <a:solidFill>
                  <a:srgbClr val="65707C"/>
                </a:solidFill>
                <a:latin typeface="Apple SD Gothic Neo"/>
                <a:ea typeface="Apple SD Gothic Neo"/>
                <a:cs typeface="Apple SD Gothic Neo"/>
              </a:defRPr>
            </a:lvl2pPr>
            <a:lvl3pPr>
              <a:defRPr>
                <a:solidFill>
                  <a:srgbClr val="65707C"/>
                </a:solidFill>
                <a:latin typeface="Apple SD Gothic Neo"/>
                <a:ea typeface="Apple SD Gothic Neo"/>
                <a:cs typeface="Apple SD Gothic Neo"/>
              </a:defRPr>
            </a:lvl3pPr>
            <a:lvl4pPr>
              <a:defRPr>
                <a:solidFill>
                  <a:srgbClr val="65707C"/>
                </a:solidFill>
                <a:latin typeface="Apple SD Gothic Neo"/>
                <a:ea typeface="Apple SD Gothic Neo"/>
                <a:cs typeface="Apple SD Gothic Neo"/>
              </a:defRPr>
            </a:lvl4pPr>
            <a:lvl5pPr>
              <a:defRPr>
                <a:solidFill>
                  <a:srgbClr val="65707C"/>
                </a:solidFill>
                <a:latin typeface="Apple SD Gothic Neo"/>
                <a:ea typeface="Apple SD Gothic Neo"/>
                <a:cs typeface="Apple SD Gothic Neo"/>
              </a:defRPr>
            </a:lvl5pPr>
            <a:lvl6pPr>
              <a:defRPr>
                <a:solidFill>
                  <a:srgbClr val="65707C"/>
                </a:solidFill>
                <a:latin typeface="Apple SD Gothic Neo"/>
                <a:ea typeface="Apple SD Gothic Neo"/>
                <a:cs typeface="Apple SD Gothic Neo"/>
              </a:defRPr>
            </a:lvl6pPr>
            <a:lvl7pPr>
              <a:defRPr>
                <a:solidFill>
                  <a:srgbClr val="65707C"/>
                </a:solidFill>
                <a:latin typeface="Apple SD Gothic Neo"/>
                <a:ea typeface="Apple SD Gothic Neo"/>
                <a:cs typeface="Apple SD Gothic Neo"/>
              </a:defRPr>
            </a:lvl7pPr>
            <a:lvl8pPr>
              <a:defRPr>
                <a:solidFill>
                  <a:srgbClr val="65707C"/>
                </a:solidFill>
                <a:latin typeface="Apple SD Gothic Neo"/>
                <a:ea typeface="Apple SD Gothic Neo"/>
                <a:cs typeface="Apple SD Gothic Neo"/>
              </a:defRPr>
            </a:lvl8pPr>
            <a:lvl9pPr>
              <a:defRPr>
                <a:solidFill>
                  <a:srgbClr val="65707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320"/>
              <a:buFont typeface="Arial"/>
              <a:buNone/>
              <a:defRPr>
                <a:solidFill>
                  <a:srgbClr val="65707C"/>
                </a:solidFill>
                <a:latin typeface="Apple SD Gothic Neo"/>
                <a:ea typeface="Apple SD Gothic Neo"/>
                <a:cs typeface="Apple SD Gothic Neo"/>
              </a:defRPr>
            </a:pPr>
            <a:r>
              <a:rPr sz="1320" b="0" i="0" u="none" strike="noStrike" cap="none" spc="0">
                <a:solidFill>
                  <a:srgbClr val="65707C"/>
                </a:solidFill>
                <a:latin typeface="Apple SD Gothic Neo"/>
                <a:ea typeface="Apple SD Gothic Neo"/>
                <a:cs typeface="Apple SD Gothic Neo"/>
              </a:rPr>
              <a:t>사건·프로필·상태 저장</a:t>
            </a:r>
            <a:endParaRPr/>
          </a:p>
        </p:txBody>
      </p:sp>
      <p:sp>
        <p:nvSpPr>
          <p:cNvPr id="361" name="Google Shape;361;p8">
            <a:extLst xmlns:a="http://schemas.openxmlformats.org/drawingml/2006/main">
              <a:ext uri="{FF2B5EF4-FFF2-40B4-BE49-F238E27FC236}">
                <a16:creationId xmlns:a16="http://schemas.microsoft.com/office/drawing/2014/main" id="{61C2DE21-53EE-4F19-B18A-C78C76B391EC}"/>
              </a:ext>
            </a:extLst>
          </p:cNvPr>
          <p:cNvSpPr>
            <a:spLocks xmlns:a="http://schemas.openxmlformats.org/drawingml/2006/main" noGrp="1"/>
          </p:cNvSpPr>
          <p:nvPr/>
        </p:nvSpPr>
        <p:spPr>
          <a:xfrm xmlns:a="http://schemas.openxmlformats.org/drawingml/2006/main">
            <a:off x="5227320" y="3604260"/>
            <a:ext cx="1752600" cy="2514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65707C"/>
                </a:solidFill>
                <a:latin typeface="Apple SD Gothic Neo"/>
                <a:ea typeface="Apple SD Gothic Neo"/>
                <a:cs typeface="Apple SD Gothic Neo"/>
              </a:defRPr>
            </a:defPPr>
            <a:lvl1pPr>
              <a:defRPr>
                <a:solidFill>
                  <a:srgbClr val="65707C"/>
                </a:solidFill>
                <a:latin typeface="Apple SD Gothic Neo"/>
                <a:ea typeface="Apple SD Gothic Neo"/>
                <a:cs typeface="Apple SD Gothic Neo"/>
              </a:defRPr>
            </a:lvl1pPr>
            <a:lvl2pPr>
              <a:defRPr>
                <a:solidFill>
                  <a:srgbClr val="65707C"/>
                </a:solidFill>
                <a:latin typeface="Apple SD Gothic Neo"/>
                <a:ea typeface="Apple SD Gothic Neo"/>
                <a:cs typeface="Apple SD Gothic Neo"/>
              </a:defRPr>
            </a:lvl2pPr>
            <a:lvl3pPr>
              <a:defRPr>
                <a:solidFill>
                  <a:srgbClr val="65707C"/>
                </a:solidFill>
                <a:latin typeface="Apple SD Gothic Neo"/>
                <a:ea typeface="Apple SD Gothic Neo"/>
                <a:cs typeface="Apple SD Gothic Neo"/>
              </a:defRPr>
            </a:lvl3pPr>
            <a:lvl4pPr>
              <a:defRPr>
                <a:solidFill>
                  <a:srgbClr val="65707C"/>
                </a:solidFill>
                <a:latin typeface="Apple SD Gothic Neo"/>
                <a:ea typeface="Apple SD Gothic Neo"/>
                <a:cs typeface="Apple SD Gothic Neo"/>
              </a:defRPr>
            </a:lvl4pPr>
            <a:lvl5pPr>
              <a:defRPr>
                <a:solidFill>
                  <a:srgbClr val="65707C"/>
                </a:solidFill>
                <a:latin typeface="Apple SD Gothic Neo"/>
                <a:ea typeface="Apple SD Gothic Neo"/>
                <a:cs typeface="Apple SD Gothic Neo"/>
              </a:defRPr>
            </a:lvl5pPr>
            <a:lvl6pPr>
              <a:defRPr>
                <a:solidFill>
                  <a:srgbClr val="65707C"/>
                </a:solidFill>
                <a:latin typeface="Apple SD Gothic Neo"/>
                <a:ea typeface="Apple SD Gothic Neo"/>
                <a:cs typeface="Apple SD Gothic Neo"/>
              </a:defRPr>
            </a:lvl6pPr>
            <a:lvl7pPr>
              <a:defRPr>
                <a:solidFill>
                  <a:srgbClr val="65707C"/>
                </a:solidFill>
                <a:latin typeface="Apple SD Gothic Neo"/>
                <a:ea typeface="Apple SD Gothic Neo"/>
                <a:cs typeface="Apple SD Gothic Neo"/>
              </a:defRPr>
            </a:lvl7pPr>
            <a:lvl8pPr>
              <a:defRPr>
                <a:solidFill>
                  <a:srgbClr val="65707C"/>
                </a:solidFill>
                <a:latin typeface="Apple SD Gothic Neo"/>
                <a:ea typeface="Apple SD Gothic Neo"/>
                <a:cs typeface="Apple SD Gothic Neo"/>
              </a:defRPr>
            </a:lvl8pPr>
            <a:lvl9pPr>
              <a:defRPr>
                <a:solidFill>
                  <a:srgbClr val="65707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320"/>
              <a:buFont typeface="Arial"/>
              <a:buNone/>
              <a:defRPr>
                <a:solidFill>
                  <a:srgbClr val="65707C"/>
                </a:solidFill>
                <a:latin typeface="Apple SD Gothic Neo"/>
                <a:ea typeface="Apple SD Gothic Neo"/>
                <a:cs typeface="Apple SD Gothic Neo"/>
              </a:defRPr>
            </a:pPr>
            <a:r>
              <a:rPr sz="1320" b="0" i="0" u="none" strike="noStrike" cap="none" spc="0">
                <a:solidFill>
                  <a:srgbClr val="65707C"/>
                </a:solidFill>
                <a:latin typeface="Apple SD Gothic Neo"/>
                <a:ea typeface="Apple SD Gothic Neo"/>
                <a:cs typeface="Apple SD Gothic Neo"/>
              </a:rPr>
              <a:t>기본 지침·벡터 검색</a:t>
            </a:r>
            <a:endParaRPr/>
          </a:p>
        </p:txBody>
      </p:sp>
      <p:sp>
        <p:nvSpPr>
          <p:cNvPr id="362" name="Google Shape;362;p8">
            <a:extLst xmlns:a="http://schemas.openxmlformats.org/drawingml/2006/main">
              <a:ext uri="{FF2B5EF4-FFF2-40B4-BE49-F238E27FC236}">
                <a16:creationId xmlns:a16="http://schemas.microsoft.com/office/drawing/2014/main" id="{82F672B7-9A65-40C8-8BE7-6E9DA723BF13}"/>
              </a:ext>
            </a:extLst>
          </p:cNvPr>
          <p:cNvSpPr>
            <a:spLocks xmlns:a="http://schemas.openxmlformats.org/drawingml/2006/main" noGrp="1"/>
          </p:cNvSpPr>
          <p:nvPr/>
        </p:nvSpPr>
        <p:spPr>
          <a:xfrm xmlns:a="http://schemas.openxmlformats.org/drawingml/2006/main">
            <a:off x="7315200" y="2148840"/>
            <a:ext cx="2072640" cy="1866900"/>
          </a:xfrm>
          <a:prstGeom xmlns:a="http://schemas.openxmlformats.org/drawingml/2006/main" prst="roundRect">
            <a:avLst>
              <a:gd name="adj" fmla="val 8163"/>
            </a:avLst>
          </a:prstGeom>
          <a:solidFill xmlns:a="http://schemas.openxmlformats.org/drawingml/2006/main">
            <a:srgbClr val="E9EFF5"/>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363" name="Google Shape;363;p8">
            <a:extLst xmlns:a="http://schemas.openxmlformats.org/drawingml/2006/main">
              <a:ext uri="{FF2B5EF4-FFF2-40B4-BE49-F238E27FC236}">
                <a16:creationId xmlns:a16="http://schemas.microsoft.com/office/drawing/2014/main" id="{6182CD15-79F9-45DB-8CDF-E7CE577A1D06}"/>
              </a:ext>
            </a:extLst>
          </p:cNvPr>
          <p:cNvSpPr>
            <a:spLocks xmlns:a="http://schemas.openxmlformats.org/drawingml/2006/main" noGrp="1"/>
          </p:cNvSpPr>
          <p:nvPr/>
        </p:nvSpPr>
        <p:spPr>
          <a:xfrm xmlns:a="http://schemas.openxmlformats.org/drawingml/2006/main">
            <a:off x="7482840" y="2354580"/>
            <a:ext cx="17526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245B80"/>
                </a:solidFill>
                <a:latin typeface="Apple SD Gothic Neo"/>
                <a:ea typeface="Apple SD Gothic Neo"/>
                <a:cs typeface="Apple SD Gothic Neo"/>
              </a:defRPr>
            </a:defPPr>
            <a:lvl1pPr>
              <a:defRPr>
                <a:solidFill>
                  <a:srgbClr val="245B80"/>
                </a:solidFill>
                <a:latin typeface="Apple SD Gothic Neo"/>
                <a:ea typeface="Apple SD Gothic Neo"/>
                <a:cs typeface="Apple SD Gothic Neo"/>
              </a:defRPr>
            </a:lvl1pPr>
            <a:lvl2pPr>
              <a:defRPr>
                <a:solidFill>
                  <a:srgbClr val="245B80"/>
                </a:solidFill>
                <a:latin typeface="Apple SD Gothic Neo"/>
                <a:ea typeface="Apple SD Gothic Neo"/>
                <a:cs typeface="Apple SD Gothic Neo"/>
              </a:defRPr>
            </a:lvl2pPr>
            <a:lvl3pPr>
              <a:defRPr>
                <a:solidFill>
                  <a:srgbClr val="245B80"/>
                </a:solidFill>
                <a:latin typeface="Apple SD Gothic Neo"/>
                <a:ea typeface="Apple SD Gothic Neo"/>
                <a:cs typeface="Apple SD Gothic Neo"/>
              </a:defRPr>
            </a:lvl3pPr>
            <a:lvl4pPr>
              <a:defRPr>
                <a:solidFill>
                  <a:srgbClr val="245B80"/>
                </a:solidFill>
                <a:latin typeface="Apple SD Gothic Neo"/>
                <a:ea typeface="Apple SD Gothic Neo"/>
                <a:cs typeface="Apple SD Gothic Neo"/>
              </a:defRPr>
            </a:lvl4pPr>
            <a:lvl5pPr>
              <a:defRPr>
                <a:solidFill>
                  <a:srgbClr val="245B80"/>
                </a:solidFill>
                <a:latin typeface="Apple SD Gothic Neo"/>
                <a:ea typeface="Apple SD Gothic Neo"/>
                <a:cs typeface="Apple SD Gothic Neo"/>
              </a:defRPr>
            </a:lvl5pPr>
            <a:lvl6pPr>
              <a:defRPr>
                <a:solidFill>
                  <a:srgbClr val="245B80"/>
                </a:solidFill>
                <a:latin typeface="Apple SD Gothic Neo"/>
                <a:ea typeface="Apple SD Gothic Neo"/>
                <a:cs typeface="Apple SD Gothic Neo"/>
              </a:defRPr>
            </a:lvl6pPr>
            <a:lvl7pPr>
              <a:defRPr>
                <a:solidFill>
                  <a:srgbClr val="245B80"/>
                </a:solidFill>
                <a:latin typeface="Apple SD Gothic Neo"/>
                <a:ea typeface="Apple SD Gothic Neo"/>
                <a:cs typeface="Apple SD Gothic Neo"/>
              </a:defRPr>
            </a:lvl7pPr>
            <a:lvl8pPr>
              <a:defRPr>
                <a:solidFill>
                  <a:srgbClr val="245B80"/>
                </a:solidFill>
                <a:latin typeface="Apple SD Gothic Neo"/>
                <a:ea typeface="Apple SD Gothic Neo"/>
                <a:cs typeface="Apple SD Gothic Neo"/>
              </a:defRPr>
            </a:lvl8pPr>
            <a:lvl9pPr>
              <a:defRPr>
                <a:solidFill>
                  <a:srgbClr val="245B80"/>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860"/>
              <a:buFont typeface="Arial"/>
              <a:buNone/>
              <a:defRPr>
                <a:solidFill>
                  <a:srgbClr val="245B80"/>
                </a:solidFill>
                <a:latin typeface="Apple SD Gothic Neo"/>
                <a:ea typeface="Apple SD Gothic Neo"/>
                <a:cs typeface="Apple SD Gothic Neo"/>
              </a:defRPr>
            </a:pPr>
            <a:r>
              <a:rPr sz="1860" b="1" i="0" u="none" strike="noStrike" cap="none" spc="0">
                <a:solidFill>
                  <a:srgbClr val="245B80"/>
                </a:solidFill>
                <a:latin typeface="Apple SD Gothic Neo"/>
                <a:ea typeface="Apple SD Gothic Neo"/>
                <a:cs typeface="Apple SD Gothic Neo"/>
              </a:rPr>
              <a:t>Redis</a:t>
            </a:r>
            <a:endParaRPr/>
          </a:p>
        </p:txBody>
      </p:sp>
      <p:sp>
        <p:nvSpPr>
          <p:cNvPr id="364" name="Google Shape;364;p8">
            <a:extLst xmlns:a="http://schemas.openxmlformats.org/drawingml/2006/main">
              <a:ext uri="{FF2B5EF4-FFF2-40B4-BE49-F238E27FC236}">
                <a16:creationId xmlns:a16="http://schemas.microsoft.com/office/drawing/2014/main" id="{E91B61BF-0566-4DAF-A119-E7D6816F34D3}"/>
              </a:ext>
            </a:extLst>
          </p:cNvPr>
          <p:cNvSpPr>
            <a:spLocks xmlns:a="http://schemas.openxmlformats.org/drawingml/2006/main" noGrp="1"/>
          </p:cNvSpPr>
          <p:nvPr/>
        </p:nvSpPr>
        <p:spPr>
          <a:xfrm xmlns:a="http://schemas.openxmlformats.org/drawingml/2006/main">
            <a:off x="7482840" y="2796540"/>
            <a:ext cx="17526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440"/>
              <a:buFont typeface="Arial"/>
              <a:buNone/>
              <a:defRPr>
                <a:solidFill>
                  <a:srgbClr val="20324C"/>
                </a:solidFill>
                <a:latin typeface="Apple SD Gothic Neo"/>
                <a:ea typeface="Apple SD Gothic Neo"/>
                <a:cs typeface="Apple SD Gothic Neo"/>
              </a:defRPr>
            </a:pPr>
            <a:r>
              <a:rPr sz="1440" b="1" i="0" u="none" strike="noStrike" cap="none" spc="0">
                <a:solidFill>
                  <a:srgbClr val="20324C"/>
                </a:solidFill>
                <a:latin typeface="Apple SD Gothic Neo"/>
                <a:ea typeface="Apple SD Gothic Neo"/>
                <a:cs typeface="Apple SD Gothic Neo"/>
              </a:rPr>
              <a:t>작업 대기열</a:t>
            </a:r>
            <a:endParaRPr/>
          </a:p>
        </p:txBody>
      </p:sp>
      <p:sp>
        <p:nvSpPr>
          <p:cNvPr id="365" name="Google Shape;365;p8">
            <a:extLst xmlns:a="http://schemas.openxmlformats.org/drawingml/2006/main">
              <a:ext uri="{FF2B5EF4-FFF2-40B4-BE49-F238E27FC236}">
                <a16:creationId xmlns:a16="http://schemas.microsoft.com/office/drawing/2014/main" id="{48958901-9889-42DF-BEF7-2A7F486D5C3C}"/>
              </a:ext>
            </a:extLst>
          </p:cNvPr>
          <p:cNvSpPr>
            <a:spLocks xmlns:a="http://schemas.openxmlformats.org/drawingml/2006/main" noGrp="1"/>
          </p:cNvSpPr>
          <p:nvPr/>
        </p:nvSpPr>
        <p:spPr>
          <a:xfrm xmlns:a="http://schemas.openxmlformats.org/drawingml/2006/main">
            <a:off x="7482840" y="3337560"/>
            <a:ext cx="1752600" cy="2514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65707C"/>
                </a:solidFill>
                <a:latin typeface="Apple SD Gothic Neo"/>
                <a:ea typeface="Apple SD Gothic Neo"/>
                <a:cs typeface="Apple SD Gothic Neo"/>
              </a:defRPr>
            </a:defPPr>
            <a:lvl1pPr>
              <a:defRPr>
                <a:solidFill>
                  <a:srgbClr val="65707C"/>
                </a:solidFill>
                <a:latin typeface="Apple SD Gothic Neo"/>
                <a:ea typeface="Apple SD Gothic Neo"/>
                <a:cs typeface="Apple SD Gothic Neo"/>
              </a:defRPr>
            </a:lvl1pPr>
            <a:lvl2pPr>
              <a:defRPr>
                <a:solidFill>
                  <a:srgbClr val="65707C"/>
                </a:solidFill>
                <a:latin typeface="Apple SD Gothic Neo"/>
                <a:ea typeface="Apple SD Gothic Neo"/>
                <a:cs typeface="Apple SD Gothic Neo"/>
              </a:defRPr>
            </a:lvl2pPr>
            <a:lvl3pPr>
              <a:defRPr>
                <a:solidFill>
                  <a:srgbClr val="65707C"/>
                </a:solidFill>
                <a:latin typeface="Apple SD Gothic Neo"/>
                <a:ea typeface="Apple SD Gothic Neo"/>
                <a:cs typeface="Apple SD Gothic Neo"/>
              </a:defRPr>
            </a:lvl3pPr>
            <a:lvl4pPr>
              <a:defRPr>
                <a:solidFill>
                  <a:srgbClr val="65707C"/>
                </a:solidFill>
                <a:latin typeface="Apple SD Gothic Neo"/>
                <a:ea typeface="Apple SD Gothic Neo"/>
                <a:cs typeface="Apple SD Gothic Neo"/>
              </a:defRPr>
            </a:lvl4pPr>
            <a:lvl5pPr>
              <a:defRPr>
                <a:solidFill>
                  <a:srgbClr val="65707C"/>
                </a:solidFill>
                <a:latin typeface="Apple SD Gothic Neo"/>
                <a:ea typeface="Apple SD Gothic Neo"/>
                <a:cs typeface="Apple SD Gothic Neo"/>
              </a:defRPr>
            </a:lvl5pPr>
            <a:lvl6pPr>
              <a:defRPr>
                <a:solidFill>
                  <a:srgbClr val="65707C"/>
                </a:solidFill>
                <a:latin typeface="Apple SD Gothic Neo"/>
                <a:ea typeface="Apple SD Gothic Neo"/>
                <a:cs typeface="Apple SD Gothic Neo"/>
              </a:defRPr>
            </a:lvl6pPr>
            <a:lvl7pPr>
              <a:defRPr>
                <a:solidFill>
                  <a:srgbClr val="65707C"/>
                </a:solidFill>
                <a:latin typeface="Apple SD Gothic Neo"/>
                <a:ea typeface="Apple SD Gothic Neo"/>
                <a:cs typeface="Apple SD Gothic Neo"/>
              </a:defRPr>
            </a:lvl7pPr>
            <a:lvl8pPr>
              <a:defRPr>
                <a:solidFill>
                  <a:srgbClr val="65707C"/>
                </a:solidFill>
                <a:latin typeface="Apple SD Gothic Neo"/>
                <a:ea typeface="Apple SD Gothic Neo"/>
                <a:cs typeface="Apple SD Gothic Neo"/>
              </a:defRPr>
            </a:lvl8pPr>
            <a:lvl9pPr>
              <a:defRPr>
                <a:solidFill>
                  <a:srgbClr val="65707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320"/>
              <a:buFont typeface="Arial"/>
              <a:buNone/>
              <a:defRPr>
                <a:solidFill>
                  <a:srgbClr val="65707C"/>
                </a:solidFill>
                <a:latin typeface="Apple SD Gothic Neo"/>
                <a:ea typeface="Apple SD Gothic Neo"/>
                <a:cs typeface="Apple SD Gothic Neo"/>
              </a:defRPr>
            </a:pPr>
            <a:r>
              <a:rPr sz="1320" b="0" i="0" u="none" strike="noStrike" cap="none" spc="0">
                <a:solidFill>
                  <a:srgbClr val="65707C"/>
                </a:solidFill>
                <a:latin typeface="Apple SD Gothic Neo"/>
                <a:ea typeface="Apple SD Gothic Neo"/>
                <a:cs typeface="Apple SD Gothic Neo"/>
              </a:rPr>
              <a:t>긴급·분석 작업 분리</a:t>
            </a:r>
            <a:endParaRPr/>
          </a:p>
        </p:txBody>
      </p:sp>
      <p:sp>
        <p:nvSpPr>
          <p:cNvPr id="366" name="Google Shape;366;p8">
            <a:extLst xmlns:a="http://schemas.openxmlformats.org/drawingml/2006/main">
              <a:ext uri="{FF2B5EF4-FFF2-40B4-BE49-F238E27FC236}">
                <a16:creationId xmlns:a16="http://schemas.microsoft.com/office/drawing/2014/main" id="{2A4CD856-E1B4-44F7-94BF-00A22E5203AE}"/>
              </a:ext>
            </a:extLst>
          </p:cNvPr>
          <p:cNvSpPr>
            <a:spLocks xmlns:a="http://schemas.openxmlformats.org/drawingml/2006/main" noGrp="1"/>
          </p:cNvSpPr>
          <p:nvPr/>
        </p:nvSpPr>
        <p:spPr>
          <a:xfrm xmlns:a="http://schemas.openxmlformats.org/drawingml/2006/main">
            <a:off x="7482840" y="3604260"/>
            <a:ext cx="1752600" cy="2514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65707C"/>
                </a:solidFill>
                <a:latin typeface="Apple SD Gothic Neo"/>
                <a:ea typeface="Apple SD Gothic Neo"/>
                <a:cs typeface="Apple SD Gothic Neo"/>
              </a:defRPr>
            </a:defPPr>
            <a:lvl1pPr>
              <a:defRPr>
                <a:solidFill>
                  <a:srgbClr val="65707C"/>
                </a:solidFill>
                <a:latin typeface="Apple SD Gothic Neo"/>
                <a:ea typeface="Apple SD Gothic Neo"/>
                <a:cs typeface="Apple SD Gothic Neo"/>
              </a:defRPr>
            </a:lvl1pPr>
            <a:lvl2pPr>
              <a:defRPr>
                <a:solidFill>
                  <a:srgbClr val="65707C"/>
                </a:solidFill>
                <a:latin typeface="Apple SD Gothic Neo"/>
                <a:ea typeface="Apple SD Gothic Neo"/>
                <a:cs typeface="Apple SD Gothic Neo"/>
              </a:defRPr>
            </a:lvl2pPr>
            <a:lvl3pPr>
              <a:defRPr>
                <a:solidFill>
                  <a:srgbClr val="65707C"/>
                </a:solidFill>
                <a:latin typeface="Apple SD Gothic Neo"/>
                <a:ea typeface="Apple SD Gothic Neo"/>
                <a:cs typeface="Apple SD Gothic Neo"/>
              </a:defRPr>
            </a:lvl3pPr>
            <a:lvl4pPr>
              <a:defRPr>
                <a:solidFill>
                  <a:srgbClr val="65707C"/>
                </a:solidFill>
                <a:latin typeface="Apple SD Gothic Neo"/>
                <a:ea typeface="Apple SD Gothic Neo"/>
                <a:cs typeface="Apple SD Gothic Neo"/>
              </a:defRPr>
            </a:lvl4pPr>
            <a:lvl5pPr>
              <a:defRPr>
                <a:solidFill>
                  <a:srgbClr val="65707C"/>
                </a:solidFill>
                <a:latin typeface="Apple SD Gothic Neo"/>
                <a:ea typeface="Apple SD Gothic Neo"/>
                <a:cs typeface="Apple SD Gothic Neo"/>
              </a:defRPr>
            </a:lvl5pPr>
            <a:lvl6pPr>
              <a:defRPr>
                <a:solidFill>
                  <a:srgbClr val="65707C"/>
                </a:solidFill>
                <a:latin typeface="Apple SD Gothic Neo"/>
                <a:ea typeface="Apple SD Gothic Neo"/>
                <a:cs typeface="Apple SD Gothic Neo"/>
              </a:defRPr>
            </a:lvl6pPr>
            <a:lvl7pPr>
              <a:defRPr>
                <a:solidFill>
                  <a:srgbClr val="65707C"/>
                </a:solidFill>
                <a:latin typeface="Apple SD Gothic Neo"/>
                <a:ea typeface="Apple SD Gothic Neo"/>
                <a:cs typeface="Apple SD Gothic Neo"/>
              </a:defRPr>
            </a:lvl7pPr>
            <a:lvl8pPr>
              <a:defRPr>
                <a:solidFill>
                  <a:srgbClr val="65707C"/>
                </a:solidFill>
                <a:latin typeface="Apple SD Gothic Neo"/>
                <a:ea typeface="Apple SD Gothic Neo"/>
                <a:cs typeface="Apple SD Gothic Neo"/>
              </a:defRPr>
            </a:lvl8pPr>
            <a:lvl9pPr>
              <a:defRPr>
                <a:solidFill>
                  <a:srgbClr val="65707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320"/>
              <a:buFont typeface="Arial"/>
              <a:buNone/>
              <a:defRPr>
                <a:solidFill>
                  <a:srgbClr val="65707C"/>
                </a:solidFill>
                <a:latin typeface="Apple SD Gothic Neo"/>
                <a:ea typeface="Apple SD Gothic Neo"/>
                <a:cs typeface="Apple SD Gothic Neo"/>
              </a:defRPr>
            </a:pPr>
            <a:r>
              <a:rPr sz="1320" b="0" i="0" u="none" strike="noStrike" cap="none" spc="0">
                <a:solidFill>
                  <a:srgbClr val="65707C"/>
                </a:solidFill>
                <a:latin typeface="Apple SD Gothic Neo"/>
                <a:ea typeface="Apple SD Gothic Neo"/>
                <a:cs typeface="Apple SD Gothic Neo"/>
              </a:rPr>
              <a:t>처리 대기와 재시도</a:t>
            </a:r>
            <a:endParaRPr/>
          </a:p>
        </p:txBody>
      </p:sp>
      <p:sp>
        <p:nvSpPr>
          <p:cNvPr id="367" name="Google Shape;367;p8">
            <a:extLst xmlns:a="http://schemas.openxmlformats.org/drawingml/2006/main">
              <a:ext uri="{FF2B5EF4-FFF2-40B4-BE49-F238E27FC236}">
                <a16:creationId xmlns:a16="http://schemas.microsoft.com/office/drawing/2014/main" id="{CB3DCCCC-63A8-48DB-82FF-B93EB6CB992D}"/>
              </a:ext>
            </a:extLst>
          </p:cNvPr>
          <p:cNvSpPr>
            <a:spLocks xmlns:a="http://schemas.openxmlformats.org/drawingml/2006/main" noGrp="1"/>
          </p:cNvSpPr>
          <p:nvPr/>
        </p:nvSpPr>
        <p:spPr>
          <a:xfrm xmlns:a="http://schemas.openxmlformats.org/drawingml/2006/main">
            <a:off x="9570720" y="2148840"/>
            <a:ext cx="2072640" cy="1866900"/>
          </a:xfrm>
          <a:prstGeom xmlns:a="http://schemas.openxmlformats.org/drawingml/2006/main" prst="roundRect">
            <a:avLst>
              <a:gd name="adj" fmla="val 8163"/>
            </a:avLst>
          </a:prstGeom>
          <a:solidFill xmlns:a="http://schemas.openxmlformats.org/drawingml/2006/main">
            <a:srgbClr val="F8EDDD"/>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368" name="Google Shape;368;p8">
            <a:extLst xmlns:a="http://schemas.openxmlformats.org/drawingml/2006/main">
              <a:ext uri="{FF2B5EF4-FFF2-40B4-BE49-F238E27FC236}">
                <a16:creationId xmlns:a16="http://schemas.microsoft.com/office/drawing/2014/main" id="{39AEB973-7DD3-4A0A-ACE2-1AAC8F1EFA41}"/>
              </a:ext>
            </a:extLst>
          </p:cNvPr>
          <p:cNvSpPr>
            <a:spLocks xmlns:a="http://schemas.openxmlformats.org/drawingml/2006/main" noGrp="1"/>
          </p:cNvSpPr>
          <p:nvPr/>
        </p:nvSpPr>
        <p:spPr>
          <a:xfrm xmlns:a="http://schemas.openxmlformats.org/drawingml/2006/main">
            <a:off x="9738360" y="2354580"/>
            <a:ext cx="17526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860"/>
              <a:buFont typeface="Arial"/>
              <a:buNone/>
              <a:defRPr>
                <a:latin typeface="Apple SD Gothic Neo"/>
                <a:ea typeface="Apple SD Gothic Neo"/>
                <a:cs typeface="Apple SD Gothic Neo"/>
              </a:defRPr>
            </a:pPr>
            <a:r>
              <a:rPr sz="1860" b="1" i="0" u="none" strike="noStrike" cap="none" spc="0">
                <a:solidFill>
                  <a:srgbClr val="B96928"/>
                </a:solidFill>
                <a:latin typeface="Apple SD Gothic Neo"/>
                <a:ea typeface="Apple SD Gothic Neo"/>
                <a:cs typeface="Apple SD Gothic Neo"/>
              </a:rPr>
              <a:t>앱</a:t>
            </a:r>
            <a:endParaRPr/>
          </a:p>
        </p:txBody>
      </p:sp>
      <p:sp>
        <p:nvSpPr>
          <p:cNvPr id="369" name="Google Shape;369;p8">
            <a:extLst xmlns:a="http://schemas.openxmlformats.org/drawingml/2006/main">
              <a:ext uri="{FF2B5EF4-FFF2-40B4-BE49-F238E27FC236}">
                <a16:creationId xmlns:a16="http://schemas.microsoft.com/office/drawing/2014/main" id="{29F2B499-7643-4B81-949C-6A6B8D23FE7C}"/>
              </a:ext>
            </a:extLst>
          </p:cNvPr>
          <p:cNvSpPr>
            <a:spLocks xmlns:a="http://schemas.openxmlformats.org/drawingml/2006/main" noGrp="1"/>
          </p:cNvSpPr>
          <p:nvPr/>
        </p:nvSpPr>
        <p:spPr>
          <a:xfrm xmlns:a="http://schemas.openxmlformats.org/drawingml/2006/main">
            <a:off x="9738360" y="2796540"/>
            <a:ext cx="17526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440"/>
              <a:buFont typeface="Arial"/>
              <a:buNone/>
              <a:defRPr>
                <a:solidFill>
                  <a:srgbClr val="20324C"/>
                </a:solidFill>
                <a:latin typeface="Apple SD Gothic Neo"/>
                <a:ea typeface="Apple SD Gothic Neo"/>
                <a:cs typeface="Apple SD Gothic Neo"/>
              </a:defRPr>
            </a:pPr>
            <a:r>
              <a:rPr sz="1440" b="1" i="0" u="none" strike="noStrike" cap="none" spc="0">
                <a:solidFill>
                  <a:srgbClr val="20324C"/>
                </a:solidFill>
                <a:latin typeface="Apple SD Gothic Neo"/>
                <a:ea typeface="Apple SD Gothic Neo"/>
                <a:cs typeface="Apple SD Gothic Neo"/>
              </a:rPr>
              <a:t>사용자 화면</a:t>
            </a:r>
            <a:endParaRPr/>
          </a:p>
        </p:txBody>
      </p:sp>
      <p:sp>
        <p:nvSpPr>
          <p:cNvPr id="370" name="Google Shape;370;p8">
            <a:extLst xmlns:a="http://schemas.openxmlformats.org/drawingml/2006/main">
              <a:ext uri="{FF2B5EF4-FFF2-40B4-BE49-F238E27FC236}">
                <a16:creationId xmlns:a16="http://schemas.microsoft.com/office/drawing/2014/main" id="{68D0D883-0500-41EA-86DF-5FF79E729AEE}"/>
              </a:ext>
            </a:extLst>
          </p:cNvPr>
          <p:cNvSpPr>
            <a:spLocks xmlns:a="http://schemas.openxmlformats.org/drawingml/2006/main" noGrp="1"/>
          </p:cNvSpPr>
          <p:nvPr/>
        </p:nvSpPr>
        <p:spPr>
          <a:xfrm xmlns:a="http://schemas.openxmlformats.org/drawingml/2006/main">
            <a:off x="9738360" y="3337560"/>
            <a:ext cx="1752600" cy="2514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65707C"/>
                </a:solidFill>
                <a:latin typeface="Apple SD Gothic Neo"/>
                <a:ea typeface="Apple SD Gothic Neo"/>
                <a:cs typeface="Apple SD Gothic Neo"/>
              </a:defRPr>
            </a:defPPr>
            <a:lvl1pPr>
              <a:defRPr>
                <a:solidFill>
                  <a:srgbClr val="65707C"/>
                </a:solidFill>
                <a:latin typeface="Apple SD Gothic Neo"/>
                <a:ea typeface="Apple SD Gothic Neo"/>
                <a:cs typeface="Apple SD Gothic Neo"/>
              </a:defRPr>
            </a:lvl1pPr>
            <a:lvl2pPr>
              <a:defRPr>
                <a:solidFill>
                  <a:srgbClr val="65707C"/>
                </a:solidFill>
                <a:latin typeface="Apple SD Gothic Neo"/>
                <a:ea typeface="Apple SD Gothic Neo"/>
                <a:cs typeface="Apple SD Gothic Neo"/>
              </a:defRPr>
            </a:lvl2pPr>
            <a:lvl3pPr>
              <a:defRPr>
                <a:solidFill>
                  <a:srgbClr val="65707C"/>
                </a:solidFill>
                <a:latin typeface="Apple SD Gothic Neo"/>
                <a:ea typeface="Apple SD Gothic Neo"/>
                <a:cs typeface="Apple SD Gothic Neo"/>
              </a:defRPr>
            </a:lvl3pPr>
            <a:lvl4pPr>
              <a:defRPr>
                <a:solidFill>
                  <a:srgbClr val="65707C"/>
                </a:solidFill>
                <a:latin typeface="Apple SD Gothic Neo"/>
                <a:ea typeface="Apple SD Gothic Neo"/>
                <a:cs typeface="Apple SD Gothic Neo"/>
              </a:defRPr>
            </a:lvl4pPr>
            <a:lvl5pPr>
              <a:defRPr>
                <a:solidFill>
                  <a:srgbClr val="65707C"/>
                </a:solidFill>
                <a:latin typeface="Apple SD Gothic Neo"/>
                <a:ea typeface="Apple SD Gothic Neo"/>
                <a:cs typeface="Apple SD Gothic Neo"/>
              </a:defRPr>
            </a:lvl5pPr>
            <a:lvl6pPr>
              <a:defRPr>
                <a:solidFill>
                  <a:srgbClr val="65707C"/>
                </a:solidFill>
                <a:latin typeface="Apple SD Gothic Neo"/>
                <a:ea typeface="Apple SD Gothic Neo"/>
                <a:cs typeface="Apple SD Gothic Neo"/>
              </a:defRPr>
            </a:lvl6pPr>
            <a:lvl7pPr>
              <a:defRPr>
                <a:solidFill>
                  <a:srgbClr val="65707C"/>
                </a:solidFill>
                <a:latin typeface="Apple SD Gothic Neo"/>
                <a:ea typeface="Apple SD Gothic Neo"/>
                <a:cs typeface="Apple SD Gothic Neo"/>
              </a:defRPr>
            </a:lvl7pPr>
            <a:lvl8pPr>
              <a:defRPr>
                <a:solidFill>
                  <a:srgbClr val="65707C"/>
                </a:solidFill>
                <a:latin typeface="Apple SD Gothic Neo"/>
                <a:ea typeface="Apple SD Gothic Neo"/>
                <a:cs typeface="Apple SD Gothic Neo"/>
              </a:defRPr>
            </a:lvl8pPr>
            <a:lvl9pPr>
              <a:defRPr>
                <a:solidFill>
                  <a:srgbClr val="65707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320"/>
              <a:buFont typeface="Arial"/>
              <a:buNone/>
              <a:defRPr>
                <a:solidFill>
                  <a:srgbClr val="65707C"/>
                </a:solidFill>
                <a:latin typeface="Apple SD Gothic Neo"/>
                <a:ea typeface="Apple SD Gothic Neo"/>
                <a:cs typeface="Apple SD Gothic Neo"/>
              </a:defRPr>
            </a:pPr>
            <a:r>
              <a:rPr sz="1320" b="0" i="0" u="none" strike="noStrike" cap="none" spc="0">
                <a:solidFill>
                  <a:srgbClr val="65707C"/>
                </a:solidFill>
                <a:latin typeface="Apple SD Gothic Neo"/>
                <a:ea typeface="Apple SD Gothic Neo"/>
                <a:cs typeface="Apple SD Gothic Neo"/>
              </a:rPr>
              <a:t>프로필·상황 입력</a:t>
            </a:r>
            <a:endParaRPr/>
          </a:p>
        </p:txBody>
      </p:sp>
      <p:sp>
        <p:nvSpPr>
          <p:cNvPr id="371" name="Google Shape;371;p8">
            <a:extLst xmlns:a="http://schemas.openxmlformats.org/drawingml/2006/main">
              <a:ext uri="{FF2B5EF4-FFF2-40B4-BE49-F238E27FC236}">
                <a16:creationId xmlns:a16="http://schemas.microsoft.com/office/drawing/2014/main" id="{843E829A-355A-4E0A-8CB6-C392FA1A05AF}"/>
              </a:ext>
            </a:extLst>
          </p:cNvPr>
          <p:cNvSpPr>
            <a:spLocks xmlns:a="http://schemas.openxmlformats.org/drawingml/2006/main" noGrp="1"/>
          </p:cNvSpPr>
          <p:nvPr/>
        </p:nvSpPr>
        <p:spPr>
          <a:xfrm xmlns:a="http://schemas.openxmlformats.org/drawingml/2006/main">
            <a:off x="9738360" y="3604260"/>
            <a:ext cx="1752600" cy="2514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65707C"/>
                </a:solidFill>
                <a:latin typeface="Apple SD Gothic Neo"/>
                <a:ea typeface="Apple SD Gothic Neo"/>
                <a:cs typeface="Apple SD Gothic Neo"/>
              </a:defRPr>
            </a:defPPr>
            <a:lvl1pPr>
              <a:defRPr>
                <a:solidFill>
                  <a:srgbClr val="65707C"/>
                </a:solidFill>
                <a:latin typeface="Apple SD Gothic Neo"/>
                <a:ea typeface="Apple SD Gothic Neo"/>
                <a:cs typeface="Apple SD Gothic Neo"/>
              </a:defRPr>
            </a:lvl1pPr>
            <a:lvl2pPr>
              <a:defRPr>
                <a:solidFill>
                  <a:srgbClr val="65707C"/>
                </a:solidFill>
                <a:latin typeface="Apple SD Gothic Neo"/>
                <a:ea typeface="Apple SD Gothic Neo"/>
                <a:cs typeface="Apple SD Gothic Neo"/>
              </a:defRPr>
            </a:lvl2pPr>
            <a:lvl3pPr>
              <a:defRPr>
                <a:solidFill>
                  <a:srgbClr val="65707C"/>
                </a:solidFill>
                <a:latin typeface="Apple SD Gothic Neo"/>
                <a:ea typeface="Apple SD Gothic Neo"/>
                <a:cs typeface="Apple SD Gothic Neo"/>
              </a:defRPr>
            </a:lvl3pPr>
            <a:lvl4pPr>
              <a:defRPr>
                <a:solidFill>
                  <a:srgbClr val="65707C"/>
                </a:solidFill>
                <a:latin typeface="Apple SD Gothic Neo"/>
                <a:ea typeface="Apple SD Gothic Neo"/>
                <a:cs typeface="Apple SD Gothic Neo"/>
              </a:defRPr>
            </a:lvl4pPr>
            <a:lvl5pPr>
              <a:defRPr>
                <a:solidFill>
                  <a:srgbClr val="65707C"/>
                </a:solidFill>
                <a:latin typeface="Apple SD Gothic Neo"/>
                <a:ea typeface="Apple SD Gothic Neo"/>
                <a:cs typeface="Apple SD Gothic Neo"/>
              </a:defRPr>
            </a:lvl5pPr>
            <a:lvl6pPr>
              <a:defRPr>
                <a:solidFill>
                  <a:srgbClr val="65707C"/>
                </a:solidFill>
                <a:latin typeface="Apple SD Gothic Neo"/>
                <a:ea typeface="Apple SD Gothic Neo"/>
                <a:cs typeface="Apple SD Gothic Neo"/>
              </a:defRPr>
            </a:lvl6pPr>
            <a:lvl7pPr>
              <a:defRPr>
                <a:solidFill>
                  <a:srgbClr val="65707C"/>
                </a:solidFill>
                <a:latin typeface="Apple SD Gothic Neo"/>
                <a:ea typeface="Apple SD Gothic Neo"/>
                <a:cs typeface="Apple SD Gothic Neo"/>
              </a:defRPr>
            </a:lvl7pPr>
            <a:lvl8pPr>
              <a:defRPr>
                <a:solidFill>
                  <a:srgbClr val="65707C"/>
                </a:solidFill>
                <a:latin typeface="Apple SD Gothic Neo"/>
                <a:ea typeface="Apple SD Gothic Neo"/>
                <a:cs typeface="Apple SD Gothic Neo"/>
              </a:defRPr>
            </a:lvl8pPr>
            <a:lvl9pPr>
              <a:defRPr>
                <a:solidFill>
                  <a:srgbClr val="65707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320"/>
              <a:buFont typeface="Arial"/>
              <a:buNone/>
              <a:defRPr>
                <a:solidFill>
                  <a:srgbClr val="65707C"/>
                </a:solidFill>
                <a:latin typeface="Apple SD Gothic Neo"/>
                <a:ea typeface="Apple SD Gothic Neo"/>
                <a:cs typeface="Apple SD Gothic Neo"/>
              </a:defRPr>
            </a:pPr>
            <a:r>
              <a:rPr sz="1320" b="0" i="0" u="none" strike="noStrike" cap="none" spc="0">
                <a:solidFill>
                  <a:srgbClr val="65707C"/>
                </a:solidFill>
                <a:latin typeface="Apple SD Gothic Neo"/>
                <a:ea typeface="Apple SD Gothic Neo"/>
                <a:cs typeface="Apple SD Gothic Neo"/>
              </a:rPr>
              <a:t>행동 안내·화면 갱신</a:t>
            </a:r>
            <a:endParaRPr/>
          </a:p>
        </p:txBody>
      </p:sp>
      <p:sp>
        <p:nvSpPr>
          <p:cNvPr id="372" name="Google Shape;372;p8">
            <a:extLst xmlns:a="http://schemas.openxmlformats.org/drawingml/2006/main">
              <a:ext uri="{FF2B5EF4-FFF2-40B4-BE49-F238E27FC236}">
                <a16:creationId xmlns:a16="http://schemas.microsoft.com/office/drawing/2014/main" id="{C0D86B95-994B-4820-AF0E-31C7A96F295C}"/>
              </a:ext>
            </a:extLst>
          </p:cNvPr>
          <p:cNvSpPr>
            <a:spLocks xmlns:a="http://schemas.openxmlformats.org/drawingml/2006/main" noGrp="1"/>
          </p:cNvSpPr>
          <p:nvPr/>
        </p:nvSpPr>
        <p:spPr>
          <a:xfrm xmlns:a="http://schemas.openxmlformats.org/drawingml/2006/main">
            <a:off x="548640" y="4404360"/>
            <a:ext cx="5257800" cy="15240"/>
          </a:xfrm>
          <a:prstGeom xmlns:a="http://schemas.openxmlformats.org/drawingml/2006/main" prst="rect">
            <a:avLst/>
          </a:prstGeom>
          <a:solidFill xmlns:a="http://schemas.openxmlformats.org/drawingml/2006/main">
            <a:srgbClr val="CCD3D8"/>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373" name="Google Shape;373;p8">
            <a:extLst xmlns:a="http://schemas.openxmlformats.org/drawingml/2006/main">
              <a:ext uri="{FF2B5EF4-FFF2-40B4-BE49-F238E27FC236}">
                <a16:creationId xmlns:a16="http://schemas.microsoft.com/office/drawing/2014/main" id="{B706A8B8-3125-4811-85AE-9CB4C109202A}"/>
              </a:ext>
            </a:extLst>
          </p:cNvPr>
          <p:cNvSpPr>
            <a:spLocks xmlns:a="http://schemas.openxmlformats.org/drawingml/2006/main" noGrp="1"/>
          </p:cNvSpPr>
          <p:nvPr/>
        </p:nvSpPr>
        <p:spPr>
          <a:xfrm xmlns:a="http://schemas.openxmlformats.org/drawingml/2006/main">
            <a:off x="6294120" y="4404360"/>
            <a:ext cx="5349240" cy="15240"/>
          </a:xfrm>
          <a:prstGeom xmlns:a="http://schemas.openxmlformats.org/drawingml/2006/main" prst="rect">
            <a:avLst/>
          </a:prstGeom>
          <a:solidFill xmlns:a="http://schemas.openxmlformats.org/drawingml/2006/main">
            <a:srgbClr val="CCD3D8"/>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lvl="0" indent="0" algn="l">
              <a:spcBef>
                <a:spcPts val="0"/>
              </a:spcBef>
              <a:spcAft>
                <a:spcPts val="0"/>
              </a:spcAft>
              <a:buNone/>
            </a:pPr>
            <a:r>
              <a:t/>
            </a:r>
            <a:endParaRPr/>
          </a:p>
        </p:txBody>
      </p:sp>
      <p:sp>
        <p:nvSpPr>
          <p:cNvPr id="374" name="Google Shape;374;p8">
            <a:extLst xmlns:a="http://schemas.openxmlformats.org/drawingml/2006/main">
              <a:ext uri="{FF2B5EF4-FFF2-40B4-BE49-F238E27FC236}">
                <a16:creationId xmlns:a16="http://schemas.microsoft.com/office/drawing/2014/main" id="{CFA8F83A-DC75-46E4-8962-1B0535E0D76A}"/>
              </a:ext>
            </a:extLst>
          </p:cNvPr>
          <p:cNvSpPr>
            <a:spLocks xmlns:a="http://schemas.openxmlformats.org/drawingml/2006/main" noGrp="1"/>
          </p:cNvSpPr>
          <p:nvPr/>
        </p:nvSpPr>
        <p:spPr>
          <a:xfrm xmlns:a="http://schemas.openxmlformats.org/drawingml/2006/main">
            <a:off x="548640" y="4579620"/>
            <a:ext cx="4953000" cy="335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062F5B"/>
                </a:solidFill>
                <a:latin typeface="Apple SD Gothic Neo"/>
                <a:ea typeface="Apple SD Gothic Neo"/>
                <a:cs typeface="Apple SD Gothic Neo"/>
              </a:defRPr>
            </a:defPPr>
            <a:lvl1pPr>
              <a:defRPr>
                <a:solidFill>
                  <a:srgbClr val="062F5B"/>
                </a:solidFill>
                <a:latin typeface="Apple SD Gothic Neo"/>
                <a:ea typeface="Apple SD Gothic Neo"/>
                <a:cs typeface="Apple SD Gothic Neo"/>
              </a:defRPr>
            </a:lvl1pPr>
            <a:lvl2pPr>
              <a:defRPr>
                <a:solidFill>
                  <a:srgbClr val="062F5B"/>
                </a:solidFill>
                <a:latin typeface="Apple SD Gothic Neo"/>
                <a:ea typeface="Apple SD Gothic Neo"/>
                <a:cs typeface="Apple SD Gothic Neo"/>
              </a:defRPr>
            </a:lvl2pPr>
            <a:lvl3pPr>
              <a:defRPr>
                <a:solidFill>
                  <a:srgbClr val="062F5B"/>
                </a:solidFill>
                <a:latin typeface="Apple SD Gothic Neo"/>
                <a:ea typeface="Apple SD Gothic Neo"/>
                <a:cs typeface="Apple SD Gothic Neo"/>
              </a:defRPr>
            </a:lvl3pPr>
            <a:lvl4pPr>
              <a:defRPr>
                <a:solidFill>
                  <a:srgbClr val="062F5B"/>
                </a:solidFill>
                <a:latin typeface="Apple SD Gothic Neo"/>
                <a:ea typeface="Apple SD Gothic Neo"/>
                <a:cs typeface="Apple SD Gothic Neo"/>
              </a:defRPr>
            </a:lvl4pPr>
            <a:lvl5pPr>
              <a:defRPr>
                <a:solidFill>
                  <a:srgbClr val="062F5B"/>
                </a:solidFill>
                <a:latin typeface="Apple SD Gothic Neo"/>
                <a:ea typeface="Apple SD Gothic Neo"/>
                <a:cs typeface="Apple SD Gothic Neo"/>
              </a:defRPr>
            </a:lvl5pPr>
            <a:lvl6pPr>
              <a:defRPr>
                <a:solidFill>
                  <a:srgbClr val="062F5B"/>
                </a:solidFill>
                <a:latin typeface="Apple SD Gothic Neo"/>
                <a:ea typeface="Apple SD Gothic Neo"/>
                <a:cs typeface="Apple SD Gothic Neo"/>
              </a:defRPr>
            </a:lvl6pPr>
            <a:lvl7pPr>
              <a:defRPr>
                <a:solidFill>
                  <a:srgbClr val="062F5B"/>
                </a:solidFill>
                <a:latin typeface="Apple SD Gothic Neo"/>
                <a:ea typeface="Apple SD Gothic Neo"/>
                <a:cs typeface="Apple SD Gothic Neo"/>
              </a:defRPr>
            </a:lvl7pPr>
            <a:lvl8pPr>
              <a:defRPr>
                <a:solidFill>
                  <a:srgbClr val="062F5B"/>
                </a:solidFill>
                <a:latin typeface="Apple SD Gothic Neo"/>
                <a:ea typeface="Apple SD Gothic Neo"/>
                <a:cs typeface="Apple SD Gothic Neo"/>
              </a:defRPr>
            </a:lvl8pPr>
            <a:lvl9pPr>
              <a:defRPr>
                <a:solidFill>
                  <a:srgbClr val="062F5B"/>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800"/>
              <a:buFont typeface="Arial"/>
              <a:buNone/>
              <a:defRPr>
                <a:solidFill>
                  <a:srgbClr val="062F5B"/>
                </a:solidFill>
                <a:latin typeface="Apple SD Gothic Neo"/>
                <a:ea typeface="Apple SD Gothic Neo"/>
                <a:cs typeface="Apple SD Gothic Neo"/>
              </a:defRPr>
            </a:pPr>
            <a:r>
              <a:rPr sz="1800" b="1" i="0" u="none" strike="noStrike" cap="none" spc="0">
                <a:solidFill>
                  <a:srgbClr val="062F5B"/>
                </a:solidFill>
                <a:latin typeface="Apple SD Gothic Neo"/>
                <a:ea typeface="Apple SD Gothic Neo"/>
                <a:cs typeface="Apple SD Gothic Neo"/>
              </a:rPr>
              <a:t>팀 직접 개발</a:t>
            </a:r>
            <a:endParaRPr/>
          </a:p>
        </p:txBody>
      </p:sp>
      <p:sp>
        <p:nvSpPr>
          <p:cNvPr id="375" name="Google Shape;375;p8">
            <a:extLst xmlns:a="http://schemas.openxmlformats.org/drawingml/2006/main">
              <a:ext uri="{FF2B5EF4-FFF2-40B4-BE49-F238E27FC236}">
                <a16:creationId xmlns:a16="http://schemas.microsoft.com/office/drawing/2014/main" id="{4FDF1F1B-AE6C-4717-BF6A-101112860C7B}"/>
              </a:ext>
            </a:extLst>
          </p:cNvPr>
          <p:cNvSpPr>
            <a:spLocks xmlns:a="http://schemas.openxmlformats.org/drawingml/2006/main" noGrp="1"/>
          </p:cNvSpPr>
          <p:nvPr/>
        </p:nvSpPr>
        <p:spPr>
          <a:xfrm xmlns:a="http://schemas.openxmlformats.org/drawingml/2006/main">
            <a:off x="548640" y="5052060"/>
            <a:ext cx="5257800" cy="2971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560"/>
              <a:buFont typeface="Arial"/>
              <a:buNone/>
              <a:defRPr>
                <a:solidFill>
                  <a:srgbClr val="20324C"/>
                </a:solidFill>
                <a:latin typeface="Apple SD Gothic Neo"/>
                <a:ea typeface="Apple SD Gothic Neo"/>
                <a:cs typeface="Apple SD Gothic Neo"/>
              </a:defRPr>
            </a:pPr>
            <a:r>
              <a:rPr sz="1560" b="0" i="0" u="none" strike="noStrike" cap="none" spc="0">
                <a:solidFill>
                  <a:srgbClr val="20324C"/>
                </a:solidFill>
                <a:latin typeface="Apple SD Gothic Neo"/>
                <a:ea typeface="Apple SD Gothic Neo"/>
                <a:cs typeface="Apple SD Gothic Neo"/>
              </a:rPr>
              <a:t>서버 API · 중복 방지 · 긴급 큐 · 정책 갱신</a:t>
            </a:r>
            <a:endParaRPr/>
          </a:p>
        </p:txBody>
      </p:sp>
      <p:sp>
        <p:nvSpPr>
          <p:cNvPr id="376" name="Google Shape;376;p8">
            <a:extLst xmlns:a="http://schemas.openxmlformats.org/drawingml/2006/main">
              <a:ext uri="{FF2B5EF4-FFF2-40B4-BE49-F238E27FC236}">
                <a16:creationId xmlns:a16="http://schemas.microsoft.com/office/drawing/2014/main" id="{49AD5A37-80E1-4185-ABC7-6866C8C81311}"/>
              </a:ext>
            </a:extLst>
          </p:cNvPr>
          <p:cNvSpPr>
            <a:spLocks xmlns:a="http://schemas.openxmlformats.org/drawingml/2006/main" noGrp="1"/>
          </p:cNvSpPr>
          <p:nvPr/>
        </p:nvSpPr>
        <p:spPr>
          <a:xfrm xmlns:a="http://schemas.openxmlformats.org/drawingml/2006/main">
            <a:off x="548640" y="5387340"/>
            <a:ext cx="5257800" cy="2971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560"/>
              <a:buFont typeface="Arial"/>
              <a:buNone/>
              <a:defRPr>
                <a:solidFill>
                  <a:srgbClr val="20324C"/>
                </a:solidFill>
                <a:latin typeface="Apple SD Gothic Neo"/>
                <a:ea typeface="Apple SD Gothic Neo"/>
                <a:cs typeface="Apple SD Gothic Neo"/>
              </a:defRPr>
            </a:pPr>
            <a:r>
              <a:rPr sz="1560" b="0" i="0" u="none" strike="noStrike" cap="none" spc="0">
                <a:solidFill>
                  <a:srgbClr val="20324C"/>
                </a:solidFill>
                <a:latin typeface="Apple SD Gothic Neo"/>
                <a:ea typeface="Apple SD Gothic Neo"/>
                <a:cs typeface="Apple SD Gothic Neo"/>
              </a:rPr>
              <a:t>앱 화면과 서버 API 연결</a:t>
            </a:r>
            <a:endParaRPr/>
          </a:p>
        </p:txBody>
      </p:sp>
      <p:sp>
        <p:nvSpPr>
          <p:cNvPr id="377" name="Google Shape;377;p8">
            <a:extLst xmlns:a="http://schemas.openxmlformats.org/drawingml/2006/main">
              <a:ext uri="{FF2B5EF4-FFF2-40B4-BE49-F238E27FC236}">
                <a16:creationId xmlns:a16="http://schemas.microsoft.com/office/drawing/2014/main" id="{7DECE235-60C8-4A82-BB9F-4CC59F7BD52D}"/>
              </a:ext>
            </a:extLst>
          </p:cNvPr>
          <p:cNvSpPr>
            <a:spLocks xmlns:a="http://schemas.openxmlformats.org/drawingml/2006/main" noGrp="1"/>
          </p:cNvSpPr>
          <p:nvPr/>
        </p:nvSpPr>
        <p:spPr>
          <a:xfrm xmlns:a="http://schemas.openxmlformats.org/drawingml/2006/main">
            <a:off x="6294120" y="4579620"/>
            <a:ext cx="5181600" cy="335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245B80"/>
                </a:solidFill>
                <a:latin typeface="Apple SD Gothic Neo"/>
                <a:ea typeface="Apple SD Gothic Neo"/>
                <a:cs typeface="Apple SD Gothic Neo"/>
              </a:defRPr>
            </a:defPPr>
            <a:lvl1pPr>
              <a:defRPr>
                <a:solidFill>
                  <a:srgbClr val="245B80"/>
                </a:solidFill>
                <a:latin typeface="Apple SD Gothic Neo"/>
                <a:ea typeface="Apple SD Gothic Neo"/>
                <a:cs typeface="Apple SD Gothic Neo"/>
              </a:defRPr>
            </a:lvl1pPr>
            <a:lvl2pPr>
              <a:defRPr>
                <a:solidFill>
                  <a:srgbClr val="245B80"/>
                </a:solidFill>
                <a:latin typeface="Apple SD Gothic Neo"/>
                <a:ea typeface="Apple SD Gothic Neo"/>
                <a:cs typeface="Apple SD Gothic Neo"/>
              </a:defRPr>
            </a:lvl2pPr>
            <a:lvl3pPr>
              <a:defRPr>
                <a:solidFill>
                  <a:srgbClr val="245B80"/>
                </a:solidFill>
                <a:latin typeface="Apple SD Gothic Neo"/>
                <a:ea typeface="Apple SD Gothic Neo"/>
                <a:cs typeface="Apple SD Gothic Neo"/>
              </a:defRPr>
            </a:lvl3pPr>
            <a:lvl4pPr>
              <a:defRPr>
                <a:solidFill>
                  <a:srgbClr val="245B80"/>
                </a:solidFill>
                <a:latin typeface="Apple SD Gothic Neo"/>
                <a:ea typeface="Apple SD Gothic Neo"/>
                <a:cs typeface="Apple SD Gothic Neo"/>
              </a:defRPr>
            </a:lvl4pPr>
            <a:lvl5pPr>
              <a:defRPr>
                <a:solidFill>
                  <a:srgbClr val="245B80"/>
                </a:solidFill>
                <a:latin typeface="Apple SD Gothic Neo"/>
                <a:ea typeface="Apple SD Gothic Neo"/>
                <a:cs typeface="Apple SD Gothic Neo"/>
              </a:defRPr>
            </a:lvl5pPr>
            <a:lvl6pPr>
              <a:defRPr>
                <a:solidFill>
                  <a:srgbClr val="245B80"/>
                </a:solidFill>
                <a:latin typeface="Apple SD Gothic Neo"/>
                <a:ea typeface="Apple SD Gothic Neo"/>
                <a:cs typeface="Apple SD Gothic Neo"/>
              </a:defRPr>
            </a:lvl6pPr>
            <a:lvl7pPr>
              <a:defRPr>
                <a:solidFill>
                  <a:srgbClr val="245B80"/>
                </a:solidFill>
                <a:latin typeface="Apple SD Gothic Neo"/>
                <a:ea typeface="Apple SD Gothic Neo"/>
                <a:cs typeface="Apple SD Gothic Neo"/>
              </a:defRPr>
            </a:lvl7pPr>
            <a:lvl8pPr>
              <a:defRPr>
                <a:solidFill>
                  <a:srgbClr val="245B80"/>
                </a:solidFill>
                <a:latin typeface="Apple SD Gothic Neo"/>
                <a:ea typeface="Apple SD Gothic Neo"/>
                <a:cs typeface="Apple SD Gothic Neo"/>
              </a:defRPr>
            </a:lvl8pPr>
            <a:lvl9pPr>
              <a:defRPr>
                <a:solidFill>
                  <a:srgbClr val="245B80"/>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800"/>
              <a:buFont typeface="Arial"/>
              <a:buNone/>
              <a:defRPr>
                <a:solidFill>
                  <a:srgbClr val="245B80"/>
                </a:solidFill>
                <a:latin typeface="Apple SD Gothic Neo"/>
                <a:ea typeface="Apple SD Gothic Neo"/>
                <a:cs typeface="Apple SD Gothic Neo"/>
              </a:defRPr>
            </a:pPr>
            <a:r>
              <a:rPr sz="1800" b="1" i="0" u="none" strike="noStrike" cap="none" spc="0">
                <a:solidFill>
                  <a:srgbClr val="245B80"/>
                </a:solidFill>
                <a:latin typeface="Apple SD Gothic Neo"/>
                <a:ea typeface="Apple SD Gothic Neo"/>
                <a:cs typeface="Apple SD Gothic Neo"/>
              </a:rPr>
              <a:t>검증 범위</a:t>
            </a:r>
            <a:endParaRPr/>
          </a:p>
        </p:txBody>
      </p:sp>
      <p:sp>
        <p:nvSpPr>
          <p:cNvPr id="378" name="Google Shape;378;p8">
            <a:extLst xmlns:a="http://schemas.openxmlformats.org/drawingml/2006/main">
              <a:ext uri="{FF2B5EF4-FFF2-40B4-BE49-F238E27FC236}">
                <a16:creationId xmlns:a16="http://schemas.microsoft.com/office/drawing/2014/main" id="{1D10E38A-112C-4244-A739-ABACDD32DA88}"/>
              </a:ext>
            </a:extLst>
          </p:cNvPr>
          <p:cNvSpPr>
            <a:spLocks xmlns:a="http://schemas.openxmlformats.org/drawingml/2006/main" noGrp="1"/>
          </p:cNvSpPr>
          <p:nvPr/>
        </p:nvSpPr>
        <p:spPr>
          <a:xfrm xmlns:a="http://schemas.openxmlformats.org/drawingml/2006/main">
            <a:off x="6294120" y="5052060"/>
            <a:ext cx="5349240" cy="2971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500"/>
              <a:buFont typeface="Arial"/>
              <a:buNone/>
              <a:defRPr>
                <a:solidFill>
                  <a:srgbClr val="20324C"/>
                </a:solidFill>
                <a:latin typeface="Apple SD Gothic Neo"/>
                <a:ea typeface="Apple SD Gothic Neo"/>
                <a:cs typeface="Apple SD Gothic Neo"/>
              </a:defRPr>
            </a:pPr>
            <a:r>
              <a:rPr sz="1500" b="0" i="0" u="none" strike="noStrike" cap="none" spc="0">
                <a:solidFill>
                  <a:srgbClr val="20324C"/>
                </a:solidFill>
                <a:latin typeface="Apple SD Gothic Neo"/>
                <a:ea typeface="Apple SD Gothic Neo"/>
                <a:cs typeface="Apple SD Gothic Neo"/>
              </a:rPr>
              <a:t>모의 사용자 3명 재생 · GPU 단절 시 긴급 경로</a:t>
            </a:r>
            <a:endParaRPr/>
          </a:p>
        </p:txBody>
      </p:sp>
      <p:sp>
        <p:nvSpPr>
          <p:cNvPr id="379" name="Google Shape;379;p8">
            <a:extLst xmlns:a="http://schemas.openxmlformats.org/drawingml/2006/main">
              <a:ext uri="{FF2B5EF4-FFF2-40B4-BE49-F238E27FC236}">
                <a16:creationId xmlns:a16="http://schemas.microsoft.com/office/drawing/2014/main" id="{2554EFAE-660E-4499-BFD5-50E1DDFDB3D4}"/>
              </a:ext>
            </a:extLst>
          </p:cNvPr>
          <p:cNvSpPr>
            <a:spLocks xmlns:a="http://schemas.openxmlformats.org/drawingml/2006/main" noGrp="1"/>
          </p:cNvSpPr>
          <p:nvPr/>
        </p:nvSpPr>
        <p:spPr>
          <a:xfrm xmlns:a="http://schemas.openxmlformats.org/drawingml/2006/main">
            <a:off x="6294120" y="5387340"/>
            <a:ext cx="5349240" cy="2971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620"/>
              <a:buFont typeface="Arial"/>
              <a:buNone/>
              <a:defRPr>
                <a:solidFill>
                  <a:srgbClr val="20324C"/>
                </a:solidFill>
                <a:latin typeface="Apple SD Gothic Neo"/>
                <a:ea typeface="Apple SD Gothic Neo"/>
                <a:cs typeface="Apple SD Gothic Neo"/>
              </a:defRPr>
            </a:pPr>
            <a:r>
              <a:rPr sz="1620" b="1" i="0" u="none" strike="noStrike" cap="none" spc="0">
                <a:solidFill>
                  <a:srgbClr val="20324C"/>
                </a:solidFill>
                <a:latin typeface="Apple SD Gothic Neo"/>
                <a:ea typeface="Apple SD Gothic Neo"/>
                <a:cs typeface="Apple SD Gothic Neo"/>
              </a:rPr>
              <a:t>서버 자동 검사 82건 · 앱 14건</a:t>
            </a:r>
            <a:endParaRPr/>
          </a:p>
        </p:txBody>
      </p:sp>
      <p:sp>
        <p:nvSpPr>
          <p:cNvPr id="380" name="Google Shape;380;p8">
            <a:extLst xmlns:a="http://schemas.openxmlformats.org/drawingml/2006/main">
              <a:ext uri="{FF2B5EF4-FFF2-40B4-BE49-F238E27FC236}">
                <a16:creationId xmlns:a16="http://schemas.microsoft.com/office/drawing/2014/main" id="{AF9B540A-5ACD-4B63-80B1-F8A8A9C2314D}"/>
              </a:ext>
            </a:extLst>
          </p:cNvPr>
          <p:cNvSpPr>
            <a:spLocks xmlns:a="http://schemas.openxmlformats.org/drawingml/2006/main" noGrp="1"/>
          </p:cNvSpPr>
          <p:nvPr/>
        </p:nvSpPr>
        <p:spPr>
          <a:xfrm xmlns:a="http://schemas.openxmlformats.org/drawingml/2006/main">
            <a:off x="6294120" y="5760720"/>
            <a:ext cx="53492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solidFill>
                  <a:srgbClr val="65707C"/>
                </a:solidFill>
                <a:latin typeface="Apple SD Gothic Neo"/>
                <a:ea typeface="Apple SD Gothic Neo"/>
                <a:cs typeface="Apple SD Gothic Neo"/>
              </a:defRPr>
            </a:defPPr>
            <a:lvl1pPr>
              <a:defRPr>
                <a:solidFill>
                  <a:srgbClr val="65707C"/>
                </a:solidFill>
                <a:latin typeface="Apple SD Gothic Neo"/>
                <a:ea typeface="Apple SD Gothic Neo"/>
                <a:cs typeface="Apple SD Gothic Neo"/>
              </a:defRPr>
            </a:lvl1pPr>
            <a:lvl2pPr>
              <a:defRPr>
                <a:solidFill>
                  <a:srgbClr val="65707C"/>
                </a:solidFill>
                <a:latin typeface="Apple SD Gothic Neo"/>
                <a:ea typeface="Apple SD Gothic Neo"/>
                <a:cs typeface="Apple SD Gothic Neo"/>
              </a:defRPr>
            </a:lvl2pPr>
            <a:lvl3pPr>
              <a:defRPr>
                <a:solidFill>
                  <a:srgbClr val="65707C"/>
                </a:solidFill>
                <a:latin typeface="Apple SD Gothic Neo"/>
                <a:ea typeface="Apple SD Gothic Neo"/>
                <a:cs typeface="Apple SD Gothic Neo"/>
              </a:defRPr>
            </a:lvl3pPr>
            <a:lvl4pPr>
              <a:defRPr>
                <a:solidFill>
                  <a:srgbClr val="65707C"/>
                </a:solidFill>
                <a:latin typeface="Apple SD Gothic Neo"/>
                <a:ea typeface="Apple SD Gothic Neo"/>
                <a:cs typeface="Apple SD Gothic Neo"/>
              </a:defRPr>
            </a:lvl4pPr>
            <a:lvl5pPr>
              <a:defRPr>
                <a:solidFill>
                  <a:srgbClr val="65707C"/>
                </a:solidFill>
                <a:latin typeface="Apple SD Gothic Neo"/>
                <a:ea typeface="Apple SD Gothic Neo"/>
                <a:cs typeface="Apple SD Gothic Neo"/>
              </a:defRPr>
            </a:lvl5pPr>
            <a:lvl6pPr>
              <a:defRPr>
                <a:solidFill>
                  <a:srgbClr val="65707C"/>
                </a:solidFill>
                <a:latin typeface="Apple SD Gothic Neo"/>
                <a:ea typeface="Apple SD Gothic Neo"/>
                <a:cs typeface="Apple SD Gothic Neo"/>
              </a:defRPr>
            </a:lvl6pPr>
            <a:lvl7pPr>
              <a:defRPr>
                <a:solidFill>
                  <a:srgbClr val="65707C"/>
                </a:solidFill>
                <a:latin typeface="Apple SD Gothic Neo"/>
                <a:ea typeface="Apple SD Gothic Neo"/>
                <a:cs typeface="Apple SD Gothic Neo"/>
              </a:defRPr>
            </a:lvl7pPr>
            <a:lvl8pPr>
              <a:defRPr>
                <a:solidFill>
                  <a:srgbClr val="65707C"/>
                </a:solidFill>
                <a:latin typeface="Apple SD Gothic Neo"/>
                <a:ea typeface="Apple SD Gothic Neo"/>
                <a:cs typeface="Apple SD Gothic Neo"/>
              </a:defRPr>
            </a:lvl8pPr>
            <a:lvl9pPr>
              <a:defRPr>
                <a:solidFill>
                  <a:srgbClr val="65707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140"/>
              <a:buFont typeface="Arial"/>
              <a:buNone/>
              <a:defRPr>
                <a:solidFill>
                  <a:srgbClr val="65707C"/>
                </a:solidFill>
                <a:latin typeface="Apple SD Gothic Neo"/>
                <a:ea typeface="Apple SD Gothic Neo"/>
                <a:cs typeface="Apple SD Gothic Neo"/>
              </a:defRPr>
            </a:pPr>
            <a:r>
              <a:rPr sz="1140" b="0" i="0" u="none" strike="noStrike" cap="none" spc="0">
                <a:solidFill>
                  <a:srgbClr val="65707C"/>
                </a:solidFill>
                <a:latin typeface="Apple SD Gothic Neo"/>
                <a:ea typeface="Apple SD Gothic Neo"/>
                <a:cs typeface="Apple SD Gothic Neo"/>
              </a:rPr>
              <a:t>검사 건수는 제공 자료 기준</a:t>
            </a:r>
            <a:endParaRPr/>
          </a:p>
        </p:txBody>
      </p:sp>
      <p:sp>
        <p:nvSpPr>
          <p:cNvPr id="381" name="Google Shape;381;p8">
            <a:extLst xmlns:a="http://schemas.openxmlformats.org/drawingml/2006/main">
              <a:ext uri="{FF2B5EF4-FFF2-40B4-BE49-F238E27FC236}">
                <a16:creationId xmlns:a16="http://schemas.microsoft.com/office/drawing/2014/main" id="{BAD16867-9A42-4BE5-ADE2-389716010C1E}"/>
              </a:ext>
            </a:extLst>
          </p:cNvPr>
          <p:cNvSpPr>
            <a:spLocks xmlns:a="http://schemas.openxmlformats.org/drawingml/2006/main" noGrp="1"/>
          </p:cNvSpPr>
          <p:nvPr/>
        </p:nvSpPr>
        <p:spPr>
          <a:xfrm xmlns:a="http://schemas.openxmlformats.org/drawingml/2006/main">
            <a:off x="10934700" y="6477000"/>
            <a:ext cx="6477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200" b="1">
                <a:solidFill>
                  <a:srgbClr val="062F5B"/>
                </a:solidFill>
                <a:latin typeface="Apple SD Gothic Neo"/>
                <a:ea typeface="Apple SD Gothic Neo"/>
                <a:cs typeface="Apple SD Gothic Neo"/>
              </a:defRPr>
            </a:defPPr>
            <a:lvl1pPr algn="r">
              <a:defRPr sz="1200" b="1">
                <a:solidFill>
                  <a:srgbClr val="062F5B"/>
                </a:solidFill>
                <a:latin typeface="Apple SD Gothic Neo"/>
                <a:ea typeface="Apple SD Gothic Neo"/>
                <a:cs typeface="Apple SD Gothic Neo"/>
              </a:defRPr>
            </a:lvl1pPr>
            <a:lvl2pPr algn="r">
              <a:defRPr sz="1200" b="1">
                <a:solidFill>
                  <a:srgbClr val="062F5B"/>
                </a:solidFill>
                <a:latin typeface="Apple SD Gothic Neo"/>
                <a:ea typeface="Apple SD Gothic Neo"/>
                <a:cs typeface="Apple SD Gothic Neo"/>
              </a:defRPr>
            </a:lvl2pPr>
            <a:lvl3pPr algn="r">
              <a:defRPr sz="1200" b="1">
                <a:solidFill>
                  <a:srgbClr val="062F5B"/>
                </a:solidFill>
                <a:latin typeface="Apple SD Gothic Neo"/>
                <a:ea typeface="Apple SD Gothic Neo"/>
                <a:cs typeface="Apple SD Gothic Neo"/>
              </a:defRPr>
            </a:lvl3pPr>
            <a:lvl4pPr algn="r">
              <a:defRPr sz="1200" b="1">
                <a:solidFill>
                  <a:srgbClr val="062F5B"/>
                </a:solidFill>
                <a:latin typeface="Apple SD Gothic Neo"/>
                <a:ea typeface="Apple SD Gothic Neo"/>
                <a:cs typeface="Apple SD Gothic Neo"/>
              </a:defRPr>
            </a:lvl4pPr>
            <a:lvl5pPr algn="r">
              <a:defRPr sz="1200" b="1">
                <a:solidFill>
                  <a:srgbClr val="062F5B"/>
                </a:solidFill>
                <a:latin typeface="Apple SD Gothic Neo"/>
                <a:ea typeface="Apple SD Gothic Neo"/>
                <a:cs typeface="Apple SD Gothic Neo"/>
              </a:defRPr>
            </a:lvl5pPr>
            <a:lvl6pPr algn="r">
              <a:defRPr sz="1200" b="1">
                <a:solidFill>
                  <a:srgbClr val="062F5B"/>
                </a:solidFill>
                <a:latin typeface="Apple SD Gothic Neo"/>
                <a:ea typeface="Apple SD Gothic Neo"/>
                <a:cs typeface="Apple SD Gothic Neo"/>
              </a:defRPr>
            </a:lvl6pPr>
            <a:lvl7pPr algn="r">
              <a:defRPr sz="1200" b="1">
                <a:solidFill>
                  <a:srgbClr val="062F5B"/>
                </a:solidFill>
                <a:latin typeface="Apple SD Gothic Neo"/>
                <a:ea typeface="Apple SD Gothic Neo"/>
                <a:cs typeface="Apple SD Gothic Neo"/>
              </a:defRPr>
            </a:lvl7pPr>
            <a:lvl8pPr algn="r">
              <a:defRPr sz="1200" b="1">
                <a:solidFill>
                  <a:srgbClr val="062F5B"/>
                </a:solidFill>
                <a:latin typeface="Apple SD Gothic Neo"/>
                <a:ea typeface="Apple SD Gothic Neo"/>
                <a:cs typeface="Apple SD Gothic Neo"/>
              </a:defRPr>
            </a:lvl8pPr>
            <a:lvl9pPr algn="r">
              <a:defRPr sz="1200" b="1">
                <a:solidFill>
                  <a:srgbClr val="062F5B"/>
                </a:solidFill>
                <a:latin typeface="Apple SD Gothic Neo"/>
                <a:ea typeface="Apple SD Gothic Neo"/>
                <a:cs typeface="Apple SD Gothic Neo"/>
              </a:defRPr>
            </a:lvl9pPr>
          </a:lstStyle>
          <a:p xmlns:a="http://schemas.openxmlformats.org/drawingml/2006/main">
            <a:pPr marL="0" lvl="0" indent="0" algn="r">
              <a:lnSpc>
                <a:spcPct val="110000"/>
              </a:lnSpc>
              <a:spcBef>
                <a:spcPts val="0"/>
              </a:spcBef>
              <a:spcAft>
                <a:spcPts val="0"/>
              </a:spcAft>
              <a:buNone/>
              <a:defRPr sz="1200" b="1">
                <a:solidFill>
                  <a:srgbClr val="062F5B"/>
                </a:solidFill>
                <a:latin typeface="Apple SD Gothic Neo"/>
                <a:ea typeface="Apple SD Gothic Neo"/>
                <a:cs typeface="Apple SD Gothic Neo"/>
              </a:defRPr>
            </a:pPr>
            <a:r>
              <a:rPr sz="1200" b="1">
                <a:solidFill>
                  <a:srgbClr val="062F5B"/>
                </a:solidFill>
                <a:latin typeface="Apple SD Gothic Neo"/>
                <a:ea typeface="Apple SD Gothic Neo"/>
                <a:cs typeface="Apple SD Gothic Neo"/>
              </a:rPr>
              <a:t>07</a:t>
            </a:r>
            <a:endParaRPr sz="1200" b="1">
              <a:solidFill>
                <a:schemeClr val="dk2"/>
              </a:solidFill>
            </a:endParaRPr>
          </a:p>
          <a:p xmlns:a="http://schemas.openxmlformats.org/drawingml/2006/main">
            <a:pPr marL="0" lvl="0" indent="0" algn="l">
              <a:lnSpc>
                <a:spcPct val="110000"/>
              </a:lnSpc>
              <a:spcBef>
                <a:spcPts val="0"/>
              </a:spcBef>
              <a:spcAft>
                <a:spcPts val="0"/>
              </a:spcAft>
              <a:buNone/>
            </a:pPr>
            <a:r>
              <a:t/>
            </a:r>
            <a:endParaRPr sz="1200" b="1">
              <a:solidFill>
                <a:schemeClr val="dk2"/>
              </a:solidFill>
            </a:endParaRPr>
          </a:p>
          <a:p xmlns:a="http://schemas.openxmlformats.org/drawingml/2006/main">
            <a:pPr marL="0" lvl="0" indent="0" algn="r">
              <a:lnSpc>
                <a:spcPct val="110000"/>
              </a:lnSpc>
              <a:spcBef>
                <a:spcPts val="0"/>
              </a:spcBef>
              <a:spcAft>
                <a:spcPts val="0"/>
              </a:spcAft>
              <a:buNone/>
            </a:pPr>
            <a:r>
              <a:t/>
            </a:r>
            <a:endParaRPr sz="1200" b="1">
              <a:solidFill>
                <a:schemeClr val="dk2"/>
              </a:solidFill>
            </a:endParaRPr>
          </a:p>
        </p:txBody>
      </p:sp>
    </p:spTree>
    <p:extLst>
      <p:ext uri="{BB962C8B-B14F-4D97-AF65-F5344CB8AC3E}">
        <p14:creationId xmlns:p14="http://schemas.microsoft.com/office/powerpoint/2010/main" val="234150015"/>
      </p:ext>
    </p:extLst>
  </p:cSld>
</p:sld>
</file>

<file path=ppt/slides/slide9.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387" name="Google Shape;387;p9">
            <a:extLst xmlns:a="http://schemas.openxmlformats.org/drawingml/2006/main">
              <a:ext uri="{FF2B5EF4-FFF2-40B4-BE49-F238E27FC236}">
                <a16:creationId xmlns:a16="http://schemas.microsoft.com/office/drawing/2014/main" id="{11680D68-C66C-48B3-851C-7BF22D24228A}"/>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CCD3D8"/>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spc="0">
              <a:solidFill>
                <a:srgbClr val="000000"/>
              </a:solidFill>
              <a:latin typeface="Arial"/>
              <a:ea typeface="Arial"/>
              <a:cs typeface="Arial"/>
            </a:endParaRPr>
          </a:p>
        </p:txBody>
      </p:sp>
      <p:sp>
        <p:nvSpPr>
          <p:cNvPr id="388" name="Google Shape;388;p9">
            <a:extLst xmlns:a="http://schemas.openxmlformats.org/drawingml/2006/main">
              <a:ext uri="{FF2B5EF4-FFF2-40B4-BE49-F238E27FC236}">
                <a16:creationId xmlns:a16="http://schemas.microsoft.com/office/drawing/2014/main" id="{47514786-A1FA-4155-A560-8F840A22EF17}"/>
              </a:ext>
            </a:extLst>
          </p:cNvPr>
          <p:cNvSpPr>
            <a:spLocks xmlns:a="http://schemas.openxmlformats.org/drawingml/2006/main" noGrp="1"/>
          </p:cNvSpPr>
          <p:nvPr/>
        </p:nvSpPr>
        <p:spPr>
          <a:xfrm xmlns:a="http://schemas.openxmlformats.org/drawingml/2006/main">
            <a:off x="609600" y="6486525"/>
            <a:ext cx="66675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825">
                <a:solidFill>
                  <a:srgbClr val="65707C"/>
                </a:solidFill>
                <a:latin typeface="Apple SD Gothic Neo"/>
                <a:ea typeface="Apple SD Gothic Neo"/>
                <a:cs typeface="Apple SD Gothic Neo"/>
              </a:defRPr>
            </a:defPPr>
            <a:lvl1pPr>
              <a:defRPr sz="825">
                <a:solidFill>
                  <a:srgbClr val="65707C"/>
                </a:solidFill>
                <a:latin typeface="Apple SD Gothic Neo"/>
                <a:ea typeface="Apple SD Gothic Neo"/>
                <a:cs typeface="Apple SD Gothic Neo"/>
              </a:defRPr>
            </a:lvl1pPr>
            <a:lvl2pPr>
              <a:defRPr sz="825">
                <a:solidFill>
                  <a:srgbClr val="65707C"/>
                </a:solidFill>
                <a:latin typeface="Apple SD Gothic Neo"/>
                <a:ea typeface="Apple SD Gothic Neo"/>
                <a:cs typeface="Apple SD Gothic Neo"/>
              </a:defRPr>
            </a:lvl2pPr>
            <a:lvl3pPr>
              <a:defRPr sz="825">
                <a:solidFill>
                  <a:srgbClr val="65707C"/>
                </a:solidFill>
                <a:latin typeface="Apple SD Gothic Neo"/>
                <a:ea typeface="Apple SD Gothic Neo"/>
                <a:cs typeface="Apple SD Gothic Neo"/>
              </a:defRPr>
            </a:lvl3pPr>
            <a:lvl4pPr>
              <a:defRPr sz="825">
                <a:solidFill>
                  <a:srgbClr val="65707C"/>
                </a:solidFill>
                <a:latin typeface="Apple SD Gothic Neo"/>
                <a:ea typeface="Apple SD Gothic Neo"/>
                <a:cs typeface="Apple SD Gothic Neo"/>
              </a:defRPr>
            </a:lvl4pPr>
            <a:lvl5pPr>
              <a:defRPr sz="825">
                <a:solidFill>
                  <a:srgbClr val="65707C"/>
                </a:solidFill>
                <a:latin typeface="Apple SD Gothic Neo"/>
                <a:ea typeface="Apple SD Gothic Neo"/>
                <a:cs typeface="Apple SD Gothic Neo"/>
              </a:defRPr>
            </a:lvl5pPr>
            <a:lvl6pPr>
              <a:defRPr sz="825">
                <a:solidFill>
                  <a:srgbClr val="65707C"/>
                </a:solidFill>
                <a:latin typeface="Apple SD Gothic Neo"/>
                <a:ea typeface="Apple SD Gothic Neo"/>
                <a:cs typeface="Apple SD Gothic Neo"/>
              </a:defRPr>
            </a:lvl6pPr>
            <a:lvl7pPr>
              <a:defRPr sz="825">
                <a:solidFill>
                  <a:srgbClr val="65707C"/>
                </a:solidFill>
                <a:latin typeface="Apple SD Gothic Neo"/>
                <a:ea typeface="Apple SD Gothic Neo"/>
                <a:cs typeface="Apple SD Gothic Neo"/>
              </a:defRPr>
            </a:lvl7pPr>
            <a:lvl8pPr>
              <a:defRPr sz="825">
                <a:solidFill>
                  <a:srgbClr val="65707C"/>
                </a:solidFill>
                <a:latin typeface="Apple SD Gothic Neo"/>
                <a:ea typeface="Apple SD Gothic Neo"/>
                <a:cs typeface="Apple SD Gothic Neo"/>
              </a:defRPr>
            </a:lvl8pPr>
            <a:lvl9pPr>
              <a:defRPr sz="825">
                <a:solidFill>
                  <a:srgbClr val="65707C"/>
                </a:solidFill>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65707C"/>
              </a:buClr>
              <a:buSzPts val="1100"/>
              <a:buFont typeface="Arial"/>
              <a:buNone/>
              <a:defRPr sz="825">
                <a:solidFill>
                  <a:srgbClr val="65707C"/>
                </a:solidFill>
                <a:latin typeface="Apple SD Gothic Neo"/>
                <a:ea typeface="Apple SD Gothic Neo"/>
                <a:cs typeface="Apple SD Gothic Neo"/>
              </a:defRPr>
            </a:pPr>
            <a:r>
              <a:rPr sz="825" b="0" i="0" u="none" strike="noStrike" cap="none" spc="0">
                <a:solidFill>
                  <a:srgbClr val="65707C"/>
                </a:solidFill>
                <a:latin typeface="Apple SD Gothic Neo"/>
                <a:ea typeface="Apple SD Gothic Neo"/>
                <a:cs typeface="Apple SD Gothic Neo"/>
              </a:rPr>
              <a:t>CODYSSEY AI HACKATHON 2026</a:t>
            </a:r>
            <a:endParaRPr sz="1400" b="0" i="0" u="none" strike="noStrike" cap="none" spc="0">
              <a:solidFill>
                <a:srgbClr val="000000"/>
              </a:solidFill>
              <a:latin typeface="Arial"/>
              <a:ea typeface="Arial"/>
              <a:cs typeface="Arial"/>
            </a:endParaRPr>
          </a:p>
        </p:txBody>
      </p:sp>
      <p:sp>
        <p:nvSpPr>
          <p:cNvPr id="389" name="Google Shape;389;p9">
            <a:extLst xmlns:a="http://schemas.openxmlformats.org/drawingml/2006/main">
              <a:ext uri="{FF2B5EF4-FFF2-40B4-BE49-F238E27FC236}">
                <a16:creationId xmlns:a16="http://schemas.microsoft.com/office/drawing/2014/main" id="{051017A8-4116-4085-AD37-2A5FB24C72A0}"/>
              </a:ext>
            </a:extLst>
          </p:cNvPr>
          <p:cNvSpPr>
            <a:spLocks xmlns:a="http://schemas.openxmlformats.org/drawingml/2006/main" noGrp="1"/>
          </p:cNvSpPr>
          <p:nvPr/>
        </p:nvSpPr>
        <p:spPr>
          <a:xfrm xmlns:a="http://schemas.openxmlformats.org/drawingml/2006/main">
            <a:off x="10934700" y="6477000"/>
            <a:ext cx="6477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200" b="1">
                <a:solidFill>
                  <a:srgbClr val="062F5B"/>
                </a:solidFill>
                <a:latin typeface="Apple SD Gothic Neo"/>
                <a:ea typeface="Apple SD Gothic Neo"/>
                <a:cs typeface="Apple SD Gothic Neo"/>
              </a:defRPr>
            </a:defPPr>
            <a:lvl1pPr algn="r">
              <a:defRPr sz="1200" b="1">
                <a:solidFill>
                  <a:srgbClr val="062F5B"/>
                </a:solidFill>
                <a:latin typeface="Apple SD Gothic Neo"/>
                <a:ea typeface="Apple SD Gothic Neo"/>
                <a:cs typeface="Apple SD Gothic Neo"/>
              </a:defRPr>
            </a:lvl1pPr>
            <a:lvl2pPr algn="r">
              <a:defRPr sz="1200" b="1">
                <a:solidFill>
                  <a:srgbClr val="062F5B"/>
                </a:solidFill>
                <a:latin typeface="Apple SD Gothic Neo"/>
                <a:ea typeface="Apple SD Gothic Neo"/>
                <a:cs typeface="Apple SD Gothic Neo"/>
              </a:defRPr>
            </a:lvl2pPr>
            <a:lvl3pPr algn="r">
              <a:defRPr sz="1200" b="1">
                <a:solidFill>
                  <a:srgbClr val="062F5B"/>
                </a:solidFill>
                <a:latin typeface="Apple SD Gothic Neo"/>
                <a:ea typeface="Apple SD Gothic Neo"/>
                <a:cs typeface="Apple SD Gothic Neo"/>
              </a:defRPr>
            </a:lvl3pPr>
            <a:lvl4pPr algn="r">
              <a:defRPr sz="1200" b="1">
                <a:solidFill>
                  <a:srgbClr val="062F5B"/>
                </a:solidFill>
                <a:latin typeface="Apple SD Gothic Neo"/>
                <a:ea typeface="Apple SD Gothic Neo"/>
                <a:cs typeface="Apple SD Gothic Neo"/>
              </a:defRPr>
            </a:lvl4pPr>
            <a:lvl5pPr algn="r">
              <a:defRPr sz="1200" b="1">
                <a:solidFill>
                  <a:srgbClr val="062F5B"/>
                </a:solidFill>
                <a:latin typeface="Apple SD Gothic Neo"/>
                <a:ea typeface="Apple SD Gothic Neo"/>
                <a:cs typeface="Apple SD Gothic Neo"/>
              </a:defRPr>
            </a:lvl5pPr>
            <a:lvl6pPr algn="r">
              <a:defRPr sz="1200" b="1">
                <a:solidFill>
                  <a:srgbClr val="062F5B"/>
                </a:solidFill>
                <a:latin typeface="Apple SD Gothic Neo"/>
                <a:ea typeface="Apple SD Gothic Neo"/>
                <a:cs typeface="Apple SD Gothic Neo"/>
              </a:defRPr>
            </a:lvl6pPr>
            <a:lvl7pPr algn="r">
              <a:defRPr sz="1200" b="1">
                <a:solidFill>
                  <a:srgbClr val="062F5B"/>
                </a:solidFill>
                <a:latin typeface="Apple SD Gothic Neo"/>
                <a:ea typeface="Apple SD Gothic Neo"/>
                <a:cs typeface="Apple SD Gothic Neo"/>
              </a:defRPr>
            </a:lvl7pPr>
            <a:lvl8pPr algn="r">
              <a:defRPr sz="1200" b="1">
                <a:solidFill>
                  <a:srgbClr val="062F5B"/>
                </a:solidFill>
                <a:latin typeface="Apple SD Gothic Neo"/>
                <a:ea typeface="Apple SD Gothic Neo"/>
                <a:cs typeface="Apple SD Gothic Neo"/>
              </a:defRPr>
            </a:lvl8pPr>
            <a:lvl9pPr algn="r">
              <a:defRPr sz="1200" b="1">
                <a:solidFill>
                  <a:srgbClr val="062F5B"/>
                </a:solidFill>
                <a:latin typeface="Apple SD Gothic Neo"/>
                <a:ea typeface="Apple SD Gothic Neo"/>
                <a:cs typeface="Apple SD Gothic Neo"/>
              </a:defRPr>
            </a:lvl9pPr>
          </a:lstStyle>
          <a:p xmlns:a="http://schemas.openxmlformats.org/drawingml/2006/main">
            <a:pPr marL="0" marR="0" lvl="0" indent="0" algn="r">
              <a:lnSpc>
                <a:spcPct val="110000"/>
              </a:lnSpc>
              <a:spcBef>
                <a:spcPts val="0"/>
              </a:spcBef>
              <a:spcAft>
                <a:spcPts val="0"/>
              </a:spcAft>
              <a:buClr>
                <a:srgbClr val="062F5B"/>
              </a:buClr>
              <a:buSzPts val="1200"/>
              <a:buFont typeface="Arial"/>
              <a:buNone/>
              <a:defRPr sz="1200" b="1">
                <a:solidFill>
                  <a:srgbClr val="062F5B"/>
                </a:solidFill>
                <a:latin typeface="Apple SD Gothic Neo"/>
                <a:ea typeface="Apple SD Gothic Neo"/>
                <a:cs typeface="Apple SD Gothic Neo"/>
              </a:defRPr>
            </a:pPr>
            <a:r>
              <a:rPr sz="1200" b="1" i="0" u="none" strike="noStrike" cap="none" spc="0">
                <a:solidFill>
                  <a:srgbClr val="062F5B"/>
                </a:solidFill>
                <a:latin typeface="Apple SD Gothic Neo"/>
                <a:ea typeface="Apple SD Gothic Neo"/>
                <a:cs typeface="Apple SD Gothic Neo"/>
              </a:rPr>
              <a:t>0</a:t>
            </a:r>
            <a:r>
              <a:rPr sz="1200" b="1">
                <a:solidFill>
                  <a:srgbClr val="062F5B"/>
                </a:solidFill>
                <a:latin typeface="Apple SD Gothic Neo"/>
                <a:ea typeface="Apple SD Gothic Neo"/>
                <a:cs typeface="Apple SD Gothic Neo"/>
              </a:rPr>
              <a:t>8</a:t>
            </a:r>
            <a:endParaRPr sz="1400" b="0" i="0" u="none" strike="noStrike" cap="none" spc="0">
              <a:solidFill>
                <a:srgbClr val="000000"/>
              </a:solidFill>
              <a:latin typeface="Arial"/>
              <a:ea typeface="Arial"/>
              <a:cs typeface="Arial"/>
            </a:endParaRPr>
          </a:p>
        </p:txBody>
      </p:sp>
      <p:sp>
        <p:nvSpPr>
          <p:cNvPr id="390" name="Google Shape;390;p9">
            <a:extLst xmlns:a="http://schemas.openxmlformats.org/drawingml/2006/main">
              <a:ext uri="{FF2B5EF4-FFF2-40B4-BE49-F238E27FC236}">
                <a16:creationId xmlns:a16="http://schemas.microsoft.com/office/drawing/2014/main" id="{2DDC4FEE-CE92-469F-AE45-274930600149}"/>
              </a:ext>
            </a:extLst>
          </p:cNvPr>
          <p:cNvSpPr>
            <a:spLocks xmlns:a="http://schemas.openxmlformats.org/drawingml/2006/main" noGrp="1"/>
          </p:cNvSpPr>
          <p:nvPr/>
        </p:nvSpPr>
        <p:spPr>
          <a:xfrm xmlns:a="http://schemas.openxmlformats.org/drawingml/2006/main">
            <a:off x="609600" y="457200"/>
            <a:ext cx="10972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defPPr>
              <a:defRPr sz="2700" b="1">
                <a:solidFill>
                  <a:srgbClr val="062F5B"/>
                </a:solidFill>
                <a:latin typeface="Apple SD Gothic Neo"/>
                <a:ea typeface="Apple SD Gothic Neo"/>
                <a:cs typeface="Apple SD Gothic Neo"/>
              </a:defRPr>
            </a:defPPr>
            <a:lvl1pPr>
              <a:defRPr sz="2700" b="1">
                <a:solidFill>
                  <a:srgbClr val="062F5B"/>
                </a:solidFill>
                <a:latin typeface="Apple SD Gothic Neo"/>
                <a:ea typeface="Apple SD Gothic Neo"/>
                <a:cs typeface="Apple SD Gothic Neo"/>
              </a:defRPr>
            </a:lvl1pPr>
            <a:lvl2pPr>
              <a:defRPr sz="2700" b="1">
                <a:solidFill>
                  <a:srgbClr val="062F5B"/>
                </a:solidFill>
                <a:latin typeface="Apple SD Gothic Neo"/>
                <a:ea typeface="Apple SD Gothic Neo"/>
                <a:cs typeface="Apple SD Gothic Neo"/>
              </a:defRPr>
            </a:lvl2pPr>
            <a:lvl3pPr>
              <a:defRPr sz="2700" b="1">
                <a:solidFill>
                  <a:srgbClr val="062F5B"/>
                </a:solidFill>
                <a:latin typeface="Apple SD Gothic Neo"/>
                <a:ea typeface="Apple SD Gothic Neo"/>
                <a:cs typeface="Apple SD Gothic Neo"/>
              </a:defRPr>
            </a:lvl3pPr>
            <a:lvl4pPr>
              <a:defRPr sz="2700" b="1">
                <a:solidFill>
                  <a:srgbClr val="062F5B"/>
                </a:solidFill>
                <a:latin typeface="Apple SD Gothic Neo"/>
                <a:ea typeface="Apple SD Gothic Neo"/>
                <a:cs typeface="Apple SD Gothic Neo"/>
              </a:defRPr>
            </a:lvl4pPr>
            <a:lvl5pPr>
              <a:defRPr sz="2700" b="1">
                <a:solidFill>
                  <a:srgbClr val="062F5B"/>
                </a:solidFill>
                <a:latin typeface="Apple SD Gothic Neo"/>
                <a:ea typeface="Apple SD Gothic Neo"/>
                <a:cs typeface="Apple SD Gothic Neo"/>
              </a:defRPr>
            </a:lvl5pPr>
            <a:lvl6pPr>
              <a:defRPr sz="2700" b="1">
                <a:solidFill>
                  <a:srgbClr val="062F5B"/>
                </a:solidFill>
                <a:latin typeface="Apple SD Gothic Neo"/>
                <a:ea typeface="Apple SD Gothic Neo"/>
                <a:cs typeface="Apple SD Gothic Neo"/>
              </a:defRPr>
            </a:lvl6pPr>
            <a:lvl7pPr>
              <a:defRPr sz="2700" b="1">
                <a:solidFill>
                  <a:srgbClr val="062F5B"/>
                </a:solidFill>
                <a:latin typeface="Apple SD Gothic Neo"/>
                <a:ea typeface="Apple SD Gothic Neo"/>
                <a:cs typeface="Apple SD Gothic Neo"/>
              </a:defRPr>
            </a:lvl7pPr>
            <a:lvl8pPr>
              <a:defRPr sz="2700" b="1">
                <a:solidFill>
                  <a:srgbClr val="062F5B"/>
                </a:solidFill>
                <a:latin typeface="Apple SD Gothic Neo"/>
                <a:ea typeface="Apple SD Gothic Neo"/>
                <a:cs typeface="Apple SD Gothic Neo"/>
              </a:defRPr>
            </a:lvl8pPr>
            <a:lvl9pPr>
              <a:defRPr sz="2700" b="1">
                <a:solidFill>
                  <a:srgbClr val="062F5B"/>
                </a:solidFill>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062F5B"/>
              </a:buClr>
              <a:buSzPts val="3400"/>
              <a:buFont typeface="Arial"/>
              <a:buNone/>
              <a:defRPr sz="2700" b="1">
                <a:solidFill>
                  <a:srgbClr val="062F5B"/>
                </a:solidFill>
                <a:latin typeface="Apple SD Gothic Neo"/>
                <a:ea typeface="Apple SD Gothic Neo"/>
                <a:cs typeface="Apple SD Gothic Neo"/>
              </a:defRPr>
            </a:pPr>
            <a:r>
              <a:rPr sz="2700" b="1" i="0" u="none" strike="noStrike" cap="none" spc="0">
                <a:solidFill>
                  <a:srgbClr val="062F5B"/>
                </a:solidFill>
                <a:latin typeface="Apple SD Gothic Neo"/>
                <a:ea typeface="Apple SD Gothic Neo"/>
                <a:cs typeface="Apple SD Gothic Neo"/>
              </a:rPr>
              <a:t>팀원별 역할 분담</a:t>
            </a:r>
            <a:endParaRPr sz="2700" b="1" i="0" u="none" strike="noStrike" cap="none" spc="0">
              <a:solidFill>
                <a:srgbClr val="132A44"/>
              </a:solidFill>
              <a:latin typeface="Arial"/>
              <a:ea typeface="Arial"/>
              <a:cs typeface="Arial"/>
            </a:endParaRPr>
          </a:p>
        </p:txBody>
      </p:sp>
      <p:sp>
        <p:nvSpPr>
          <p:cNvPr id="391" name="Google Shape;391;p9">
            <a:extLst xmlns:a="http://schemas.openxmlformats.org/drawingml/2006/main">
              <a:ext uri="{FF2B5EF4-FFF2-40B4-BE49-F238E27FC236}">
                <a16:creationId xmlns:a16="http://schemas.microsoft.com/office/drawing/2014/main" id="{46AAA012-6752-4EA8-BD01-6E176076970B}"/>
              </a:ext>
            </a:extLst>
          </p:cNvPr>
          <p:cNvSpPr>
            <a:spLocks xmlns:a="http://schemas.openxmlformats.org/drawingml/2006/main" noGrp="1"/>
          </p:cNvSpPr>
          <p:nvPr/>
        </p:nvSpPr>
        <p:spPr>
          <a:xfrm xmlns:a="http://schemas.openxmlformats.org/drawingml/2006/main">
            <a:off x="609600" y="1066800"/>
            <a:ext cx="109728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1425">
                <a:solidFill>
                  <a:srgbClr val="65707C"/>
                </a:solidFill>
                <a:latin typeface="Apple SD Gothic Neo"/>
                <a:ea typeface="Apple SD Gothic Neo"/>
                <a:cs typeface="Apple SD Gothic Neo"/>
              </a:defRPr>
            </a:defPPr>
            <a:lvl1pPr>
              <a:defRPr sz="1425">
                <a:solidFill>
                  <a:srgbClr val="65707C"/>
                </a:solidFill>
                <a:latin typeface="Apple SD Gothic Neo"/>
                <a:ea typeface="Apple SD Gothic Neo"/>
                <a:cs typeface="Apple SD Gothic Neo"/>
              </a:defRPr>
            </a:lvl1pPr>
            <a:lvl2pPr>
              <a:defRPr sz="1425">
                <a:solidFill>
                  <a:srgbClr val="65707C"/>
                </a:solidFill>
                <a:latin typeface="Apple SD Gothic Neo"/>
                <a:ea typeface="Apple SD Gothic Neo"/>
                <a:cs typeface="Apple SD Gothic Neo"/>
              </a:defRPr>
            </a:lvl2pPr>
            <a:lvl3pPr>
              <a:defRPr sz="1425">
                <a:solidFill>
                  <a:srgbClr val="65707C"/>
                </a:solidFill>
                <a:latin typeface="Apple SD Gothic Neo"/>
                <a:ea typeface="Apple SD Gothic Neo"/>
                <a:cs typeface="Apple SD Gothic Neo"/>
              </a:defRPr>
            </a:lvl3pPr>
            <a:lvl4pPr>
              <a:defRPr sz="1425">
                <a:solidFill>
                  <a:srgbClr val="65707C"/>
                </a:solidFill>
                <a:latin typeface="Apple SD Gothic Neo"/>
                <a:ea typeface="Apple SD Gothic Neo"/>
                <a:cs typeface="Apple SD Gothic Neo"/>
              </a:defRPr>
            </a:lvl4pPr>
            <a:lvl5pPr>
              <a:defRPr sz="1425">
                <a:solidFill>
                  <a:srgbClr val="65707C"/>
                </a:solidFill>
                <a:latin typeface="Apple SD Gothic Neo"/>
                <a:ea typeface="Apple SD Gothic Neo"/>
                <a:cs typeface="Apple SD Gothic Neo"/>
              </a:defRPr>
            </a:lvl5pPr>
            <a:lvl6pPr>
              <a:defRPr sz="1425">
                <a:solidFill>
                  <a:srgbClr val="65707C"/>
                </a:solidFill>
                <a:latin typeface="Apple SD Gothic Neo"/>
                <a:ea typeface="Apple SD Gothic Neo"/>
                <a:cs typeface="Apple SD Gothic Neo"/>
              </a:defRPr>
            </a:lvl6pPr>
            <a:lvl7pPr>
              <a:defRPr sz="1425">
                <a:solidFill>
                  <a:srgbClr val="65707C"/>
                </a:solidFill>
                <a:latin typeface="Apple SD Gothic Neo"/>
                <a:ea typeface="Apple SD Gothic Neo"/>
                <a:cs typeface="Apple SD Gothic Neo"/>
              </a:defRPr>
            </a:lvl7pPr>
            <a:lvl8pPr>
              <a:defRPr sz="1425">
                <a:solidFill>
                  <a:srgbClr val="65707C"/>
                </a:solidFill>
                <a:latin typeface="Apple SD Gothic Neo"/>
                <a:ea typeface="Apple SD Gothic Neo"/>
                <a:cs typeface="Apple SD Gothic Neo"/>
              </a:defRPr>
            </a:lvl8pPr>
            <a:lvl9pPr>
              <a:defRPr sz="1425">
                <a:solidFill>
                  <a:srgbClr val="65707C"/>
                </a:solidFill>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062F5B"/>
              </a:buClr>
              <a:buSzPts val="2700"/>
              <a:buFont typeface="Arial"/>
              <a:buNone/>
              <a:defRPr sz="1425">
                <a:solidFill>
                  <a:srgbClr val="65707C"/>
                </a:solidFill>
                <a:latin typeface="Apple SD Gothic Neo"/>
                <a:ea typeface="Apple SD Gothic Neo"/>
                <a:cs typeface="Apple SD Gothic Neo"/>
              </a:defRPr>
            </a:pPr>
            <a:r>
              <a:rPr sz="1425" b="0" i="0" u="none" strike="noStrike" cap="none" spc="0">
                <a:solidFill>
                  <a:srgbClr val="65707C"/>
                </a:solidFill>
                <a:latin typeface="Apple SD Gothic Neo"/>
                <a:ea typeface="Apple SD Gothic Neo"/>
                <a:cs typeface="Apple SD Gothic Neo"/>
              </a:rPr>
              <a:t>담당 업무와 기여 결과는 팀 확인 후 기입</a:t>
            </a:r>
            <a:endParaRPr sz="2500" b="0" i="0" u="none" strike="noStrike" cap="none" spc="0">
              <a:solidFill>
                <a:srgbClr val="20324C"/>
              </a:solidFill>
              <a:latin typeface="Arial"/>
              <a:ea typeface="Arial"/>
              <a:cs typeface="Arial"/>
            </a:endParaRPr>
          </a:p>
        </p:txBody>
      </p:sp>
      <p:sp>
        <p:nvSpPr>
          <p:cNvPr id="392" name="Google Shape;392;p9">
            <a:extLst xmlns:a="http://schemas.openxmlformats.org/drawingml/2006/main">
              <a:ext uri="{FF2B5EF4-FFF2-40B4-BE49-F238E27FC236}">
                <a16:creationId xmlns:a16="http://schemas.microsoft.com/office/drawing/2014/main" id="{604B0DF0-26C4-4F4F-AFA1-71247A253F29}"/>
              </a:ext>
            </a:extLst>
          </p:cNvPr>
          <p:cNvSpPr>
            <a:spLocks xmlns:a="http://schemas.openxmlformats.org/drawingml/2006/main" noGrp="1"/>
          </p:cNvSpPr>
          <p:nvPr/>
        </p:nvSpPr>
        <p:spPr>
          <a:xfrm xmlns:a="http://schemas.openxmlformats.org/drawingml/2006/main">
            <a:off x="609600" y="2134098"/>
            <a:ext cx="2571750" cy="38100"/>
          </a:xfrm>
          <a:prstGeom xmlns:a="http://schemas.openxmlformats.org/drawingml/2006/main" prst="rect">
            <a:avLst/>
          </a:prstGeom>
          <a:solidFill xmlns:a="http://schemas.openxmlformats.org/drawingml/2006/main">
            <a:srgbClr val="FFB515"/>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spc="0">
              <a:solidFill>
                <a:srgbClr val="000000"/>
              </a:solidFill>
              <a:latin typeface="Arial"/>
              <a:ea typeface="Arial"/>
              <a:cs typeface="Arial"/>
            </a:endParaRPr>
          </a:p>
        </p:txBody>
      </p:sp>
      <p:sp>
        <p:nvSpPr>
          <p:cNvPr id="393" name="Google Shape;393;p9">
            <a:extLst xmlns:a="http://schemas.openxmlformats.org/drawingml/2006/main">
              <a:ext uri="{FF2B5EF4-FFF2-40B4-BE49-F238E27FC236}">
                <a16:creationId xmlns:a16="http://schemas.microsoft.com/office/drawing/2014/main" id="{7D0B2966-76E5-4AFA-8373-C751AFEEF1F0}"/>
              </a:ext>
            </a:extLst>
          </p:cNvPr>
          <p:cNvSpPr>
            <a:spLocks xmlns:a="http://schemas.openxmlformats.org/drawingml/2006/main" noGrp="1"/>
          </p:cNvSpPr>
          <p:nvPr/>
        </p:nvSpPr>
        <p:spPr>
          <a:xfrm xmlns:a="http://schemas.openxmlformats.org/drawingml/2006/main">
            <a:off x="609600" y="2324598"/>
            <a:ext cx="25717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062F5B"/>
              </a:buClr>
              <a:buSzPts val="1200"/>
              <a:buFont typeface="Arial"/>
              <a:buNone/>
              <a:defRPr>
                <a:latin typeface="Apple SD Gothic Neo"/>
                <a:ea typeface="Apple SD Gothic Neo"/>
                <a:cs typeface="Apple SD Gothic Neo"/>
              </a:defRPr>
            </a:pPr>
            <a:r>
              <a:rPr sz="1200" b="1" i="0" u="none" strike="noStrike" cap="none" spc="0">
                <a:solidFill>
                  <a:srgbClr val="062F5B"/>
                </a:solidFill>
                <a:latin typeface="Apple SD Gothic Neo"/>
                <a:ea typeface="Apple SD Gothic Neo"/>
                <a:cs typeface="Apple SD Gothic Neo"/>
              </a:rPr>
              <a:t>MEMBER 01</a:t>
            </a:r>
            <a:endParaRPr sz="1400" b="0" i="0" u="none" strike="noStrike" cap="none" spc="0">
              <a:solidFill>
                <a:srgbClr val="000000"/>
              </a:solidFill>
              <a:latin typeface="Arial"/>
              <a:ea typeface="Arial"/>
              <a:cs typeface="Arial"/>
            </a:endParaRPr>
          </a:p>
        </p:txBody>
      </p:sp>
      <p:sp>
        <p:nvSpPr>
          <p:cNvPr id="394" name="Google Shape;394;p9">
            <a:extLst xmlns:a="http://schemas.openxmlformats.org/drawingml/2006/main">
              <a:ext uri="{FF2B5EF4-FFF2-40B4-BE49-F238E27FC236}">
                <a16:creationId xmlns:a16="http://schemas.microsoft.com/office/drawing/2014/main" id="{B2114169-DFC0-4DBC-AD9A-EC708009F955}"/>
              </a:ext>
            </a:extLst>
          </p:cNvPr>
          <p:cNvSpPr>
            <a:spLocks xmlns:a="http://schemas.openxmlformats.org/drawingml/2006/main" noGrp="1"/>
          </p:cNvSpPr>
          <p:nvPr/>
        </p:nvSpPr>
        <p:spPr>
          <a:xfrm xmlns:a="http://schemas.openxmlformats.org/drawingml/2006/main">
            <a:off x="609600" y="2677023"/>
            <a:ext cx="257175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062F5B"/>
              </a:buClr>
              <a:buSzPts val="2300"/>
              <a:buFont typeface="Arial"/>
              <a:buNone/>
              <a:defRPr>
                <a:solidFill>
                  <a:srgbClr val="20324C"/>
                </a:solidFill>
                <a:latin typeface="Apple SD Gothic Neo"/>
                <a:ea typeface="Apple SD Gothic Neo"/>
                <a:cs typeface="Apple SD Gothic Neo"/>
              </a:defRPr>
            </a:pPr>
            <a:r>
              <a:rPr sz="2025" b="1" i="0" u="none" strike="noStrike" cap="none" spc="0">
                <a:solidFill>
                  <a:srgbClr val="20324C"/>
                </a:solidFill>
                <a:latin typeface="Apple SD Gothic Neo"/>
                <a:ea typeface="Apple SD Gothic Neo"/>
                <a:cs typeface="Apple SD Gothic Neo"/>
              </a:rPr>
              <a:t>허연진</a:t>
            </a:r>
            <a:endParaRPr sz="2025" b="1" i="0" u="none" strike="noStrike" cap="none" spc="0">
              <a:solidFill>
                <a:srgbClr val="132A44"/>
              </a:solidFill>
              <a:latin typeface="Arial"/>
              <a:ea typeface="Arial"/>
              <a:cs typeface="Arial"/>
            </a:endParaRPr>
          </a:p>
        </p:txBody>
      </p:sp>
      <p:sp>
        <p:nvSpPr>
          <p:cNvPr id="395" name="Google Shape;395;p9">
            <a:extLst xmlns:a="http://schemas.openxmlformats.org/drawingml/2006/main">
              <a:ext uri="{FF2B5EF4-FFF2-40B4-BE49-F238E27FC236}">
                <a16:creationId xmlns:a16="http://schemas.microsoft.com/office/drawing/2014/main" id="{431178EE-5252-4097-AB5C-42F063805C10}"/>
              </a:ext>
            </a:extLst>
          </p:cNvPr>
          <p:cNvSpPr>
            <a:spLocks xmlns:a="http://schemas.openxmlformats.org/drawingml/2006/main" noGrp="1"/>
          </p:cNvSpPr>
          <p:nvPr/>
        </p:nvSpPr>
        <p:spPr>
          <a:xfrm xmlns:a="http://schemas.openxmlformats.org/drawingml/2006/main">
            <a:off x="609600" y="3172323"/>
            <a:ext cx="25717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65707C"/>
              </a:buClr>
              <a:buSzPts val="1700"/>
              <a:buFont typeface="Arial"/>
              <a:buNone/>
            </a:pPr>
            <a:r>
              <a:t/>
            </a:r>
            <a:endParaRPr sz="1200" b="0" i="0" u="none" strike="noStrike" cap="none" spc="0">
              <a:solidFill>
                <a:srgbClr val="20324C"/>
              </a:solidFill>
              <a:latin typeface="Arial"/>
              <a:ea typeface="Arial"/>
              <a:cs typeface="Arial"/>
            </a:endParaRPr>
          </a:p>
        </p:txBody>
      </p:sp>
      <p:sp>
        <p:nvSpPr>
          <p:cNvPr id="396" name="Google Shape;396;p9">
            <a:extLst xmlns:a="http://schemas.openxmlformats.org/drawingml/2006/main">
              <a:ext uri="{FF2B5EF4-FFF2-40B4-BE49-F238E27FC236}">
                <a16:creationId xmlns:a16="http://schemas.microsoft.com/office/drawing/2014/main" id="{297E6C81-7680-466F-9365-3B79DE6039D2}"/>
              </a:ext>
            </a:extLst>
          </p:cNvPr>
          <p:cNvSpPr>
            <a:spLocks xmlns:a="http://schemas.openxmlformats.org/drawingml/2006/main" noGrp="1"/>
          </p:cNvSpPr>
          <p:nvPr/>
        </p:nvSpPr>
        <p:spPr>
          <a:xfrm xmlns:a="http://schemas.openxmlformats.org/drawingml/2006/main">
            <a:off x="609600" y="3571875"/>
            <a:ext cx="257175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1238">
                <a:latin typeface="Apple SD Gothic Neo"/>
                <a:ea typeface="Apple SD Gothic Neo"/>
                <a:cs typeface="Apple SD Gothic Neo"/>
              </a:defRPr>
            </a:defPPr>
            <a:lvl1pPr>
              <a:defRPr sz="1238">
                <a:latin typeface="Apple SD Gothic Neo"/>
                <a:ea typeface="Apple SD Gothic Neo"/>
                <a:cs typeface="Apple SD Gothic Neo"/>
              </a:defRPr>
            </a:lvl1pPr>
            <a:lvl2pPr>
              <a:defRPr sz="1238">
                <a:latin typeface="Apple SD Gothic Neo"/>
                <a:ea typeface="Apple SD Gothic Neo"/>
                <a:cs typeface="Apple SD Gothic Neo"/>
              </a:defRPr>
            </a:lvl2pPr>
            <a:lvl3pPr>
              <a:defRPr sz="1238">
                <a:latin typeface="Apple SD Gothic Neo"/>
                <a:ea typeface="Apple SD Gothic Neo"/>
                <a:cs typeface="Apple SD Gothic Neo"/>
              </a:defRPr>
            </a:lvl3pPr>
            <a:lvl4pPr>
              <a:defRPr sz="1238">
                <a:latin typeface="Apple SD Gothic Neo"/>
                <a:ea typeface="Apple SD Gothic Neo"/>
                <a:cs typeface="Apple SD Gothic Neo"/>
              </a:defRPr>
            </a:lvl4pPr>
            <a:lvl5pPr>
              <a:defRPr sz="1238">
                <a:latin typeface="Apple SD Gothic Neo"/>
                <a:ea typeface="Apple SD Gothic Neo"/>
                <a:cs typeface="Apple SD Gothic Neo"/>
              </a:defRPr>
            </a:lvl5pPr>
            <a:lvl6pPr>
              <a:defRPr sz="1238">
                <a:latin typeface="Apple SD Gothic Neo"/>
                <a:ea typeface="Apple SD Gothic Neo"/>
                <a:cs typeface="Apple SD Gothic Neo"/>
              </a:defRPr>
            </a:lvl6pPr>
            <a:lvl7pPr>
              <a:defRPr sz="1238">
                <a:latin typeface="Apple SD Gothic Neo"/>
                <a:ea typeface="Apple SD Gothic Neo"/>
                <a:cs typeface="Apple SD Gothic Neo"/>
              </a:defRPr>
            </a:lvl7pPr>
            <a:lvl8pPr>
              <a:defRPr sz="1238">
                <a:latin typeface="Apple SD Gothic Neo"/>
                <a:ea typeface="Apple SD Gothic Neo"/>
                <a:cs typeface="Apple SD Gothic Neo"/>
              </a:defRPr>
            </a:lvl8pPr>
            <a:lvl9pPr>
              <a:defRPr sz="1238">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062F5B"/>
              </a:buClr>
              <a:buSzPts val="1200"/>
              <a:buFont typeface="Arial"/>
              <a:buNone/>
              <a:defRPr sz="1238">
                <a:latin typeface="Apple SD Gothic Neo"/>
                <a:ea typeface="Apple SD Gothic Neo"/>
                <a:cs typeface="Apple SD Gothic Neo"/>
              </a:defRPr>
            </a:pPr>
            <a:r>
              <a:rPr sz="1238" b="1">
                <a:solidFill>
                  <a:srgbClr val="062F5B"/>
                </a:solidFill>
                <a:latin typeface="Apple SD Gothic Neo"/>
                <a:ea typeface="Apple SD Gothic Neo"/>
                <a:cs typeface="Apple SD Gothic Neo"/>
              </a:rPr>
              <a:t>UI/UX 디자인 및 구현 , FE </a:t>
            </a:r>
            <a:endParaRPr sz="1400" b="0" i="0" u="none" strike="noStrike" cap="none" spc="0">
              <a:solidFill>
                <a:srgbClr val="000000"/>
              </a:solidFill>
              <a:latin typeface="Arial"/>
              <a:ea typeface="Arial"/>
              <a:cs typeface="Arial"/>
            </a:endParaRPr>
          </a:p>
        </p:txBody>
      </p:sp>
      <p:sp>
        <p:nvSpPr>
          <p:cNvPr id="397" name="Google Shape;397;p9">
            <a:extLst xmlns:a="http://schemas.openxmlformats.org/drawingml/2006/main">
              <a:ext uri="{FF2B5EF4-FFF2-40B4-BE49-F238E27FC236}">
                <a16:creationId xmlns:a16="http://schemas.microsoft.com/office/drawing/2014/main" id="{2CE39089-208A-4C7D-9739-C82DDB21148A}"/>
              </a:ext>
            </a:extLst>
          </p:cNvPr>
          <p:cNvSpPr>
            <a:spLocks xmlns:a="http://schemas.openxmlformats.org/drawingml/2006/main" noGrp="1"/>
          </p:cNvSpPr>
          <p:nvPr/>
        </p:nvSpPr>
        <p:spPr>
          <a:xfrm xmlns:a="http://schemas.openxmlformats.org/drawingml/2006/main">
            <a:off x="609600" y="4039098"/>
            <a:ext cx="25717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65707C"/>
              </a:buClr>
              <a:buSzPts val="1700"/>
              <a:buFont typeface="Arial"/>
              <a:buNone/>
            </a:pPr>
            <a:r>
              <a:t/>
            </a:r>
            <a:endParaRPr sz="1200" b="0" i="0" u="none" strike="noStrike" cap="none" spc="0">
              <a:solidFill>
                <a:srgbClr val="20324C"/>
              </a:solidFill>
              <a:latin typeface="Arial"/>
              <a:ea typeface="Arial"/>
              <a:cs typeface="Arial"/>
            </a:endParaRPr>
          </a:p>
        </p:txBody>
      </p:sp>
      <p:sp>
        <p:nvSpPr>
          <p:cNvPr id="398" name="Google Shape;398;p9">
            <a:extLst xmlns:a="http://schemas.openxmlformats.org/drawingml/2006/main">
              <a:ext uri="{FF2B5EF4-FFF2-40B4-BE49-F238E27FC236}">
                <a16:creationId xmlns:a16="http://schemas.microsoft.com/office/drawing/2014/main" id="{714B5CC9-97EA-4672-8034-E6366EDCB37B}"/>
              </a:ext>
            </a:extLst>
          </p:cNvPr>
          <p:cNvSpPr>
            <a:spLocks xmlns:a="http://schemas.openxmlformats.org/drawingml/2006/main" noGrp="1"/>
          </p:cNvSpPr>
          <p:nvPr/>
        </p:nvSpPr>
        <p:spPr>
          <a:xfrm xmlns:a="http://schemas.openxmlformats.org/drawingml/2006/main">
            <a:off x="609600" y="4457700"/>
            <a:ext cx="2571750" cy="11334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1238">
                <a:latin typeface="Apple SD Gothic Neo"/>
                <a:ea typeface="Apple SD Gothic Neo"/>
                <a:cs typeface="Apple SD Gothic Neo"/>
              </a:defRPr>
            </a:defPPr>
            <a:lvl1pPr>
              <a:defRPr sz="1238">
                <a:latin typeface="Apple SD Gothic Neo"/>
                <a:ea typeface="Apple SD Gothic Neo"/>
                <a:cs typeface="Apple SD Gothic Neo"/>
              </a:defRPr>
            </a:lvl1pPr>
            <a:lvl2pPr>
              <a:defRPr sz="1238">
                <a:latin typeface="Apple SD Gothic Neo"/>
                <a:ea typeface="Apple SD Gothic Neo"/>
                <a:cs typeface="Apple SD Gothic Neo"/>
              </a:defRPr>
            </a:lvl2pPr>
            <a:lvl3pPr>
              <a:defRPr sz="1238">
                <a:latin typeface="Apple SD Gothic Neo"/>
                <a:ea typeface="Apple SD Gothic Neo"/>
                <a:cs typeface="Apple SD Gothic Neo"/>
              </a:defRPr>
            </a:lvl3pPr>
            <a:lvl4pPr>
              <a:defRPr sz="1238">
                <a:latin typeface="Apple SD Gothic Neo"/>
                <a:ea typeface="Apple SD Gothic Neo"/>
                <a:cs typeface="Apple SD Gothic Neo"/>
              </a:defRPr>
            </a:lvl4pPr>
            <a:lvl5pPr>
              <a:defRPr sz="1238">
                <a:latin typeface="Apple SD Gothic Neo"/>
                <a:ea typeface="Apple SD Gothic Neo"/>
                <a:cs typeface="Apple SD Gothic Neo"/>
              </a:defRPr>
            </a:lvl5pPr>
            <a:lvl6pPr>
              <a:defRPr sz="1238">
                <a:latin typeface="Apple SD Gothic Neo"/>
                <a:ea typeface="Apple SD Gothic Neo"/>
                <a:cs typeface="Apple SD Gothic Neo"/>
              </a:defRPr>
            </a:lvl6pPr>
            <a:lvl7pPr>
              <a:defRPr sz="1238">
                <a:latin typeface="Apple SD Gothic Neo"/>
                <a:ea typeface="Apple SD Gothic Neo"/>
                <a:cs typeface="Apple SD Gothic Neo"/>
              </a:defRPr>
            </a:lvl7pPr>
            <a:lvl8pPr>
              <a:defRPr sz="1238">
                <a:latin typeface="Apple SD Gothic Neo"/>
                <a:ea typeface="Apple SD Gothic Neo"/>
                <a:cs typeface="Apple SD Gothic Neo"/>
              </a:defRPr>
            </a:lvl8pPr>
            <a:lvl9pPr>
              <a:defRPr sz="1238">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062F5B"/>
              </a:buClr>
              <a:buSzPts val="1200"/>
              <a:buFont typeface="Arial"/>
              <a:buNone/>
              <a:defRPr sz="1238">
                <a:latin typeface="Apple SD Gothic Neo"/>
                <a:ea typeface="Apple SD Gothic Neo"/>
                <a:cs typeface="Apple SD Gothic Neo"/>
              </a:defRPr>
            </a:pPr>
            <a:r>
              <a:rPr sz="1238" b="1">
                <a:solidFill>
                  <a:srgbClr val="062F5B"/>
                </a:solidFill>
                <a:latin typeface="Apple SD Gothic Neo"/>
                <a:ea typeface="Apple SD Gothic Neo"/>
                <a:cs typeface="Apple SD Gothic Neo"/>
              </a:rPr>
              <a:t>앱 디자인 &amp; 리액트 프론트 앱 을 구현하는데 기여하였다.</a:t>
            </a:r>
            <a:endParaRPr sz="1400" b="0" i="0" u="none" strike="noStrike" cap="none" spc="0">
              <a:solidFill>
                <a:srgbClr val="000000"/>
              </a:solidFill>
              <a:latin typeface="Arial"/>
              <a:ea typeface="Arial"/>
              <a:cs typeface="Arial"/>
            </a:endParaRPr>
          </a:p>
        </p:txBody>
      </p:sp>
      <p:sp>
        <p:nvSpPr>
          <p:cNvPr id="399" name="Google Shape;399;p9">
            <a:extLst xmlns:a="http://schemas.openxmlformats.org/drawingml/2006/main">
              <a:ext uri="{FF2B5EF4-FFF2-40B4-BE49-F238E27FC236}">
                <a16:creationId xmlns:a16="http://schemas.microsoft.com/office/drawing/2014/main" id="{8A11DE84-EE5A-4C79-83A0-9209D73E99A8}"/>
              </a:ext>
            </a:extLst>
          </p:cNvPr>
          <p:cNvSpPr>
            <a:spLocks xmlns:a="http://schemas.openxmlformats.org/drawingml/2006/main" noGrp="1"/>
          </p:cNvSpPr>
          <p:nvPr/>
        </p:nvSpPr>
        <p:spPr>
          <a:xfrm xmlns:a="http://schemas.openxmlformats.org/drawingml/2006/main">
            <a:off x="609600" y="4848723"/>
            <a:ext cx="25717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65707C"/>
              </a:buClr>
              <a:buSzPts val="1700"/>
              <a:buFont typeface="Arial"/>
              <a:buNone/>
            </a:pPr>
            <a:r>
              <a:t/>
            </a:r>
            <a:endParaRPr sz="1200" b="0" i="0" u="none" strike="noStrike" cap="none" spc="0">
              <a:solidFill>
                <a:srgbClr val="20324C"/>
              </a:solidFill>
              <a:latin typeface="Arial"/>
              <a:ea typeface="Arial"/>
              <a:cs typeface="Arial"/>
            </a:endParaRPr>
          </a:p>
        </p:txBody>
      </p:sp>
      <p:sp>
        <p:nvSpPr>
          <p:cNvPr id="400" name="Google Shape;400;p9">
            <a:extLst xmlns:a="http://schemas.openxmlformats.org/drawingml/2006/main">
              <a:ext uri="{FF2B5EF4-FFF2-40B4-BE49-F238E27FC236}">
                <a16:creationId xmlns:a16="http://schemas.microsoft.com/office/drawing/2014/main" id="{00C79C3F-8D41-4FA8-9FC5-E60B731F98E0}"/>
              </a:ext>
            </a:extLst>
          </p:cNvPr>
          <p:cNvSpPr>
            <a:spLocks xmlns:a="http://schemas.openxmlformats.org/drawingml/2006/main" noGrp="1"/>
          </p:cNvSpPr>
          <p:nvPr/>
        </p:nvSpPr>
        <p:spPr>
          <a:xfrm xmlns:a="http://schemas.openxmlformats.org/drawingml/2006/main">
            <a:off x="3409950" y="2134098"/>
            <a:ext cx="2571750" cy="38100"/>
          </a:xfrm>
          <a:prstGeom xmlns:a="http://schemas.openxmlformats.org/drawingml/2006/main" prst="rect">
            <a:avLst/>
          </a:prstGeom>
          <a:solidFill xmlns:a="http://schemas.openxmlformats.org/drawingml/2006/main">
            <a:srgbClr val="FFB515"/>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spc="0">
              <a:solidFill>
                <a:srgbClr val="000000"/>
              </a:solidFill>
              <a:latin typeface="Arial"/>
              <a:ea typeface="Arial"/>
              <a:cs typeface="Arial"/>
            </a:endParaRPr>
          </a:p>
        </p:txBody>
      </p:sp>
      <p:sp>
        <p:nvSpPr>
          <p:cNvPr id="401" name="Google Shape;401;p9">
            <a:extLst xmlns:a="http://schemas.openxmlformats.org/drawingml/2006/main">
              <a:ext uri="{FF2B5EF4-FFF2-40B4-BE49-F238E27FC236}">
                <a16:creationId xmlns:a16="http://schemas.microsoft.com/office/drawing/2014/main" id="{D1DD7C6E-4F43-436C-8EB7-A12208BBF3EA}"/>
              </a:ext>
            </a:extLst>
          </p:cNvPr>
          <p:cNvSpPr>
            <a:spLocks xmlns:a="http://schemas.openxmlformats.org/drawingml/2006/main" noGrp="1"/>
          </p:cNvSpPr>
          <p:nvPr/>
        </p:nvSpPr>
        <p:spPr>
          <a:xfrm xmlns:a="http://schemas.openxmlformats.org/drawingml/2006/main">
            <a:off x="3409950" y="2324598"/>
            <a:ext cx="25717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062F5B"/>
              </a:buClr>
              <a:buSzPts val="1200"/>
              <a:buFont typeface="Arial"/>
              <a:buNone/>
              <a:defRPr>
                <a:latin typeface="Apple SD Gothic Neo"/>
                <a:ea typeface="Apple SD Gothic Neo"/>
                <a:cs typeface="Apple SD Gothic Neo"/>
              </a:defRPr>
            </a:pPr>
            <a:r>
              <a:rPr sz="1200" b="1" i="0" u="none" strike="noStrike" cap="none" spc="0">
                <a:solidFill>
                  <a:srgbClr val="062F5B"/>
                </a:solidFill>
                <a:latin typeface="Apple SD Gothic Neo"/>
                <a:ea typeface="Apple SD Gothic Neo"/>
                <a:cs typeface="Apple SD Gothic Neo"/>
              </a:rPr>
              <a:t>MEMBER 02</a:t>
            </a:r>
            <a:endParaRPr sz="1400" b="0" i="0" u="none" strike="noStrike" cap="none" spc="0">
              <a:solidFill>
                <a:srgbClr val="000000"/>
              </a:solidFill>
              <a:latin typeface="Arial"/>
              <a:ea typeface="Arial"/>
              <a:cs typeface="Arial"/>
            </a:endParaRPr>
          </a:p>
        </p:txBody>
      </p:sp>
      <p:sp>
        <p:nvSpPr>
          <p:cNvPr id="402" name="Google Shape;402;p9">
            <a:extLst xmlns:a="http://schemas.openxmlformats.org/drawingml/2006/main">
              <a:ext uri="{FF2B5EF4-FFF2-40B4-BE49-F238E27FC236}">
                <a16:creationId xmlns:a16="http://schemas.microsoft.com/office/drawing/2014/main" id="{2EF9862C-E50D-4BF9-81F1-6B390304EA7D}"/>
              </a:ext>
            </a:extLst>
          </p:cNvPr>
          <p:cNvSpPr>
            <a:spLocks xmlns:a="http://schemas.openxmlformats.org/drawingml/2006/main" noGrp="1"/>
          </p:cNvSpPr>
          <p:nvPr/>
        </p:nvSpPr>
        <p:spPr>
          <a:xfrm xmlns:a="http://schemas.openxmlformats.org/drawingml/2006/main">
            <a:off x="3409950" y="2677023"/>
            <a:ext cx="257175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062F5B"/>
              </a:buClr>
              <a:buSzPts val="2300"/>
              <a:buFont typeface="Arial"/>
              <a:buNone/>
              <a:defRPr>
                <a:solidFill>
                  <a:srgbClr val="20324C"/>
                </a:solidFill>
                <a:latin typeface="Apple SD Gothic Neo"/>
                <a:ea typeface="Apple SD Gothic Neo"/>
                <a:cs typeface="Apple SD Gothic Neo"/>
              </a:defRPr>
            </a:pPr>
            <a:r>
              <a:rPr sz="2025" b="1" i="0" u="none" strike="noStrike" cap="none" spc="0">
                <a:solidFill>
                  <a:srgbClr val="20324C"/>
                </a:solidFill>
                <a:latin typeface="Apple SD Gothic Neo"/>
                <a:ea typeface="Apple SD Gothic Neo"/>
                <a:cs typeface="Apple SD Gothic Neo"/>
              </a:rPr>
              <a:t>김현래</a:t>
            </a:r>
            <a:endParaRPr sz="2025" b="1" i="0" u="none" strike="noStrike" cap="none" spc="0">
              <a:solidFill>
                <a:srgbClr val="132A44"/>
              </a:solidFill>
              <a:latin typeface="Arial"/>
              <a:ea typeface="Arial"/>
              <a:cs typeface="Arial"/>
            </a:endParaRPr>
          </a:p>
        </p:txBody>
      </p:sp>
      <p:sp>
        <p:nvSpPr>
          <p:cNvPr id="403" name="Google Shape;403;p9">
            <a:extLst xmlns:a="http://schemas.openxmlformats.org/drawingml/2006/main">
              <a:ext uri="{FF2B5EF4-FFF2-40B4-BE49-F238E27FC236}">
                <a16:creationId xmlns:a16="http://schemas.microsoft.com/office/drawing/2014/main" id="{6828C5B4-C4C2-4AA7-8E65-CCC319A236DB}"/>
              </a:ext>
            </a:extLst>
          </p:cNvPr>
          <p:cNvSpPr>
            <a:spLocks xmlns:a="http://schemas.openxmlformats.org/drawingml/2006/main" noGrp="1"/>
          </p:cNvSpPr>
          <p:nvPr/>
        </p:nvSpPr>
        <p:spPr>
          <a:xfrm xmlns:a="http://schemas.openxmlformats.org/drawingml/2006/main">
            <a:off x="3409950" y="3172323"/>
            <a:ext cx="25717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65707C"/>
              </a:buClr>
              <a:buSzPts val="1700"/>
              <a:buFont typeface="Arial"/>
              <a:buNone/>
            </a:pPr>
            <a:r>
              <a:t/>
            </a:r>
            <a:endParaRPr sz="1200" b="0" i="0" u="none" strike="noStrike" cap="none" spc="0">
              <a:solidFill>
                <a:srgbClr val="20324C"/>
              </a:solidFill>
              <a:latin typeface="Arial"/>
              <a:ea typeface="Arial"/>
              <a:cs typeface="Arial"/>
            </a:endParaRPr>
          </a:p>
        </p:txBody>
      </p:sp>
      <p:sp>
        <p:nvSpPr>
          <p:cNvPr id="404" name="Google Shape;404;p9">
            <a:extLst xmlns:a="http://schemas.openxmlformats.org/drawingml/2006/main">
              <a:ext uri="{FF2B5EF4-FFF2-40B4-BE49-F238E27FC236}">
                <a16:creationId xmlns:a16="http://schemas.microsoft.com/office/drawing/2014/main" id="{CADDF5C9-407B-445E-BF60-CCDB6BDA9AE3}"/>
              </a:ext>
            </a:extLst>
          </p:cNvPr>
          <p:cNvSpPr>
            <a:spLocks xmlns:a="http://schemas.openxmlformats.org/drawingml/2006/main" noGrp="1"/>
          </p:cNvSpPr>
          <p:nvPr/>
        </p:nvSpPr>
        <p:spPr>
          <a:xfrm xmlns:a="http://schemas.openxmlformats.org/drawingml/2006/main">
            <a:off x="3409950" y="3571875"/>
            <a:ext cx="257175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1238">
                <a:latin typeface="Apple SD Gothic Neo"/>
                <a:ea typeface="Apple SD Gothic Neo"/>
                <a:cs typeface="Apple SD Gothic Neo"/>
              </a:defRPr>
            </a:defPPr>
            <a:lvl1pPr>
              <a:defRPr sz="1238">
                <a:latin typeface="Apple SD Gothic Neo"/>
                <a:ea typeface="Apple SD Gothic Neo"/>
                <a:cs typeface="Apple SD Gothic Neo"/>
              </a:defRPr>
            </a:lvl1pPr>
            <a:lvl2pPr>
              <a:defRPr sz="1238">
                <a:latin typeface="Apple SD Gothic Neo"/>
                <a:ea typeface="Apple SD Gothic Neo"/>
                <a:cs typeface="Apple SD Gothic Neo"/>
              </a:defRPr>
            </a:lvl2pPr>
            <a:lvl3pPr>
              <a:defRPr sz="1238">
                <a:latin typeface="Apple SD Gothic Neo"/>
                <a:ea typeface="Apple SD Gothic Neo"/>
                <a:cs typeface="Apple SD Gothic Neo"/>
              </a:defRPr>
            </a:lvl3pPr>
            <a:lvl4pPr>
              <a:defRPr sz="1238">
                <a:latin typeface="Apple SD Gothic Neo"/>
                <a:ea typeface="Apple SD Gothic Neo"/>
                <a:cs typeface="Apple SD Gothic Neo"/>
              </a:defRPr>
            </a:lvl4pPr>
            <a:lvl5pPr>
              <a:defRPr sz="1238">
                <a:latin typeface="Apple SD Gothic Neo"/>
                <a:ea typeface="Apple SD Gothic Neo"/>
                <a:cs typeface="Apple SD Gothic Neo"/>
              </a:defRPr>
            </a:lvl5pPr>
            <a:lvl6pPr>
              <a:defRPr sz="1238">
                <a:latin typeface="Apple SD Gothic Neo"/>
                <a:ea typeface="Apple SD Gothic Neo"/>
                <a:cs typeface="Apple SD Gothic Neo"/>
              </a:defRPr>
            </a:lvl6pPr>
            <a:lvl7pPr>
              <a:defRPr sz="1238">
                <a:latin typeface="Apple SD Gothic Neo"/>
                <a:ea typeface="Apple SD Gothic Neo"/>
                <a:cs typeface="Apple SD Gothic Neo"/>
              </a:defRPr>
            </a:lvl7pPr>
            <a:lvl8pPr>
              <a:defRPr sz="1238">
                <a:latin typeface="Apple SD Gothic Neo"/>
                <a:ea typeface="Apple SD Gothic Neo"/>
                <a:cs typeface="Apple SD Gothic Neo"/>
              </a:defRPr>
            </a:lvl8pPr>
            <a:lvl9pPr>
              <a:defRPr sz="1238">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062F5B"/>
              </a:buClr>
              <a:buSzPts val="1200"/>
              <a:buFont typeface="Arial"/>
              <a:buNone/>
              <a:defRPr sz="1238">
                <a:latin typeface="Apple SD Gothic Neo"/>
                <a:ea typeface="Apple SD Gothic Neo"/>
                <a:cs typeface="Apple SD Gothic Neo"/>
              </a:defRPr>
            </a:pPr>
            <a:r>
              <a:rPr sz="1238" b="1">
                <a:solidFill>
                  <a:srgbClr val="062F5B"/>
                </a:solidFill>
                <a:latin typeface="Apple SD Gothic Neo"/>
                <a:ea typeface="Apple SD Gothic Neo"/>
                <a:cs typeface="Apple SD Gothic Neo"/>
              </a:rPr>
              <a:t>아이디어 제시 및 구체화, PM</a:t>
            </a:r>
            <a:endParaRPr sz="1400" b="0" i="0" u="none" strike="noStrike" cap="none" spc="0">
              <a:solidFill>
                <a:srgbClr val="000000"/>
              </a:solidFill>
              <a:latin typeface="Arial"/>
              <a:ea typeface="Arial"/>
              <a:cs typeface="Arial"/>
            </a:endParaRPr>
          </a:p>
        </p:txBody>
      </p:sp>
      <p:sp>
        <p:nvSpPr>
          <p:cNvPr id="405" name="Google Shape;405;p9">
            <a:extLst xmlns:a="http://schemas.openxmlformats.org/drawingml/2006/main">
              <a:ext uri="{FF2B5EF4-FFF2-40B4-BE49-F238E27FC236}">
                <a16:creationId xmlns:a16="http://schemas.microsoft.com/office/drawing/2014/main" id="{83F7AA78-4756-4843-B1F9-E74F4FB3B4F3}"/>
              </a:ext>
            </a:extLst>
          </p:cNvPr>
          <p:cNvSpPr>
            <a:spLocks xmlns:a="http://schemas.openxmlformats.org/drawingml/2006/main" noGrp="1"/>
          </p:cNvSpPr>
          <p:nvPr/>
        </p:nvSpPr>
        <p:spPr>
          <a:xfrm xmlns:a="http://schemas.openxmlformats.org/drawingml/2006/main">
            <a:off x="3409950" y="4039098"/>
            <a:ext cx="25717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65707C"/>
              </a:buClr>
              <a:buSzPts val="1700"/>
              <a:buFont typeface="Arial"/>
              <a:buNone/>
            </a:pPr>
            <a:r>
              <a:t/>
            </a:r>
            <a:endParaRPr sz="1200" b="0" i="0" u="none" strike="noStrike" cap="none" spc="0">
              <a:solidFill>
                <a:srgbClr val="20324C"/>
              </a:solidFill>
              <a:latin typeface="Arial"/>
              <a:ea typeface="Arial"/>
              <a:cs typeface="Arial"/>
            </a:endParaRPr>
          </a:p>
        </p:txBody>
      </p:sp>
      <p:sp>
        <p:nvSpPr>
          <p:cNvPr id="406" name="Google Shape;406;p9">
            <a:extLst xmlns:a="http://schemas.openxmlformats.org/drawingml/2006/main">
              <a:ext uri="{FF2B5EF4-FFF2-40B4-BE49-F238E27FC236}">
                <a16:creationId xmlns:a16="http://schemas.microsoft.com/office/drawing/2014/main" id="{14A087B0-6CF5-4C41-BC29-3D1933FD7906}"/>
              </a:ext>
            </a:extLst>
          </p:cNvPr>
          <p:cNvSpPr>
            <a:spLocks xmlns:a="http://schemas.openxmlformats.org/drawingml/2006/main" noGrp="1"/>
          </p:cNvSpPr>
          <p:nvPr/>
        </p:nvSpPr>
        <p:spPr>
          <a:xfrm xmlns:a="http://schemas.openxmlformats.org/drawingml/2006/main">
            <a:off x="3409950" y="4457700"/>
            <a:ext cx="2571750" cy="11334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1238">
                <a:latin typeface="Apple SD Gothic Neo"/>
                <a:ea typeface="Apple SD Gothic Neo"/>
                <a:cs typeface="Apple SD Gothic Neo"/>
              </a:defRPr>
            </a:defPPr>
            <a:lvl1pPr>
              <a:defRPr sz="1238">
                <a:latin typeface="Apple SD Gothic Neo"/>
                <a:ea typeface="Apple SD Gothic Neo"/>
                <a:cs typeface="Apple SD Gothic Neo"/>
              </a:defRPr>
            </a:lvl1pPr>
            <a:lvl2pPr>
              <a:defRPr sz="1238">
                <a:latin typeface="Apple SD Gothic Neo"/>
                <a:ea typeface="Apple SD Gothic Neo"/>
                <a:cs typeface="Apple SD Gothic Neo"/>
              </a:defRPr>
            </a:lvl2pPr>
            <a:lvl3pPr>
              <a:defRPr sz="1238">
                <a:latin typeface="Apple SD Gothic Neo"/>
                <a:ea typeface="Apple SD Gothic Neo"/>
                <a:cs typeface="Apple SD Gothic Neo"/>
              </a:defRPr>
            </a:lvl3pPr>
            <a:lvl4pPr>
              <a:defRPr sz="1238">
                <a:latin typeface="Apple SD Gothic Neo"/>
                <a:ea typeface="Apple SD Gothic Neo"/>
                <a:cs typeface="Apple SD Gothic Neo"/>
              </a:defRPr>
            </a:lvl4pPr>
            <a:lvl5pPr>
              <a:defRPr sz="1238">
                <a:latin typeface="Apple SD Gothic Neo"/>
                <a:ea typeface="Apple SD Gothic Neo"/>
                <a:cs typeface="Apple SD Gothic Neo"/>
              </a:defRPr>
            </a:lvl5pPr>
            <a:lvl6pPr>
              <a:defRPr sz="1238">
                <a:latin typeface="Apple SD Gothic Neo"/>
                <a:ea typeface="Apple SD Gothic Neo"/>
                <a:cs typeface="Apple SD Gothic Neo"/>
              </a:defRPr>
            </a:lvl6pPr>
            <a:lvl7pPr>
              <a:defRPr sz="1238">
                <a:latin typeface="Apple SD Gothic Neo"/>
                <a:ea typeface="Apple SD Gothic Neo"/>
                <a:cs typeface="Apple SD Gothic Neo"/>
              </a:defRPr>
            </a:lvl7pPr>
            <a:lvl8pPr>
              <a:defRPr sz="1238">
                <a:latin typeface="Apple SD Gothic Neo"/>
                <a:ea typeface="Apple SD Gothic Neo"/>
                <a:cs typeface="Apple SD Gothic Neo"/>
              </a:defRPr>
            </a:lvl8pPr>
            <a:lvl9pPr>
              <a:defRPr sz="1238">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062F5B"/>
              </a:buClr>
              <a:buSzPts val="1200"/>
              <a:buFont typeface="Arial"/>
              <a:buNone/>
              <a:defRPr sz="1238">
                <a:latin typeface="Apple SD Gothic Neo"/>
                <a:ea typeface="Apple SD Gothic Neo"/>
                <a:cs typeface="Apple SD Gothic Neo"/>
              </a:defRPr>
            </a:pPr>
            <a:r>
              <a:rPr sz="1238" b="1">
                <a:solidFill>
                  <a:srgbClr val="062F5B"/>
                </a:solidFill>
                <a:latin typeface="Apple SD Gothic Neo"/>
                <a:ea typeface="Apple SD Gothic Neo"/>
                <a:cs typeface="Apple SD Gothic Neo"/>
              </a:rPr>
              <a:t>여러 아이디어 를 종합하고, 기획을 구체화  하여 구조 를 빠르게 잡고 방향이 흔들리지 않는데 기여 하였다.</a:t>
            </a:r>
            <a:endParaRPr sz="1400" b="0" i="0" u="none" strike="noStrike" cap="none" spc="0">
              <a:solidFill>
                <a:srgbClr val="000000"/>
              </a:solidFill>
              <a:latin typeface="Arial"/>
              <a:ea typeface="Arial"/>
              <a:cs typeface="Arial"/>
            </a:endParaRPr>
          </a:p>
        </p:txBody>
      </p:sp>
      <p:sp>
        <p:nvSpPr>
          <p:cNvPr id="407" name="Google Shape;407;p9">
            <a:extLst xmlns:a="http://schemas.openxmlformats.org/drawingml/2006/main">
              <a:ext uri="{FF2B5EF4-FFF2-40B4-BE49-F238E27FC236}">
                <a16:creationId xmlns:a16="http://schemas.microsoft.com/office/drawing/2014/main" id="{1EDD4E70-CD45-4684-AC6E-ABB4F36F7C25}"/>
              </a:ext>
            </a:extLst>
          </p:cNvPr>
          <p:cNvSpPr>
            <a:spLocks xmlns:a="http://schemas.openxmlformats.org/drawingml/2006/main" noGrp="1"/>
          </p:cNvSpPr>
          <p:nvPr/>
        </p:nvSpPr>
        <p:spPr>
          <a:xfrm xmlns:a="http://schemas.openxmlformats.org/drawingml/2006/main">
            <a:off x="3409950" y="4848723"/>
            <a:ext cx="25717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65707C"/>
              </a:buClr>
              <a:buSzPts val="1700"/>
              <a:buFont typeface="Arial"/>
              <a:buNone/>
            </a:pPr>
            <a:r>
              <a:t/>
            </a:r>
            <a:endParaRPr sz="1200" b="0" i="0" u="none" strike="noStrike" cap="none" spc="0">
              <a:solidFill>
                <a:srgbClr val="20324C"/>
              </a:solidFill>
              <a:latin typeface="Arial"/>
              <a:ea typeface="Arial"/>
              <a:cs typeface="Arial"/>
            </a:endParaRPr>
          </a:p>
        </p:txBody>
      </p:sp>
      <p:sp>
        <p:nvSpPr>
          <p:cNvPr id="408" name="Google Shape;408;p9">
            <a:extLst xmlns:a="http://schemas.openxmlformats.org/drawingml/2006/main">
              <a:ext uri="{FF2B5EF4-FFF2-40B4-BE49-F238E27FC236}">
                <a16:creationId xmlns:a16="http://schemas.microsoft.com/office/drawing/2014/main" id="{59B705F3-9C87-444F-8BB7-868E49BDE193}"/>
              </a:ext>
            </a:extLst>
          </p:cNvPr>
          <p:cNvSpPr>
            <a:spLocks xmlns:a="http://schemas.openxmlformats.org/drawingml/2006/main" noGrp="1"/>
          </p:cNvSpPr>
          <p:nvPr/>
        </p:nvSpPr>
        <p:spPr>
          <a:xfrm xmlns:a="http://schemas.openxmlformats.org/drawingml/2006/main">
            <a:off x="6210300" y="2134098"/>
            <a:ext cx="2571750" cy="38100"/>
          </a:xfrm>
          <a:prstGeom xmlns:a="http://schemas.openxmlformats.org/drawingml/2006/main" prst="rect">
            <a:avLst/>
          </a:prstGeom>
          <a:solidFill xmlns:a="http://schemas.openxmlformats.org/drawingml/2006/main">
            <a:srgbClr val="FFB515"/>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spc="0">
              <a:solidFill>
                <a:srgbClr val="000000"/>
              </a:solidFill>
              <a:latin typeface="Arial"/>
              <a:ea typeface="Arial"/>
              <a:cs typeface="Arial"/>
            </a:endParaRPr>
          </a:p>
        </p:txBody>
      </p:sp>
      <p:sp>
        <p:nvSpPr>
          <p:cNvPr id="409" name="Google Shape;409;p9">
            <a:extLst xmlns:a="http://schemas.openxmlformats.org/drawingml/2006/main">
              <a:ext uri="{FF2B5EF4-FFF2-40B4-BE49-F238E27FC236}">
                <a16:creationId xmlns:a16="http://schemas.microsoft.com/office/drawing/2014/main" id="{E9C36D21-1C2F-474E-A8BE-2B8E6474E3BB}"/>
              </a:ext>
            </a:extLst>
          </p:cNvPr>
          <p:cNvSpPr>
            <a:spLocks xmlns:a="http://schemas.openxmlformats.org/drawingml/2006/main" noGrp="1"/>
          </p:cNvSpPr>
          <p:nvPr/>
        </p:nvSpPr>
        <p:spPr>
          <a:xfrm xmlns:a="http://schemas.openxmlformats.org/drawingml/2006/main">
            <a:off x="6210300" y="2324598"/>
            <a:ext cx="25717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062F5B"/>
              </a:buClr>
              <a:buSzPts val="1200"/>
              <a:buFont typeface="Arial"/>
              <a:buNone/>
              <a:defRPr>
                <a:latin typeface="Apple SD Gothic Neo"/>
                <a:ea typeface="Apple SD Gothic Neo"/>
                <a:cs typeface="Apple SD Gothic Neo"/>
              </a:defRPr>
            </a:pPr>
            <a:r>
              <a:rPr sz="1200" b="1" i="0" u="none" strike="noStrike" cap="none" spc="0">
                <a:solidFill>
                  <a:srgbClr val="062F5B"/>
                </a:solidFill>
                <a:latin typeface="Apple SD Gothic Neo"/>
                <a:ea typeface="Apple SD Gothic Neo"/>
                <a:cs typeface="Apple SD Gothic Neo"/>
              </a:rPr>
              <a:t>MEMBER 03</a:t>
            </a:r>
            <a:endParaRPr sz="1400" b="0" i="0" u="none" strike="noStrike" cap="none" spc="0">
              <a:solidFill>
                <a:srgbClr val="000000"/>
              </a:solidFill>
              <a:latin typeface="Arial"/>
              <a:ea typeface="Arial"/>
              <a:cs typeface="Arial"/>
            </a:endParaRPr>
          </a:p>
        </p:txBody>
      </p:sp>
      <p:sp>
        <p:nvSpPr>
          <p:cNvPr id="410" name="Google Shape;410;p9">
            <a:extLst xmlns:a="http://schemas.openxmlformats.org/drawingml/2006/main">
              <a:ext uri="{FF2B5EF4-FFF2-40B4-BE49-F238E27FC236}">
                <a16:creationId xmlns:a16="http://schemas.microsoft.com/office/drawing/2014/main" id="{3BF95E3E-F5C3-4184-9FCB-E75670BC962D}"/>
              </a:ext>
            </a:extLst>
          </p:cNvPr>
          <p:cNvSpPr>
            <a:spLocks xmlns:a="http://schemas.openxmlformats.org/drawingml/2006/main" noGrp="1"/>
          </p:cNvSpPr>
          <p:nvPr/>
        </p:nvSpPr>
        <p:spPr>
          <a:xfrm xmlns:a="http://schemas.openxmlformats.org/drawingml/2006/main">
            <a:off x="6210300" y="2677023"/>
            <a:ext cx="257175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062F5B"/>
              </a:buClr>
              <a:buSzPts val="2300"/>
              <a:buFont typeface="Arial"/>
              <a:buNone/>
              <a:defRPr>
                <a:solidFill>
                  <a:srgbClr val="20324C"/>
                </a:solidFill>
                <a:latin typeface="Apple SD Gothic Neo"/>
                <a:ea typeface="Apple SD Gothic Neo"/>
                <a:cs typeface="Apple SD Gothic Neo"/>
              </a:defRPr>
            </a:pPr>
            <a:r>
              <a:rPr sz="2025" b="1" i="0" u="none" strike="noStrike" cap="none" spc="0">
                <a:solidFill>
                  <a:srgbClr val="20324C"/>
                </a:solidFill>
                <a:latin typeface="Apple SD Gothic Neo"/>
                <a:ea typeface="Apple SD Gothic Neo"/>
                <a:cs typeface="Apple SD Gothic Neo"/>
              </a:rPr>
              <a:t>강소연</a:t>
            </a:r>
            <a:endParaRPr sz="2025" b="1" i="0" u="none" strike="noStrike" cap="none" spc="0">
              <a:solidFill>
                <a:srgbClr val="132A44"/>
              </a:solidFill>
              <a:latin typeface="Arial"/>
              <a:ea typeface="Arial"/>
              <a:cs typeface="Arial"/>
            </a:endParaRPr>
          </a:p>
        </p:txBody>
      </p:sp>
      <p:sp>
        <p:nvSpPr>
          <p:cNvPr id="411" name="Google Shape;411;p9">
            <a:extLst xmlns:a="http://schemas.openxmlformats.org/drawingml/2006/main">
              <a:ext uri="{FF2B5EF4-FFF2-40B4-BE49-F238E27FC236}">
                <a16:creationId xmlns:a16="http://schemas.microsoft.com/office/drawing/2014/main" id="{E8B3AD56-418C-4BEA-BAF6-1C73211872B1}"/>
              </a:ext>
            </a:extLst>
          </p:cNvPr>
          <p:cNvSpPr>
            <a:spLocks xmlns:a="http://schemas.openxmlformats.org/drawingml/2006/main" noGrp="1"/>
          </p:cNvSpPr>
          <p:nvPr/>
        </p:nvSpPr>
        <p:spPr>
          <a:xfrm xmlns:a="http://schemas.openxmlformats.org/drawingml/2006/main">
            <a:off x="6210300" y="3172323"/>
            <a:ext cx="25717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65707C"/>
              </a:buClr>
              <a:buSzPts val="1700"/>
              <a:buFont typeface="Arial"/>
              <a:buNone/>
            </a:pPr>
            <a:r>
              <a:t/>
            </a:r>
            <a:endParaRPr sz="1200" b="0" i="0" u="none" strike="noStrike" cap="none" spc="0">
              <a:solidFill>
                <a:srgbClr val="20324C"/>
              </a:solidFill>
              <a:latin typeface="Arial"/>
              <a:ea typeface="Arial"/>
              <a:cs typeface="Arial"/>
            </a:endParaRPr>
          </a:p>
        </p:txBody>
      </p:sp>
      <p:sp>
        <p:nvSpPr>
          <p:cNvPr id="412" name="Google Shape;412;p9">
            <a:extLst xmlns:a="http://schemas.openxmlformats.org/drawingml/2006/main">
              <a:ext uri="{FF2B5EF4-FFF2-40B4-BE49-F238E27FC236}">
                <a16:creationId xmlns:a16="http://schemas.microsoft.com/office/drawing/2014/main" id="{B452A0A6-7AF3-4C0A-AFD5-36E5A93E624F}"/>
              </a:ext>
            </a:extLst>
          </p:cNvPr>
          <p:cNvSpPr>
            <a:spLocks xmlns:a="http://schemas.openxmlformats.org/drawingml/2006/main" noGrp="1"/>
          </p:cNvSpPr>
          <p:nvPr/>
        </p:nvSpPr>
        <p:spPr>
          <a:xfrm xmlns:a="http://schemas.openxmlformats.org/drawingml/2006/main">
            <a:off x="6210300" y="3571875"/>
            <a:ext cx="257175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1238">
                <a:latin typeface="Apple SD Gothic Neo"/>
                <a:ea typeface="Apple SD Gothic Neo"/>
                <a:cs typeface="Apple SD Gothic Neo"/>
              </a:defRPr>
            </a:defPPr>
            <a:lvl1pPr>
              <a:defRPr sz="1238">
                <a:latin typeface="Apple SD Gothic Neo"/>
                <a:ea typeface="Apple SD Gothic Neo"/>
                <a:cs typeface="Apple SD Gothic Neo"/>
              </a:defRPr>
            </a:lvl1pPr>
            <a:lvl2pPr>
              <a:defRPr sz="1238">
                <a:latin typeface="Apple SD Gothic Neo"/>
                <a:ea typeface="Apple SD Gothic Neo"/>
                <a:cs typeface="Apple SD Gothic Neo"/>
              </a:defRPr>
            </a:lvl2pPr>
            <a:lvl3pPr>
              <a:defRPr sz="1238">
                <a:latin typeface="Apple SD Gothic Neo"/>
                <a:ea typeface="Apple SD Gothic Neo"/>
                <a:cs typeface="Apple SD Gothic Neo"/>
              </a:defRPr>
            </a:lvl3pPr>
            <a:lvl4pPr>
              <a:defRPr sz="1238">
                <a:latin typeface="Apple SD Gothic Neo"/>
                <a:ea typeface="Apple SD Gothic Neo"/>
                <a:cs typeface="Apple SD Gothic Neo"/>
              </a:defRPr>
            </a:lvl4pPr>
            <a:lvl5pPr>
              <a:defRPr sz="1238">
                <a:latin typeface="Apple SD Gothic Neo"/>
                <a:ea typeface="Apple SD Gothic Neo"/>
                <a:cs typeface="Apple SD Gothic Neo"/>
              </a:defRPr>
            </a:lvl5pPr>
            <a:lvl6pPr>
              <a:defRPr sz="1238">
                <a:latin typeface="Apple SD Gothic Neo"/>
                <a:ea typeface="Apple SD Gothic Neo"/>
                <a:cs typeface="Apple SD Gothic Neo"/>
              </a:defRPr>
            </a:lvl6pPr>
            <a:lvl7pPr>
              <a:defRPr sz="1238">
                <a:latin typeface="Apple SD Gothic Neo"/>
                <a:ea typeface="Apple SD Gothic Neo"/>
                <a:cs typeface="Apple SD Gothic Neo"/>
              </a:defRPr>
            </a:lvl7pPr>
            <a:lvl8pPr>
              <a:defRPr sz="1238">
                <a:latin typeface="Apple SD Gothic Neo"/>
                <a:ea typeface="Apple SD Gothic Neo"/>
                <a:cs typeface="Apple SD Gothic Neo"/>
              </a:defRPr>
            </a:lvl8pPr>
            <a:lvl9pPr>
              <a:defRPr sz="1238">
                <a:latin typeface="Apple SD Gothic Neo"/>
                <a:ea typeface="Apple SD Gothic Neo"/>
                <a:cs typeface="Apple SD Gothic Neo"/>
              </a:defRPr>
            </a:lvl9pPr>
          </a:lstStyle>
          <a:p xmlns:a="http://schemas.openxmlformats.org/drawingml/2006/main">
            <a:pPr marL="0" lvl="0" indent="0" algn="l">
              <a:lnSpc>
                <a:spcPct val="110000"/>
              </a:lnSpc>
              <a:spcBef>
                <a:spcPts val="0"/>
              </a:spcBef>
              <a:spcAft>
                <a:spcPts val="0"/>
              </a:spcAft>
              <a:buClr>
                <a:srgbClr val="062F5B"/>
              </a:buClr>
              <a:buSzPts val="1200"/>
              <a:buFont typeface="Arial"/>
              <a:buNone/>
              <a:defRPr sz="1238">
                <a:latin typeface="Apple SD Gothic Neo"/>
                <a:ea typeface="Apple SD Gothic Neo"/>
                <a:cs typeface="Apple SD Gothic Neo"/>
              </a:defRPr>
            </a:pPr>
            <a:r>
              <a:rPr sz="1238" b="1">
                <a:solidFill>
                  <a:srgbClr val="062F5B"/>
                </a:solidFill>
                <a:latin typeface="Apple SD Gothic Neo"/>
                <a:ea typeface="Apple SD Gothic Neo"/>
                <a:cs typeface="Apple SD Gothic Neo"/>
              </a:rPr>
              <a:t>모델 학습 데이터 수집 및 라벨링, 발표 자료 구체화, PM, DE</a:t>
            </a:r>
            <a:endParaRPr/>
          </a:p>
          <a:p xmlns:a="http://schemas.openxmlformats.org/drawingml/2006/main">
            <a:pPr marL="0" marR="0" lvl="0" indent="0" algn="l">
              <a:lnSpc>
                <a:spcPct val="110000"/>
              </a:lnSpc>
              <a:spcBef>
                <a:spcPts val="0"/>
              </a:spcBef>
              <a:spcAft>
                <a:spcPts val="0"/>
              </a:spcAft>
              <a:buClr>
                <a:srgbClr val="062F5B"/>
              </a:buClr>
              <a:buSzPts val="1200"/>
              <a:buFont typeface="Arial"/>
              <a:buNone/>
            </a:pPr>
            <a:r>
              <a:t/>
            </a:r>
            <a:endParaRPr/>
          </a:p>
        </p:txBody>
      </p:sp>
      <p:sp>
        <p:nvSpPr>
          <p:cNvPr id="413" name="Google Shape;413;p9">
            <a:extLst xmlns:a="http://schemas.openxmlformats.org/drawingml/2006/main">
              <a:ext uri="{FF2B5EF4-FFF2-40B4-BE49-F238E27FC236}">
                <a16:creationId xmlns:a16="http://schemas.microsoft.com/office/drawing/2014/main" id="{A6CD5BF3-6359-482D-AE5D-B9124DE51853}"/>
              </a:ext>
            </a:extLst>
          </p:cNvPr>
          <p:cNvSpPr>
            <a:spLocks xmlns:a="http://schemas.openxmlformats.org/drawingml/2006/main" noGrp="1"/>
          </p:cNvSpPr>
          <p:nvPr/>
        </p:nvSpPr>
        <p:spPr>
          <a:xfrm xmlns:a="http://schemas.openxmlformats.org/drawingml/2006/main">
            <a:off x="6210300" y="4039098"/>
            <a:ext cx="25717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65707C"/>
              </a:buClr>
              <a:buSzPts val="1700"/>
              <a:buFont typeface="Arial"/>
              <a:buNone/>
            </a:pPr>
            <a:r>
              <a:t/>
            </a:r>
            <a:endParaRPr sz="1200" b="0" i="0" u="none" strike="noStrike" cap="none" spc="0">
              <a:solidFill>
                <a:srgbClr val="20324C"/>
              </a:solidFill>
              <a:latin typeface="Arial"/>
              <a:ea typeface="Arial"/>
              <a:cs typeface="Arial"/>
            </a:endParaRPr>
          </a:p>
        </p:txBody>
      </p:sp>
      <p:sp>
        <p:nvSpPr>
          <p:cNvPr id="414" name="Google Shape;414;p9">
            <a:extLst xmlns:a="http://schemas.openxmlformats.org/drawingml/2006/main">
              <a:ext uri="{FF2B5EF4-FFF2-40B4-BE49-F238E27FC236}">
                <a16:creationId xmlns:a16="http://schemas.microsoft.com/office/drawing/2014/main" id="{4E8C3BD9-F8C1-4A8E-8173-7F3BEAB7841A}"/>
              </a:ext>
            </a:extLst>
          </p:cNvPr>
          <p:cNvSpPr>
            <a:spLocks xmlns:a="http://schemas.openxmlformats.org/drawingml/2006/main" noGrp="1"/>
          </p:cNvSpPr>
          <p:nvPr/>
        </p:nvSpPr>
        <p:spPr>
          <a:xfrm xmlns:a="http://schemas.openxmlformats.org/drawingml/2006/main">
            <a:off x="6210300" y="4457700"/>
            <a:ext cx="2571750" cy="11334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1238">
                <a:latin typeface="Apple SD Gothic Neo"/>
                <a:ea typeface="Apple SD Gothic Neo"/>
                <a:cs typeface="Apple SD Gothic Neo"/>
              </a:defRPr>
            </a:defPPr>
            <a:lvl1pPr>
              <a:defRPr sz="1238">
                <a:latin typeface="Apple SD Gothic Neo"/>
                <a:ea typeface="Apple SD Gothic Neo"/>
                <a:cs typeface="Apple SD Gothic Neo"/>
              </a:defRPr>
            </a:lvl1pPr>
            <a:lvl2pPr>
              <a:defRPr sz="1238">
                <a:latin typeface="Apple SD Gothic Neo"/>
                <a:ea typeface="Apple SD Gothic Neo"/>
                <a:cs typeface="Apple SD Gothic Neo"/>
              </a:defRPr>
            </a:lvl2pPr>
            <a:lvl3pPr>
              <a:defRPr sz="1238">
                <a:latin typeface="Apple SD Gothic Neo"/>
                <a:ea typeface="Apple SD Gothic Neo"/>
                <a:cs typeface="Apple SD Gothic Neo"/>
              </a:defRPr>
            </a:lvl3pPr>
            <a:lvl4pPr>
              <a:defRPr sz="1238">
                <a:latin typeface="Apple SD Gothic Neo"/>
                <a:ea typeface="Apple SD Gothic Neo"/>
                <a:cs typeface="Apple SD Gothic Neo"/>
              </a:defRPr>
            </a:lvl4pPr>
            <a:lvl5pPr>
              <a:defRPr sz="1238">
                <a:latin typeface="Apple SD Gothic Neo"/>
                <a:ea typeface="Apple SD Gothic Neo"/>
                <a:cs typeface="Apple SD Gothic Neo"/>
              </a:defRPr>
            </a:lvl5pPr>
            <a:lvl6pPr>
              <a:defRPr sz="1238">
                <a:latin typeface="Apple SD Gothic Neo"/>
                <a:ea typeface="Apple SD Gothic Neo"/>
                <a:cs typeface="Apple SD Gothic Neo"/>
              </a:defRPr>
            </a:lvl6pPr>
            <a:lvl7pPr>
              <a:defRPr sz="1238">
                <a:latin typeface="Apple SD Gothic Neo"/>
                <a:ea typeface="Apple SD Gothic Neo"/>
                <a:cs typeface="Apple SD Gothic Neo"/>
              </a:defRPr>
            </a:lvl7pPr>
            <a:lvl8pPr>
              <a:defRPr sz="1238">
                <a:latin typeface="Apple SD Gothic Neo"/>
                <a:ea typeface="Apple SD Gothic Neo"/>
                <a:cs typeface="Apple SD Gothic Neo"/>
              </a:defRPr>
            </a:lvl8pPr>
            <a:lvl9pPr>
              <a:defRPr sz="1238">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062F5B"/>
              </a:buClr>
              <a:buSzPts val="1200"/>
              <a:buFont typeface="Arial"/>
              <a:buNone/>
              <a:defRPr sz="1238">
                <a:latin typeface="Apple SD Gothic Neo"/>
                <a:ea typeface="Apple SD Gothic Neo"/>
                <a:cs typeface="Apple SD Gothic Neo"/>
              </a:defRPr>
            </a:pPr>
            <a:r>
              <a:rPr sz="1238" b="1">
                <a:solidFill>
                  <a:srgbClr val="062F5B"/>
                </a:solidFill>
                <a:latin typeface="Apple SD Gothic Neo"/>
                <a:ea typeface="Apple SD Gothic Neo"/>
                <a:cs typeface="Apple SD Gothic Neo"/>
              </a:rPr>
              <a:t>팀 의 모든 활동을 기록 정리, 모델 학습 데이터 를 수집 하여 정확도를 올리는데 기여 하였다.</a:t>
            </a:r>
            <a:endParaRPr sz="1400" b="0" i="0" u="none" strike="noStrike" cap="none" spc="0">
              <a:solidFill>
                <a:srgbClr val="000000"/>
              </a:solidFill>
              <a:latin typeface="Arial"/>
              <a:ea typeface="Arial"/>
              <a:cs typeface="Arial"/>
            </a:endParaRPr>
          </a:p>
        </p:txBody>
      </p:sp>
      <p:sp>
        <p:nvSpPr>
          <p:cNvPr id="415" name="Google Shape;415;p9">
            <a:extLst xmlns:a="http://schemas.openxmlformats.org/drawingml/2006/main">
              <a:ext uri="{FF2B5EF4-FFF2-40B4-BE49-F238E27FC236}">
                <a16:creationId xmlns:a16="http://schemas.microsoft.com/office/drawing/2014/main" id="{E71DB718-EC6D-400C-9840-AC6E3D6A65C3}"/>
              </a:ext>
            </a:extLst>
          </p:cNvPr>
          <p:cNvSpPr>
            <a:spLocks xmlns:a="http://schemas.openxmlformats.org/drawingml/2006/main" noGrp="1"/>
          </p:cNvSpPr>
          <p:nvPr/>
        </p:nvSpPr>
        <p:spPr>
          <a:xfrm xmlns:a="http://schemas.openxmlformats.org/drawingml/2006/main">
            <a:off x="6210300" y="4848723"/>
            <a:ext cx="25717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65707C"/>
              </a:buClr>
              <a:buSzPts val="1700"/>
              <a:buFont typeface="Arial"/>
              <a:buNone/>
            </a:pPr>
            <a:r>
              <a:t/>
            </a:r>
            <a:endParaRPr sz="1200" b="0" i="0" u="none" strike="noStrike" cap="none" spc="0">
              <a:solidFill>
                <a:srgbClr val="20324C"/>
              </a:solidFill>
              <a:latin typeface="Arial"/>
              <a:ea typeface="Arial"/>
              <a:cs typeface="Arial"/>
            </a:endParaRPr>
          </a:p>
        </p:txBody>
      </p:sp>
      <p:sp>
        <p:nvSpPr>
          <p:cNvPr id="416" name="Google Shape;416;p9">
            <a:extLst xmlns:a="http://schemas.openxmlformats.org/drawingml/2006/main">
              <a:ext uri="{FF2B5EF4-FFF2-40B4-BE49-F238E27FC236}">
                <a16:creationId xmlns:a16="http://schemas.microsoft.com/office/drawing/2014/main" id="{FBA383D4-EC11-4FB8-AB8E-E5C558E6A90C}"/>
              </a:ext>
            </a:extLst>
          </p:cNvPr>
          <p:cNvSpPr>
            <a:spLocks xmlns:a="http://schemas.openxmlformats.org/drawingml/2006/main" noGrp="1"/>
          </p:cNvSpPr>
          <p:nvPr/>
        </p:nvSpPr>
        <p:spPr>
          <a:xfrm xmlns:a="http://schemas.openxmlformats.org/drawingml/2006/main">
            <a:off x="9010650" y="2134098"/>
            <a:ext cx="2571750" cy="38100"/>
          </a:xfrm>
          <a:prstGeom xmlns:a="http://schemas.openxmlformats.org/drawingml/2006/main" prst="rect">
            <a:avLst/>
          </a:prstGeom>
          <a:solidFill xmlns:a="http://schemas.openxmlformats.org/drawingml/2006/main">
            <a:srgbClr val="FFB515"/>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spc="0">
              <a:solidFill>
                <a:srgbClr val="000000"/>
              </a:solidFill>
              <a:latin typeface="Arial"/>
              <a:ea typeface="Arial"/>
              <a:cs typeface="Arial"/>
            </a:endParaRPr>
          </a:p>
        </p:txBody>
      </p:sp>
      <p:sp>
        <p:nvSpPr>
          <p:cNvPr id="417" name="Google Shape;417;p9">
            <a:extLst xmlns:a="http://schemas.openxmlformats.org/drawingml/2006/main">
              <a:ext uri="{FF2B5EF4-FFF2-40B4-BE49-F238E27FC236}">
                <a16:creationId xmlns:a16="http://schemas.microsoft.com/office/drawing/2014/main" id="{61415E5A-2387-4F70-BEB4-D99BA0A306B3}"/>
              </a:ext>
            </a:extLst>
          </p:cNvPr>
          <p:cNvSpPr>
            <a:spLocks xmlns:a="http://schemas.openxmlformats.org/drawingml/2006/main" noGrp="1"/>
          </p:cNvSpPr>
          <p:nvPr/>
        </p:nvSpPr>
        <p:spPr>
          <a:xfrm xmlns:a="http://schemas.openxmlformats.org/drawingml/2006/main">
            <a:off x="9010650" y="2324598"/>
            <a:ext cx="25717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062F5B"/>
              </a:buClr>
              <a:buSzPts val="1200"/>
              <a:buFont typeface="Arial"/>
              <a:buNone/>
              <a:defRPr>
                <a:latin typeface="Apple SD Gothic Neo"/>
                <a:ea typeface="Apple SD Gothic Neo"/>
                <a:cs typeface="Apple SD Gothic Neo"/>
              </a:defRPr>
            </a:pPr>
            <a:r>
              <a:rPr sz="1200" b="1" i="0" u="none" strike="noStrike" cap="none" spc="0">
                <a:solidFill>
                  <a:srgbClr val="062F5B"/>
                </a:solidFill>
                <a:latin typeface="Apple SD Gothic Neo"/>
                <a:ea typeface="Apple SD Gothic Neo"/>
                <a:cs typeface="Apple SD Gothic Neo"/>
              </a:rPr>
              <a:t>MEMBER 04</a:t>
            </a:r>
            <a:endParaRPr sz="1400" b="0" i="0" u="none" strike="noStrike" cap="none" spc="0">
              <a:solidFill>
                <a:srgbClr val="000000"/>
              </a:solidFill>
              <a:latin typeface="Arial"/>
              <a:ea typeface="Arial"/>
              <a:cs typeface="Arial"/>
            </a:endParaRPr>
          </a:p>
        </p:txBody>
      </p:sp>
      <p:sp>
        <p:nvSpPr>
          <p:cNvPr id="418" name="Google Shape;418;p9">
            <a:extLst xmlns:a="http://schemas.openxmlformats.org/drawingml/2006/main">
              <a:ext uri="{FF2B5EF4-FFF2-40B4-BE49-F238E27FC236}">
                <a16:creationId xmlns:a16="http://schemas.microsoft.com/office/drawing/2014/main" id="{A38EB5C0-1061-4403-85CB-C7CAC34D0C7D}"/>
              </a:ext>
            </a:extLst>
          </p:cNvPr>
          <p:cNvSpPr>
            <a:spLocks xmlns:a="http://schemas.openxmlformats.org/drawingml/2006/main" noGrp="1"/>
          </p:cNvSpPr>
          <p:nvPr/>
        </p:nvSpPr>
        <p:spPr>
          <a:xfrm xmlns:a="http://schemas.openxmlformats.org/drawingml/2006/main">
            <a:off x="9010650" y="2677023"/>
            <a:ext cx="257175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062F5B"/>
              </a:buClr>
              <a:buSzPts val="2300"/>
              <a:buFont typeface="Arial"/>
              <a:buNone/>
              <a:defRPr>
                <a:solidFill>
                  <a:srgbClr val="20324C"/>
                </a:solidFill>
                <a:latin typeface="Apple SD Gothic Neo"/>
                <a:ea typeface="Apple SD Gothic Neo"/>
                <a:cs typeface="Apple SD Gothic Neo"/>
              </a:defRPr>
            </a:pPr>
            <a:r>
              <a:rPr sz="2025" b="1" i="0" u="none" strike="noStrike" cap="none" spc="0">
                <a:solidFill>
                  <a:srgbClr val="20324C"/>
                </a:solidFill>
                <a:latin typeface="Apple SD Gothic Neo"/>
                <a:ea typeface="Apple SD Gothic Neo"/>
                <a:cs typeface="Apple SD Gothic Neo"/>
              </a:rPr>
              <a:t>홍용재</a:t>
            </a:r>
            <a:endParaRPr sz="2025" b="1" i="0" u="none" strike="noStrike" cap="none" spc="0">
              <a:solidFill>
                <a:srgbClr val="132A44"/>
              </a:solidFill>
              <a:latin typeface="Arial"/>
              <a:ea typeface="Arial"/>
              <a:cs typeface="Arial"/>
            </a:endParaRPr>
          </a:p>
        </p:txBody>
      </p:sp>
      <p:sp>
        <p:nvSpPr>
          <p:cNvPr id="419" name="Google Shape;419;p9">
            <a:extLst xmlns:a="http://schemas.openxmlformats.org/drawingml/2006/main">
              <a:ext uri="{FF2B5EF4-FFF2-40B4-BE49-F238E27FC236}">
                <a16:creationId xmlns:a16="http://schemas.microsoft.com/office/drawing/2014/main" id="{D2087CBF-A3E8-4C81-8937-66D8637015A2}"/>
              </a:ext>
            </a:extLst>
          </p:cNvPr>
          <p:cNvSpPr>
            <a:spLocks xmlns:a="http://schemas.openxmlformats.org/drawingml/2006/main" noGrp="1"/>
          </p:cNvSpPr>
          <p:nvPr/>
        </p:nvSpPr>
        <p:spPr>
          <a:xfrm xmlns:a="http://schemas.openxmlformats.org/drawingml/2006/main">
            <a:off x="9010650" y="3172323"/>
            <a:ext cx="25717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65707C"/>
              </a:buClr>
              <a:buSzPts val="1700"/>
              <a:buFont typeface="Arial"/>
              <a:buNone/>
            </a:pPr>
            <a:r>
              <a:t/>
            </a:r>
            <a:endParaRPr sz="1200" b="0" i="0" u="none" strike="noStrike" cap="none" spc="0">
              <a:solidFill>
                <a:srgbClr val="20324C"/>
              </a:solidFill>
              <a:latin typeface="Arial"/>
              <a:ea typeface="Arial"/>
              <a:cs typeface="Arial"/>
            </a:endParaRPr>
          </a:p>
        </p:txBody>
      </p:sp>
      <p:sp>
        <p:nvSpPr>
          <p:cNvPr id="420" name="Google Shape;420;p9">
            <a:extLst xmlns:a="http://schemas.openxmlformats.org/drawingml/2006/main">
              <a:ext uri="{FF2B5EF4-FFF2-40B4-BE49-F238E27FC236}">
                <a16:creationId xmlns:a16="http://schemas.microsoft.com/office/drawing/2014/main" id="{8724629E-2B98-4C38-8EEB-8D30DCAEFB08}"/>
              </a:ext>
            </a:extLst>
          </p:cNvPr>
          <p:cNvSpPr>
            <a:spLocks xmlns:a="http://schemas.openxmlformats.org/drawingml/2006/main" noGrp="1"/>
          </p:cNvSpPr>
          <p:nvPr/>
        </p:nvSpPr>
        <p:spPr>
          <a:xfrm xmlns:a="http://schemas.openxmlformats.org/drawingml/2006/main">
            <a:off x="9010650" y="3571875"/>
            <a:ext cx="257175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1238">
                <a:latin typeface="Apple SD Gothic Neo"/>
                <a:ea typeface="Apple SD Gothic Neo"/>
                <a:cs typeface="Apple SD Gothic Neo"/>
              </a:defRPr>
            </a:defPPr>
            <a:lvl1pPr>
              <a:defRPr sz="1238">
                <a:latin typeface="Apple SD Gothic Neo"/>
                <a:ea typeface="Apple SD Gothic Neo"/>
                <a:cs typeface="Apple SD Gothic Neo"/>
              </a:defRPr>
            </a:lvl1pPr>
            <a:lvl2pPr>
              <a:defRPr sz="1238">
                <a:latin typeface="Apple SD Gothic Neo"/>
                <a:ea typeface="Apple SD Gothic Neo"/>
                <a:cs typeface="Apple SD Gothic Neo"/>
              </a:defRPr>
            </a:lvl2pPr>
            <a:lvl3pPr>
              <a:defRPr sz="1238">
                <a:latin typeface="Apple SD Gothic Neo"/>
                <a:ea typeface="Apple SD Gothic Neo"/>
                <a:cs typeface="Apple SD Gothic Neo"/>
              </a:defRPr>
            </a:lvl3pPr>
            <a:lvl4pPr>
              <a:defRPr sz="1238">
                <a:latin typeface="Apple SD Gothic Neo"/>
                <a:ea typeface="Apple SD Gothic Neo"/>
                <a:cs typeface="Apple SD Gothic Neo"/>
              </a:defRPr>
            </a:lvl4pPr>
            <a:lvl5pPr>
              <a:defRPr sz="1238">
                <a:latin typeface="Apple SD Gothic Neo"/>
                <a:ea typeface="Apple SD Gothic Neo"/>
                <a:cs typeface="Apple SD Gothic Neo"/>
              </a:defRPr>
            </a:lvl5pPr>
            <a:lvl6pPr>
              <a:defRPr sz="1238">
                <a:latin typeface="Apple SD Gothic Neo"/>
                <a:ea typeface="Apple SD Gothic Neo"/>
                <a:cs typeface="Apple SD Gothic Neo"/>
              </a:defRPr>
            </a:lvl6pPr>
            <a:lvl7pPr>
              <a:defRPr sz="1238">
                <a:latin typeface="Apple SD Gothic Neo"/>
                <a:ea typeface="Apple SD Gothic Neo"/>
                <a:cs typeface="Apple SD Gothic Neo"/>
              </a:defRPr>
            </a:lvl7pPr>
            <a:lvl8pPr>
              <a:defRPr sz="1238">
                <a:latin typeface="Apple SD Gothic Neo"/>
                <a:ea typeface="Apple SD Gothic Neo"/>
                <a:cs typeface="Apple SD Gothic Neo"/>
              </a:defRPr>
            </a:lvl8pPr>
            <a:lvl9pPr>
              <a:defRPr sz="1238">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062F5B"/>
              </a:buClr>
              <a:buSzPts val="1200"/>
              <a:buFont typeface="Arial"/>
              <a:buNone/>
              <a:defRPr sz="1238">
                <a:latin typeface="Apple SD Gothic Neo"/>
                <a:ea typeface="Apple SD Gothic Neo"/>
                <a:cs typeface="Apple SD Gothic Neo"/>
              </a:defRPr>
            </a:pPr>
            <a:r>
              <a:rPr sz="1238" b="1">
                <a:solidFill>
                  <a:srgbClr val="062F5B"/>
                </a:solidFill>
                <a:latin typeface="Apple SD Gothic Neo"/>
                <a:ea typeface="Apple SD Gothic Neo"/>
                <a:cs typeface="Apple SD Gothic Neo"/>
              </a:rPr>
              <a:t>시스템 설계 및 로직 및 인프라 구현 , INFRA, BE</a:t>
            </a:r>
            <a:endParaRPr sz="1400" b="0" i="0" u="none" strike="noStrike" cap="none" spc="0">
              <a:solidFill>
                <a:srgbClr val="000000"/>
              </a:solidFill>
              <a:latin typeface="Arial"/>
              <a:ea typeface="Arial"/>
              <a:cs typeface="Arial"/>
            </a:endParaRPr>
          </a:p>
        </p:txBody>
      </p:sp>
      <p:sp>
        <p:nvSpPr>
          <p:cNvPr id="421" name="Google Shape;421;p9">
            <a:extLst xmlns:a="http://schemas.openxmlformats.org/drawingml/2006/main">
              <a:ext uri="{FF2B5EF4-FFF2-40B4-BE49-F238E27FC236}">
                <a16:creationId xmlns:a16="http://schemas.microsoft.com/office/drawing/2014/main" id="{A306CF27-4357-467F-AB4F-47E74C906C1A}"/>
              </a:ext>
            </a:extLst>
          </p:cNvPr>
          <p:cNvSpPr>
            <a:spLocks xmlns:a="http://schemas.openxmlformats.org/drawingml/2006/main" noGrp="1"/>
          </p:cNvSpPr>
          <p:nvPr/>
        </p:nvSpPr>
        <p:spPr>
          <a:xfrm xmlns:a="http://schemas.openxmlformats.org/drawingml/2006/main">
            <a:off x="9010650" y="4039098"/>
            <a:ext cx="25717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65707C"/>
              </a:buClr>
              <a:buSzPts val="1700"/>
              <a:buFont typeface="Arial"/>
              <a:buNone/>
            </a:pPr>
            <a:r>
              <a:t/>
            </a:r>
            <a:endParaRPr sz="1200" b="0" i="0" u="none" strike="noStrike" cap="none" spc="0">
              <a:solidFill>
                <a:srgbClr val="20324C"/>
              </a:solidFill>
              <a:latin typeface="Arial"/>
              <a:ea typeface="Arial"/>
              <a:cs typeface="Arial"/>
            </a:endParaRPr>
          </a:p>
        </p:txBody>
      </p:sp>
      <p:sp>
        <p:nvSpPr>
          <p:cNvPr id="422" name="Google Shape;422;p9">
            <a:extLst xmlns:a="http://schemas.openxmlformats.org/drawingml/2006/main">
              <a:ext uri="{FF2B5EF4-FFF2-40B4-BE49-F238E27FC236}">
                <a16:creationId xmlns:a16="http://schemas.microsoft.com/office/drawing/2014/main" id="{29128593-175B-4F5B-A531-481696138E24}"/>
              </a:ext>
            </a:extLst>
          </p:cNvPr>
          <p:cNvSpPr>
            <a:spLocks xmlns:a="http://schemas.openxmlformats.org/drawingml/2006/main" noGrp="1"/>
          </p:cNvSpPr>
          <p:nvPr/>
        </p:nvSpPr>
        <p:spPr>
          <a:xfrm xmlns:a="http://schemas.openxmlformats.org/drawingml/2006/main">
            <a:off x="9010650" y="4457700"/>
            <a:ext cx="2571750" cy="11334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1238">
                <a:latin typeface="Apple SD Gothic Neo"/>
                <a:ea typeface="Apple SD Gothic Neo"/>
                <a:cs typeface="Apple SD Gothic Neo"/>
              </a:defRPr>
            </a:defPPr>
            <a:lvl1pPr>
              <a:defRPr sz="1238">
                <a:latin typeface="Apple SD Gothic Neo"/>
                <a:ea typeface="Apple SD Gothic Neo"/>
                <a:cs typeface="Apple SD Gothic Neo"/>
              </a:defRPr>
            </a:lvl1pPr>
            <a:lvl2pPr>
              <a:defRPr sz="1238">
                <a:latin typeface="Apple SD Gothic Neo"/>
                <a:ea typeface="Apple SD Gothic Neo"/>
                <a:cs typeface="Apple SD Gothic Neo"/>
              </a:defRPr>
            </a:lvl2pPr>
            <a:lvl3pPr>
              <a:defRPr sz="1238">
                <a:latin typeface="Apple SD Gothic Neo"/>
                <a:ea typeface="Apple SD Gothic Neo"/>
                <a:cs typeface="Apple SD Gothic Neo"/>
              </a:defRPr>
            </a:lvl3pPr>
            <a:lvl4pPr>
              <a:defRPr sz="1238">
                <a:latin typeface="Apple SD Gothic Neo"/>
                <a:ea typeface="Apple SD Gothic Neo"/>
                <a:cs typeface="Apple SD Gothic Neo"/>
              </a:defRPr>
            </a:lvl4pPr>
            <a:lvl5pPr>
              <a:defRPr sz="1238">
                <a:latin typeface="Apple SD Gothic Neo"/>
                <a:ea typeface="Apple SD Gothic Neo"/>
                <a:cs typeface="Apple SD Gothic Neo"/>
              </a:defRPr>
            </a:lvl5pPr>
            <a:lvl6pPr>
              <a:defRPr sz="1238">
                <a:latin typeface="Apple SD Gothic Neo"/>
                <a:ea typeface="Apple SD Gothic Neo"/>
                <a:cs typeface="Apple SD Gothic Neo"/>
              </a:defRPr>
            </a:lvl6pPr>
            <a:lvl7pPr>
              <a:defRPr sz="1238">
                <a:latin typeface="Apple SD Gothic Neo"/>
                <a:ea typeface="Apple SD Gothic Neo"/>
                <a:cs typeface="Apple SD Gothic Neo"/>
              </a:defRPr>
            </a:lvl7pPr>
            <a:lvl8pPr>
              <a:defRPr sz="1238">
                <a:latin typeface="Apple SD Gothic Neo"/>
                <a:ea typeface="Apple SD Gothic Neo"/>
                <a:cs typeface="Apple SD Gothic Neo"/>
              </a:defRPr>
            </a:lvl8pPr>
            <a:lvl9pPr>
              <a:defRPr sz="1238">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062F5B"/>
              </a:buClr>
              <a:buSzPts val="1200"/>
              <a:buFont typeface="Arial"/>
              <a:buNone/>
              <a:defRPr sz="1238">
                <a:latin typeface="Apple SD Gothic Neo"/>
                <a:ea typeface="Apple SD Gothic Neo"/>
                <a:cs typeface="Apple SD Gothic Neo"/>
              </a:defRPr>
            </a:pPr>
            <a:r>
              <a:rPr sz="1238" b="1">
                <a:solidFill>
                  <a:srgbClr val="062F5B"/>
                </a:solidFill>
                <a:latin typeface="Apple SD Gothic Neo"/>
                <a:ea typeface="Apple SD Gothic Neo"/>
                <a:cs typeface="Apple SD Gothic Neo"/>
              </a:rPr>
              <a:t>시스템 개발 을 도맡아 진행했으며 , 동작 검증 을 했으며, 전체 시스템을 통합을 총괄 하였다.</a:t>
            </a:r>
            <a:endParaRPr sz="1400" b="0" i="0" u="none" strike="noStrike" cap="none" spc="0">
              <a:solidFill>
                <a:srgbClr val="000000"/>
              </a:solidFill>
              <a:latin typeface="Arial"/>
              <a:ea typeface="Arial"/>
              <a:cs typeface="Arial"/>
            </a:endParaRPr>
          </a:p>
        </p:txBody>
      </p:sp>
      <p:sp>
        <p:nvSpPr>
          <p:cNvPr id="423" name="Google Shape;423;p9">
            <a:extLst xmlns:a="http://schemas.openxmlformats.org/drawingml/2006/main">
              <a:ext uri="{FF2B5EF4-FFF2-40B4-BE49-F238E27FC236}">
                <a16:creationId xmlns:a16="http://schemas.microsoft.com/office/drawing/2014/main" id="{AE126057-2F64-426F-9460-14F740EFA363}"/>
              </a:ext>
            </a:extLst>
          </p:cNvPr>
          <p:cNvSpPr>
            <a:spLocks xmlns:a="http://schemas.openxmlformats.org/drawingml/2006/main" noGrp="1"/>
          </p:cNvSpPr>
          <p:nvPr/>
        </p:nvSpPr>
        <p:spPr>
          <a:xfrm xmlns:a="http://schemas.openxmlformats.org/drawingml/2006/main">
            <a:off x="9010650" y="4848723"/>
            <a:ext cx="25717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65707C"/>
              </a:buClr>
              <a:buSzPts val="1700"/>
              <a:buFont typeface="Arial"/>
              <a:buNone/>
            </a:pPr>
            <a:r>
              <a:t/>
            </a:r>
            <a:endParaRPr sz="1200" b="0" i="0" u="none" strike="noStrike" cap="none" spc="0">
              <a:solidFill>
                <a:srgbClr val="20324C"/>
              </a:solidFill>
              <a:latin typeface="Arial"/>
              <a:ea typeface="Arial"/>
              <a:cs typeface="Arial"/>
            </a:endParaRPr>
          </a:p>
        </p:txBody>
      </p:sp>
      <p:sp>
        <p:nvSpPr>
          <p:cNvPr id="424" name="Google Shape;424;p9">
            <a:extLst xmlns:a="http://schemas.openxmlformats.org/drawingml/2006/main">
              <a:ext uri="{FF2B5EF4-FFF2-40B4-BE49-F238E27FC236}">
                <a16:creationId xmlns:a16="http://schemas.microsoft.com/office/drawing/2014/main" id="{4079D577-5AE8-4CFA-B3BC-4115CD551E83}"/>
              </a:ext>
            </a:extLst>
          </p:cNvPr>
          <p:cNvSpPr>
            <a:spLocks xmlns:a="http://schemas.openxmlformats.org/drawingml/2006/main" noGrp="1"/>
          </p:cNvSpPr>
          <p:nvPr/>
        </p:nvSpPr>
        <p:spPr>
          <a:xfrm xmlns:a="http://schemas.openxmlformats.org/drawingml/2006/main">
            <a:off x="609600" y="5905500"/>
            <a:ext cx="10972800" cy="9525"/>
          </a:xfrm>
          <a:prstGeom xmlns:a="http://schemas.openxmlformats.org/drawingml/2006/main" prst="rect">
            <a:avLst/>
          </a:prstGeom>
          <a:solidFill xmlns:a="http://schemas.openxmlformats.org/drawingml/2006/main">
            <a:srgbClr val="CCD3D8"/>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spc="0">
              <a:solidFill>
                <a:srgbClr val="000000"/>
              </a:solidFill>
              <a:latin typeface="Arial"/>
              <a:ea typeface="Arial"/>
              <a:cs typeface="Arial"/>
            </a:endParaRPr>
          </a:p>
        </p:txBody>
      </p:sp>
      <p:sp>
        <p:nvSpPr>
          <p:cNvPr id="425" name="Google Shape;425;p9">
            <a:extLst xmlns:a="http://schemas.openxmlformats.org/drawingml/2006/main">
              <a:ext uri="{FF2B5EF4-FFF2-40B4-BE49-F238E27FC236}">
                <a16:creationId xmlns:a16="http://schemas.microsoft.com/office/drawing/2014/main" id="{12D4ED88-6CD2-4525-B90B-A6A32872E722}"/>
              </a:ext>
            </a:extLst>
          </p:cNvPr>
          <p:cNvSpPr>
            <a:spLocks xmlns:a="http://schemas.openxmlformats.org/drawingml/2006/main" noGrp="1"/>
          </p:cNvSpPr>
          <p:nvPr/>
        </p:nvSpPr>
        <p:spPr>
          <a:xfrm xmlns:a="http://schemas.openxmlformats.org/drawingml/2006/main">
            <a:off x="609600" y="6048375"/>
            <a:ext cx="14287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062F5B"/>
              </a:buClr>
              <a:buSzPts val="1300"/>
              <a:buFont typeface="Arial"/>
              <a:buNone/>
              <a:defRPr>
                <a:latin typeface="Apple SD Gothic Neo"/>
                <a:ea typeface="Apple SD Gothic Neo"/>
                <a:cs typeface="Apple SD Gothic Neo"/>
              </a:defRPr>
            </a:pPr>
            <a:r>
              <a:rPr sz="1300" b="1" i="0" u="none" strike="noStrike" cap="none" spc="0">
                <a:solidFill>
                  <a:srgbClr val="062F5B"/>
                </a:solidFill>
                <a:latin typeface="Apple SD Gothic Neo"/>
                <a:ea typeface="Apple SD Gothic Neo"/>
                <a:cs typeface="Apple SD Gothic Neo"/>
              </a:rPr>
              <a:t>협업 방식</a:t>
            </a:r>
            <a:endParaRPr sz="1400" b="0" i="0" u="none" strike="noStrike" cap="none" spc="0">
              <a:solidFill>
                <a:srgbClr val="000000"/>
              </a:solidFill>
              <a:latin typeface="Arial"/>
              <a:ea typeface="Arial"/>
              <a:cs typeface="Arial"/>
            </a:endParaRPr>
          </a:p>
        </p:txBody>
      </p:sp>
      <p:sp>
        <p:nvSpPr>
          <p:cNvPr id="426" name="Google Shape;426;p9">
            <a:extLst xmlns:a="http://schemas.openxmlformats.org/drawingml/2006/main">
              <a:ext uri="{FF2B5EF4-FFF2-40B4-BE49-F238E27FC236}">
                <a16:creationId xmlns:a16="http://schemas.microsoft.com/office/drawing/2014/main" id="{DCB997B3-3C87-4946-AE5F-203989DA80D1}"/>
              </a:ext>
            </a:extLst>
          </p:cNvPr>
          <p:cNvSpPr>
            <a:spLocks xmlns:a="http://schemas.openxmlformats.org/drawingml/2006/main" noGrp="1"/>
          </p:cNvSpPr>
          <p:nvPr/>
        </p:nvSpPr>
        <p:spPr>
          <a:xfrm xmlns:a="http://schemas.openxmlformats.org/drawingml/2006/main">
            <a:off x="2190750" y="6019800"/>
            <a:ext cx="93916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65707C"/>
              </a:buClr>
              <a:buSzPts val="1500"/>
              <a:buFont typeface="Arial"/>
              <a:buNone/>
              <a:defRPr>
                <a:latin typeface="Apple SD Gothic Neo"/>
                <a:ea typeface="Apple SD Gothic Neo"/>
                <a:cs typeface="Apple SD Gothic Neo"/>
              </a:defRPr>
            </a:pPr>
            <a:r>
              <a:rPr sz="1275" b="0" i="0" u="none" strike="noStrike" cap="none" spc="0">
                <a:solidFill>
                  <a:srgbClr val="20324C"/>
                </a:solidFill>
                <a:latin typeface="Apple SD Gothic Neo"/>
                <a:ea typeface="Apple SD Gothic Neo"/>
                <a:cs typeface="Apple SD Gothic Neo"/>
              </a:rPr>
              <a:t>업무 공유 → 코드·화면 통합 → 모의 시나리오 검증</a:t>
            </a:r>
            <a:endParaRPr sz="1275" b="0" i="0" u="none" strike="noStrike" cap="none" spc="0">
              <a:solidFill>
                <a:srgbClr val="20324C"/>
              </a:solidFill>
              <a:latin typeface="Arial"/>
              <a:ea typeface="Arial"/>
              <a:cs typeface="Arial"/>
            </a:endParaRPr>
          </a:p>
        </p:txBody>
      </p:sp>
    </p:spTree>
    <p:extLst>
      <p:ext uri="{BB962C8B-B14F-4D97-AF65-F5344CB8AC3E}">
        <p14:creationId xmlns:p14="http://schemas.microsoft.com/office/powerpoint/2010/main" val="1030603107"/>
      </p:ext>
    </p:extLst>
  </p:cSld>
</p:sld>
</file>

<file path=ppt/slides/slide10.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432" name="Google Shape;432;p10">
            <a:extLst xmlns:a="http://schemas.openxmlformats.org/drawingml/2006/main">
              <a:ext uri="{FF2B5EF4-FFF2-40B4-BE49-F238E27FC236}">
                <a16:creationId xmlns:a16="http://schemas.microsoft.com/office/drawing/2014/main" id="{EDDF22F0-1940-479B-827E-E0377BFA0F40}"/>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CCD3D8"/>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spc="0">
              <a:solidFill>
                <a:srgbClr val="000000"/>
              </a:solidFill>
              <a:latin typeface="Arial"/>
              <a:ea typeface="Arial"/>
              <a:cs typeface="Arial"/>
            </a:endParaRPr>
          </a:p>
        </p:txBody>
      </p:sp>
      <p:sp>
        <p:nvSpPr>
          <p:cNvPr id="433" name="Google Shape;433;p10">
            <a:extLst xmlns:a="http://schemas.openxmlformats.org/drawingml/2006/main">
              <a:ext uri="{FF2B5EF4-FFF2-40B4-BE49-F238E27FC236}">
                <a16:creationId xmlns:a16="http://schemas.microsoft.com/office/drawing/2014/main" id="{6FF0E4F9-A263-45FA-8733-A70F09B99220}"/>
              </a:ext>
            </a:extLst>
          </p:cNvPr>
          <p:cNvSpPr>
            <a:spLocks xmlns:a="http://schemas.openxmlformats.org/drawingml/2006/main" noGrp="1"/>
          </p:cNvSpPr>
          <p:nvPr/>
        </p:nvSpPr>
        <p:spPr>
          <a:xfrm xmlns:a="http://schemas.openxmlformats.org/drawingml/2006/main">
            <a:off x="609600" y="6486525"/>
            <a:ext cx="66675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825">
                <a:solidFill>
                  <a:srgbClr val="65707C"/>
                </a:solidFill>
                <a:latin typeface="Apple SD Gothic Neo"/>
                <a:ea typeface="Apple SD Gothic Neo"/>
                <a:cs typeface="Apple SD Gothic Neo"/>
              </a:defRPr>
            </a:defPPr>
            <a:lvl1pPr>
              <a:defRPr sz="825">
                <a:solidFill>
                  <a:srgbClr val="65707C"/>
                </a:solidFill>
                <a:latin typeface="Apple SD Gothic Neo"/>
                <a:ea typeface="Apple SD Gothic Neo"/>
                <a:cs typeface="Apple SD Gothic Neo"/>
              </a:defRPr>
            </a:lvl1pPr>
            <a:lvl2pPr>
              <a:defRPr sz="825">
                <a:solidFill>
                  <a:srgbClr val="65707C"/>
                </a:solidFill>
                <a:latin typeface="Apple SD Gothic Neo"/>
                <a:ea typeface="Apple SD Gothic Neo"/>
                <a:cs typeface="Apple SD Gothic Neo"/>
              </a:defRPr>
            </a:lvl2pPr>
            <a:lvl3pPr>
              <a:defRPr sz="825">
                <a:solidFill>
                  <a:srgbClr val="65707C"/>
                </a:solidFill>
                <a:latin typeface="Apple SD Gothic Neo"/>
                <a:ea typeface="Apple SD Gothic Neo"/>
                <a:cs typeface="Apple SD Gothic Neo"/>
              </a:defRPr>
            </a:lvl3pPr>
            <a:lvl4pPr>
              <a:defRPr sz="825">
                <a:solidFill>
                  <a:srgbClr val="65707C"/>
                </a:solidFill>
                <a:latin typeface="Apple SD Gothic Neo"/>
                <a:ea typeface="Apple SD Gothic Neo"/>
                <a:cs typeface="Apple SD Gothic Neo"/>
              </a:defRPr>
            </a:lvl4pPr>
            <a:lvl5pPr>
              <a:defRPr sz="825">
                <a:solidFill>
                  <a:srgbClr val="65707C"/>
                </a:solidFill>
                <a:latin typeface="Apple SD Gothic Neo"/>
                <a:ea typeface="Apple SD Gothic Neo"/>
                <a:cs typeface="Apple SD Gothic Neo"/>
              </a:defRPr>
            </a:lvl5pPr>
            <a:lvl6pPr>
              <a:defRPr sz="825">
                <a:solidFill>
                  <a:srgbClr val="65707C"/>
                </a:solidFill>
                <a:latin typeface="Apple SD Gothic Neo"/>
                <a:ea typeface="Apple SD Gothic Neo"/>
                <a:cs typeface="Apple SD Gothic Neo"/>
              </a:defRPr>
            </a:lvl6pPr>
            <a:lvl7pPr>
              <a:defRPr sz="825">
                <a:solidFill>
                  <a:srgbClr val="65707C"/>
                </a:solidFill>
                <a:latin typeface="Apple SD Gothic Neo"/>
                <a:ea typeface="Apple SD Gothic Neo"/>
                <a:cs typeface="Apple SD Gothic Neo"/>
              </a:defRPr>
            </a:lvl7pPr>
            <a:lvl8pPr>
              <a:defRPr sz="825">
                <a:solidFill>
                  <a:srgbClr val="65707C"/>
                </a:solidFill>
                <a:latin typeface="Apple SD Gothic Neo"/>
                <a:ea typeface="Apple SD Gothic Neo"/>
                <a:cs typeface="Apple SD Gothic Neo"/>
              </a:defRPr>
            </a:lvl8pPr>
            <a:lvl9pPr>
              <a:defRPr sz="825">
                <a:solidFill>
                  <a:srgbClr val="65707C"/>
                </a:solidFill>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65707C"/>
              </a:buClr>
              <a:buSzPts val="1100"/>
              <a:buFont typeface="Arial"/>
              <a:buNone/>
              <a:defRPr sz="825">
                <a:solidFill>
                  <a:srgbClr val="65707C"/>
                </a:solidFill>
                <a:latin typeface="Apple SD Gothic Neo"/>
                <a:ea typeface="Apple SD Gothic Neo"/>
                <a:cs typeface="Apple SD Gothic Neo"/>
              </a:defRPr>
            </a:pPr>
            <a:r>
              <a:rPr sz="825" b="0" i="0" u="none" strike="noStrike" cap="none" spc="0">
                <a:solidFill>
                  <a:srgbClr val="65707C"/>
                </a:solidFill>
                <a:latin typeface="Apple SD Gothic Neo"/>
                <a:ea typeface="Apple SD Gothic Neo"/>
                <a:cs typeface="Apple SD Gothic Neo"/>
              </a:rPr>
              <a:t>CODYSSEY AI HACKATHON 2026</a:t>
            </a:r>
            <a:endParaRPr sz="1400" b="0" i="0" u="none" strike="noStrike" cap="none" spc="0">
              <a:solidFill>
                <a:srgbClr val="000000"/>
              </a:solidFill>
              <a:latin typeface="Arial"/>
              <a:ea typeface="Arial"/>
              <a:cs typeface="Arial"/>
            </a:endParaRPr>
          </a:p>
        </p:txBody>
      </p:sp>
      <p:sp>
        <p:nvSpPr>
          <p:cNvPr id="434" name="Google Shape;434;p10">
            <a:extLst xmlns:a="http://schemas.openxmlformats.org/drawingml/2006/main">
              <a:ext uri="{FF2B5EF4-FFF2-40B4-BE49-F238E27FC236}">
                <a16:creationId xmlns:a16="http://schemas.microsoft.com/office/drawing/2014/main" id="{8A30F3EC-8398-4357-B30F-B8C210F59FCD}"/>
              </a:ext>
            </a:extLst>
          </p:cNvPr>
          <p:cNvSpPr>
            <a:spLocks xmlns:a="http://schemas.openxmlformats.org/drawingml/2006/main" noGrp="1"/>
          </p:cNvSpPr>
          <p:nvPr/>
        </p:nvSpPr>
        <p:spPr>
          <a:xfrm xmlns:a="http://schemas.openxmlformats.org/drawingml/2006/main">
            <a:off x="609600" y="457200"/>
            <a:ext cx="10972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defPPr>
              <a:defRPr sz="2700" b="1">
                <a:solidFill>
                  <a:srgbClr val="062F5B"/>
                </a:solidFill>
                <a:latin typeface="Apple SD Gothic Neo"/>
                <a:ea typeface="Apple SD Gothic Neo"/>
                <a:cs typeface="Apple SD Gothic Neo"/>
              </a:defRPr>
            </a:defPPr>
            <a:lvl1pPr>
              <a:defRPr sz="2700" b="1">
                <a:solidFill>
                  <a:srgbClr val="062F5B"/>
                </a:solidFill>
                <a:latin typeface="Apple SD Gothic Neo"/>
                <a:ea typeface="Apple SD Gothic Neo"/>
                <a:cs typeface="Apple SD Gothic Neo"/>
              </a:defRPr>
            </a:lvl1pPr>
            <a:lvl2pPr>
              <a:defRPr sz="2700" b="1">
                <a:solidFill>
                  <a:srgbClr val="062F5B"/>
                </a:solidFill>
                <a:latin typeface="Apple SD Gothic Neo"/>
                <a:ea typeface="Apple SD Gothic Neo"/>
                <a:cs typeface="Apple SD Gothic Neo"/>
              </a:defRPr>
            </a:lvl2pPr>
            <a:lvl3pPr>
              <a:defRPr sz="2700" b="1">
                <a:solidFill>
                  <a:srgbClr val="062F5B"/>
                </a:solidFill>
                <a:latin typeface="Apple SD Gothic Neo"/>
                <a:ea typeface="Apple SD Gothic Neo"/>
                <a:cs typeface="Apple SD Gothic Neo"/>
              </a:defRPr>
            </a:lvl3pPr>
            <a:lvl4pPr>
              <a:defRPr sz="2700" b="1">
                <a:solidFill>
                  <a:srgbClr val="062F5B"/>
                </a:solidFill>
                <a:latin typeface="Apple SD Gothic Neo"/>
                <a:ea typeface="Apple SD Gothic Neo"/>
                <a:cs typeface="Apple SD Gothic Neo"/>
              </a:defRPr>
            </a:lvl4pPr>
            <a:lvl5pPr>
              <a:defRPr sz="2700" b="1">
                <a:solidFill>
                  <a:srgbClr val="062F5B"/>
                </a:solidFill>
                <a:latin typeface="Apple SD Gothic Neo"/>
                <a:ea typeface="Apple SD Gothic Neo"/>
                <a:cs typeface="Apple SD Gothic Neo"/>
              </a:defRPr>
            </a:lvl5pPr>
            <a:lvl6pPr>
              <a:defRPr sz="2700" b="1">
                <a:solidFill>
                  <a:srgbClr val="062F5B"/>
                </a:solidFill>
                <a:latin typeface="Apple SD Gothic Neo"/>
                <a:ea typeface="Apple SD Gothic Neo"/>
                <a:cs typeface="Apple SD Gothic Neo"/>
              </a:defRPr>
            </a:lvl6pPr>
            <a:lvl7pPr>
              <a:defRPr sz="2700" b="1">
                <a:solidFill>
                  <a:srgbClr val="062F5B"/>
                </a:solidFill>
                <a:latin typeface="Apple SD Gothic Neo"/>
                <a:ea typeface="Apple SD Gothic Neo"/>
                <a:cs typeface="Apple SD Gothic Neo"/>
              </a:defRPr>
            </a:lvl7pPr>
            <a:lvl8pPr>
              <a:defRPr sz="2700" b="1">
                <a:solidFill>
                  <a:srgbClr val="062F5B"/>
                </a:solidFill>
                <a:latin typeface="Apple SD Gothic Neo"/>
                <a:ea typeface="Apple SD Gothic Neo"/>
                <a:cs typeface="Apple SD Gothic Neo"/>
              </a:defRPr>
            </a:lvl8pPr>
            <a:lvl9pPr>
              <a:defRPr sz="2700" b="1">
                <a:solidFill>
                  <a:srgbClr val="062F5B"/>
                </a:solidFill>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062F5B"/>
              </a:buClr>
              <a:buSzPts val="3400"/>
              <a:buFont typeface="Arial"/>
              <a:buNone/>
              <a:defRPr sz="2700" b="1">
                <a:solidFill>
                  <a:srgbClr val="062F5B"/>
                </a:solidFill>
                <a:latin typeface="Apple SD Gothic Neo"/>
                <a:ea typeface="Apple SD Gothic Neo"/>
                <a:cs typeface="Apple SD Gothic Neo"/>
              </a:defRPr>
            </a:pPr>
            <a:r>
              <a:rPr sz="2700" b="1" i="0" u="none" strike="noStrike" cap="none" spc="0">
                <a:solidFill>
                  <a:srgbClr val="062F5B"/>
                </a:solidFill>
                <a:latin typeface="Apple SD Gothic Neo"/>
                <a:ea typeface="Apple SD Gothic Neo"/>
                <a:cs typeface="Apple SD Gothic Neo"/>
              </a:rPr>
              <a:t>외부 자원 활용 내역</a:t>
            </a:r>
            <a:endParaRPr sz="2700" b="1" i="0" u="none" strike="noStrike" cap="none" spc="0">
              <a:solidFill>
                <a:srgbClr val="132A44"/>
              </a:solidFill>
              <a:latin typeface="Arial"/>
              <a:ea typeface="Arial"/>
              <a:cs typeface="Arial"/>
            </a:endParaRPr>
          </a:p>
        </p:txBody>
      </p:sp>
      <p:sp>
        <p:nvSpPr>
          <p:cNvPr id="435" name="Google Shape;435;p10">
            <a:extLst xmlns:a="http://schemas.openxmlformats.org/drawingml/2006/main">
              <a:ext uri="{FF2B5EF4-FFF2-40B4-BE49-F238E27FC236}">
                <a16:creationId xmlns:a16="http://schemas.microsoft.com/office/drawing/2014/main" id="{4AAF72EE-D426-48D7-8364-066D6E46FDEB}"/>
              </a:ext>
            </a:extLst>
          </p:cNvPr>
          <p:cNvSpPr>
            <a:spLocks xmlns:a="http://schemas.openxmlformats.org/drawingml/2006/main" noGrp="1"/>
          </p:cNvSpPr>
          <p:nvPr/>
        </p:nvSpPr>
        <p:spPr>
          <a:xfrm xmlns:a="http://schemas.openxmlformats.org/drawingml/2006/main">
            <a:off x="609600" y="1066800"/>
            <a:ext cx="109728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1425">
                <a:solidFill>
                  <a:srgbClr val="65707C"/>
                </a:solidFill>
                <a:latin typeface="Apple SD Gothic Neo"/>
                <a:ea typeface="Apple SD Gothic Neo"/>
                <a:cs typeface="Apple SD Gothic Neo"/>
              </a:defRPr>
            </a:defPPr>
            <a:lvl1pPr>
              <a:defRPr sz="1425">
                <a:solidFill>
                  <a:srgbClr val="65707C"/>
                </a:solidFill>
                <a:latin typeface="Apple SD Gothic Neo"/>
                <a:ea typeface="Apple SD Gothic Neo"/>
                <a:cs typeface="Apple SD Gothic Neo"/>
              </a:defRPr>
            </a:lvl1pPr>
            <a:lvl2pPr>
              <a:defRPr sz="1425">
                <a:solidFill>
                  <a:srgbClr val="65707C"/>
                </a:solidFill>
                <a:latin typeface="Apple SD Gothic Neo"/>
                <a:ea typeface="Apple SD Gothic Neo"/>
                <a:cs typeface="Apple SD Gothic Neo"/>
              </a:defRPr>
            </a:lvl2pPr>
            <a:lvl3pPr>
              <a:defRPr sz="1425">
                <a:solidFill>
                  <a:srgbClr val="65707C"/>
                </a:solidFill>
                <a:latin typeface="Apple SD Gothic Neo"/>
                <a:ea typeface="Apple SD Gothic Neo"/>
                <a:cs typeface="Apple SD Gothic Neo"/>
              </a:defRPr>
            </a:lvl3pPr>
            <a:lvl4pPr>
              <a:defRPr sz="1425">
                <a:solidFill>
                  <a:srgbClr val="65707C"/>
                </a:solidFill>
                <a:latin typeface="Apple SD Gothic Neo"/>
                <a:ea typeface="Apple SD Gothic Neo"/>
                <a:cs typeface="Apple SD Gothic Neo"/>
              </a:defRPr>
            </a:lvl4pPr>
            <a:lvl5pPr>
              <a:defRPr sz="1425">
                <a:solidFill>
                  <a:srgbClr val="65707C"/>
                </a:solidFill>
                <a:latin typeface="Apple SD Gothic Neo"/>
                <a:ea typeface="Apple SD Gothic Neo"/>
                <a:cs typeface="Apple SD Gothic Neo"/>
              </a:defRPr>
            </a:lvl5pPr>
            <a:lvl6pPr>
              <a:defRPr sz="1425">
                <a:solidFill>
                  <a:srgbClr val="65707C"/>
                </a:solidFill>
                <a:latin typeface="Apple SD Gothic Neo"/>
                <a:ea typeface="Apple SD Gothic Neo"/>
                <a:cs typeface="Apple SD Gothic Neo"/>
              </a:defRPr>
            </a:lvl6pPr>
            <a:lvl7pPr>
              <a:defRPr sz="1425">
                <a:solidFill>
                  <a:srgbClr val="65707C"/>
                </a:solidFill>
                <a:latin typeface="Apple SD Gothic Neo"/>
                <a:ea typeface="Apple SD Gothic Neo"/>
                <a:cs typeface="Apple SD Gothic Neo"/>
              </a:defRPr>
            </a:lvl7pPr>
            <a:lvl8pPr>
              <a:defRPr sz="1425">
                <a:solidFill>
                  <a:srgbClr val="65707C"/>
                </a:solidFill>
                <a:latin typeface="Apple SD Gothic Neo"/>
                <a:ea typeface="Apple SD Gothic Neo"/>
                <a:cs typeface="Apple SD Gothic Neo"/>
              </a:defRPr>
            </a:lvl8pPr>
            <a:lvl9pPr>
              <a:defRPr sz="1425">
                <a:solidFill>
                  <a:srgbClr val="65707C"/>
                </a:solidFill>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65707C"/>
              </a:buClr>
              <a:buSzPts val="2000"/>
              <a:buFont typeface="Arial"/>
              <a:buNone/>
              <a:defRPr sz="1425">
                <a:solidFill>
                  <a:srgbClr val="65707C"/>
                </a:solidFill>
                <a:latin typeface="Apple SD Gothic Neo"/>
                <a:ea typeface="Apple SD Gothic Neo"/>
                <a:cs typeface="Apple SD Gothic Neo"/>
              </a:defRPr>
            </a:pPr>
            <a:r>
              <a:rPr sz="1425" b="0" i="0" u="none" strike="noStrike" cap="none" spc="0">
                <a:solidFill>
                  <a:srgbClr val="65707C"/>
                </a:solidFill>
                <a:latin typeface="Apple SD Gothic Neo"/>
                <a:ea typeface="Apple SD Gothic Neo"/>
                <a:cs typeface="Apple SD Gothic Neo"/>
              </a:rPr>
              <a:t>서비스·학습·연구에 활용한 주요 자원과 라이선스</a:t>
            </a:r>
            <a:endParaRPr sz="1350" b="0" i="0" u="none" strike="noStrike" cap="none" spc="0">
              <a:solidFill>
                <a:srgbClr val="20324C"/>
              </a:solidFill>
              <a:latin typeface="Arial"/>
              <a:ea typeface="Arial"/>
              <a:cs typeface="Arial"/>
            </a:endParaRPr>
          </a:p>
        </p:txBody>
      </p:sp>
      <p:graphicFrame>
        <p:nvGraphicFramePr>
          <p:cNvPr id="436" name="Google Shape;436;p10">
            <a:extLst xmlns:a="http://schemas.openxmlformats.org/drawingml/2006/main">
              <a:ext uri="{FF2B5EF4-FFF2-40B4-BE49-F238E27FC236}">
                <a16:creationId xmlns:a16="http://schemas.microsoft.com/office/drawing/2014/main" id="{B107CDD0-08A1-429F-AA1C-56FB8D942F56}"/>
              </a:ext>
            </a:extLst>
          </p:cNvPr>
          <p:cNvGraphicFramePr/>
          <p:nvPr/>
        </p:nvGraphicFramePr>
        <p:xfrm>
          <a:off xmlns:a="http://schemas.openxmlformats.org/drawingml/2006/main" x="609600" y="1428750"/>
          <a:ext xmlns:a="http://schemas.openxmlformats.org/drawingml/2006/main" cx="10972800" cy="4667250"/>
        </p:xfrm>
        <a:graphic xmlns:a="http://schemas.openxmlformats.org/drawingml/2006/main">
          <a:graphicData uri="http://schemas.openxmlformats.org/drawingml/2006/table">
            <a:tbl>
              <a:tblPr firstRow="1" firstCol="0" bandRow="0">
                <a:tableStyleId>{DDD63786-F7DD-4CAB-A47C-A595529B2074}</a:tableStyleId>
              </a:tblPr>
              <a:tblGrid>
                <a:gridCol w="1009650"/>
                <a:gridCol w="3429000"/>
                <a:gridCol w="3009900"/>
                <a:gridCol w="3524250"/>
              </a:tblGrid>
              <a:tr h="266700">
                <a:tc>
                  <a:txBody>
                    <a:bodyPr wrap="square" lIns="76200" tIns="9525" rIns="76200" bIns="9525">
                      <a:noAutofit/>
                    </a:bodyPr>
                    <a:lstStyle/>
                    <a:p>
                      <a:pPr marL="0" marR="0" lvl="0" indent="0" algn="l">
                        <a:lnSpc>
                          <a:spcPct val="100000"/>
                        </a:lnSpc>
                        <a:spcBef>
                          <a:spcPts val="0"/>
                        </a:spcBef>
                        <a:spcAft>
                          <a:spcPts val="0"/>
                        </a:spcAft>
                        <a:buClr>
                          <a:srgbClr val="F7F6F2"/>
                        </a:buClr>
                        <a:buSzPts val="1800"/>
                        <a:buFont typeface="Arial"/>
                        <a:buNone/>
                      </a:pPr>
                      <a:r>
                        <a:rPr sz="1350" b="1" u="none" strike="noStrike" cap="none" spc="0">
                          <a:solidFill>
                            <a:srgbClr val="FFFFFF"/>
                          </a:solidFill>
                          <a:latin typeface="Apple SD Gothic Neo"/>
                          <a:ea typeface="Apple SD Gothic Neo"/>
                          <a:cs typeface="Apple SD Gothic Neo"/>
                        </a:rPr>
                        <a:t>구분</a:t>
                      </a:r>
                      <a:endParaRPr sz="1400" u="none" strike="noStrike" cap="none" spc="0"/>
                    </a:p>
                  </a:txBody>
                  <a:tcPr marL="76200" marR="76200" marT="9525" marB="9525" anchor="ctr">
                    <a:lnL w="5715">
                      <a:solidFill>
                        <a:srgbClr val="CCD3D8"/>
                      </a:solidFill>
                      <a:prstDash val="solid"/>
                    </a:lnL>
                    <a:lnR w="5715">
                      <a:solidFill>
                        <a:srgbClr val="CCD3D8"/>
                      </a:solidFill>
                      <a:prstDash val="solid"/>
                    </a:lnR>
                    <a:lnT w="5715">
                      <a:solidFill>
                        <a:srgbClr val="CCD3D8"/>
                      </a:solidFill>
                      <a:prstDash val="solid"/>
                    </a:lnT>
                    <a:lnB w="5715">
                      <a:solidFill>
                        <a:srgbClr val="CCD3D8"/>
                      </a:solidFill>
                      <a:prstDash val="solid"/>
                    </a:lnB>
                    <a:solidFill>
                      <a:srgbClr val="062F5B"/>
                    </a:solidFill>
                  </a:tcPr>
                </a:tc>
                <a:tc>
                  <a:txBody>
                    <a:bodyPr wrap="square" lIns="76200" tIns="9525" rIns="76200" bIns="9525">
                      <a:noAutofit/>
                    </a:bodyPr>
                    <a:lstStyle/>
                    <a:p>
                      <a:pPr marL="0" marR="0" lvl="0" indent="0" algn="l">
                        <a:lnSpc>
                          <a:spcPct val="100000"/>
                        </a:lnSpc>
                        <a:spcBef>
                          <a:spcPts val="0"/>
                        </a:spcBef>
                        <a:spcAft>
                          <a:spcPts val="0"/>
                        </a:spcAft>
                        <a:buClr>
                          <a:srgbClr val="F7F6F2"/>
                        </a:buClr>
                        <a:buSzPts val="1800"/>
                        <a:buFont typeface="Arial"/>
                        <a:buNone/>
                      </a:pPr>
                      <a:r>
                        <a:rPr sz="1350" b="1" u="none" strike="noStrike" cap="none" spc="0">
                          <a:solidFill>
                            <a:srgbClr val="FFFFFF"/>
                          </a:solidFill>
                          <a:latin typeface="Apple SD Gothic Neo"/>
                          <a:ea typeface="Apple SD Gothic Neo"/>
                          <a:cs typeface="Apple SD Gothic Neo"/>
                        </a:rPr>
                        <a:t>명칭</a:t>
                      </a:r>
                      <a:endParaRPr sz="1400" u="none" strike="noStrike" cap="none" spc="0"/>
                    </a:p>
                  </a:txBody>
                  <a:tcPr marL="76200" marR="76200" marT="9525" marB="9525" anchor="ctr">
                    <a:lnR w="5715">
                      <a:solidFill>
                        <a:srgbClr val="CCD3D8"/>
                      </a:solidFill>
                      <a:prstDash val="solid"/>
                    </a:lnR>
                    <a:lnT w="5715">
                      <a:solidFill>
                        <a:srgbClr val="CCD3D8"/>
                      </a:solidFill>
                      <a:prstDash val="solid"/>
                    </a:lnT>
                    <a:lnB w="5715">
                      <a:solidFill>
                        <a:srgbClr val="CCD3D8"/>
                      </a:solidFill>
                      <a:prstDash val="solid"/>
                    </a:lnB>
                    <a:solidFill>
                      <a:srgbClr val="062F5B"/>
                    </a:solidFill>
                  </a:tcPr>
                </a:tc>
                <a:tc>
                  <a:txBody>
                    <a:bodyPr wrap="square" lIns="76200" tIns="9525" rIns="76200" bIns="9525">
                      <a:noAutofit/>
                    </a:bodyPr>
                    <a:lstStyle/>
                    <a:p>
                      <a:pPr marL="0" marR="0" lvl="0" indent="0" algn="l">
                        <a:lnSpc>
                          <a:spcPct val="100000"/>
                        </a:lnSpc>
                        <a:spcBef>
                          <a:spcPts val="0"/>
                        </a:spcBef>
                        <a:spcAft>
                          <a:spcPts val="0"/>
                        </a:spcAft>
                        <a:buClr>
                          <a:srgbClr val="F7F6F2"/>
                        </a:buClr>
                        <a:buSzPts val="1800"/>
                        <a:buFont typeface="Arial"/>
                        <a:buNone/>
                      </a:pPr>
                      <a:r>
                        <a:rPr sz="1350" b="1" u="none" strike="noStrike" cap="none" spc="0">
                          <a:solidFill>
                            <a:srgbClr val="FFFFFF"/>
                          </a:solidFill>
                          <a:latin typeface="Apple SD Gothic Neo"/>
                          <a:ea typeface="Apple SD Gothic Neo"/>
                          <a:cs typeface="Apple SD Gothic Neo"/>
                        </a:rPr>
                        <a:t>용도</a:t>
                      </a:r>
                      <a:endParaRPr sz="1400" u="none" strike="noStrike" cap="none" spc="0"/>
                    </a:p>
                  </a:txBody>
                  <a:tcPr marL="76200" marR="76200" marT="9525" marB="9525" anchor="ctr">
                    <a:lnR w="5715">
                      <a:solidFill>
                        <a:srgbClr val="CCD3D8"/>
                      </a:solidFill>
                      <a:prstDash val="solid"/>
                    </a:lnR>
                    <a:lnT w="5715">
                      <a:solidFill>
                        <a:srgbClr val="CCD3D8"/>
                      </a:solidFill>
                      <a:prstDash val="solid"/>
                    </a:lnT>
                    <a:lnB w="5715">
                      <a:solidFill>
                        <a:srgbClr val="CCD3D8"/>
                      </a:solidFill>
                      <a:prstDash val="solid"/>
                    </a:lnB>
                    <a:solidFill>
                      <a:srgbClr val="062F5B"/>
                    </a:solidFill>
                  </a:tcPr>
                </a:tc>
                <a:tc>
                  <a:txBody>
                    <a:bodyPr wrap="square" lIns="76200" tIns="9525" rIns="76200" bIns="9525">
                      <a:noAutofit/>
                    </a:bodyPr>
                    <a:lstStyle/>
                    <a:p>
                      <a:pPr marL="0" marR="0" lvl="0" indent="0" algn="l">
                        <a:lnSpc>
                          <a:spcPct val="100000"/>
                        </a:lnSpc>
                        <a:spcBef>
                          <a:spcPts val="0"/>
                        </a:spcBef>
                        <a:spcAft>
                          <a:spcPts val="0"/>
                        </a:spcAft>
                        <a:buClr>
                          <a:srgbClr val="F7F6F2"/>
                        </a:buClr>
                        <a:buSzPts val="1800"/>
                        <a:buFont typeface="Arial"/>
                        <a:buNone/>
                      </a:pPr>
                      <a:r>
                        <a:rPr sz="1350" b="1" u="none" strike="noStrike" cap="none" spc="0">
                          <a:solidFill>
                            <a:srgbClr val="FFFFFF"/>
                          </a:solidFill>
                          <a:latin typeface="Apple SD Gothic Neo"/>
                          <a:ea typeface="Apple SD Gothic Neo"/>
                          <a:cs typeface="Apple SD Gothic Neo"/>
                        </a:rPr>
                        <a:t>라이선스·이용 조건</a:t>
                      </a:r>
                      <a:endParaRPr sz="1400" u="none" strike="noStrike" cap="none" spc="0"/>
                    </a:p>
                  </a:txBody>
                  <a:tcPr marL="76200" marR="76200" marT="9525" marB="9525" anchor="ctr">
                    <a:lnR w="5715">
                      <a:solidFill>
                        <a:srgbClr val="CCD3D8"/>
                      </a:solidFill>
                      <a:prstDash val="solid"/>
                    </a:lnR>
                    <a:lnT w="5715">
                      <a:solidFill>
                        <a:srgbClr val="CCD3D8"/>
                      </a:solidFill>
                      <a:prstDash val="solid"/>
                    </a:lnT>
                    <a:lnB w="5715">
                      <a:solidFill>
                        <a:srgbClr val="CCD3D8"/>
                      </a:solidFill>
                      <a:prstDash val="solid"/>
                    </a:lnB>
                    <a:solidFill>
                      <a:srgbClr val="062F5B"/>
                    </a:solidFill>
                  </a:tcPr>
                </a:tc>
              </a:tr>
              <a:tr h="314325">
                <a:tc>
                  <a:txBody>
                    <a:bodyPr wrap="square" lIns="76200" tIns="9525" rIns="76200" bIns="9525">
                      <a:noAutofit/>
                    </a:bodyPr>
                    <a:lstStyle/>
                    <a:p>
                      <a:pPr marL="0" marR="0" lvl="0" indent="0" algn="l">
                        <a:lnSpc>
                          <a:spcPct val="100000"/>
                        </a:lnSpc>
                        <a:spcBef>
                          <a:spcPts val="0"/>
                        </a:spcBef>
                        <a:spcAft>
                          <a:spcPts val="0"/>
                        </a:spcAft>
                        <a:buClr>
                          <a:srgbClr val="062F5B"/>
                        </a:buClr>
                        <a:buSzPts val="1600"/>
                        <a:buFont typeface="Arial"/>
                        <a:buNone/>
                      </a:pPr>
                      <a:r>
                        <a:rPr sz="900" b="1" u="none" strike="noStrike" cap="none" spc="0">
                          <a:solidFill>
                            <a:srgbClr val="062F5B"/>
                          </a:solidFill>
                          <a:latin typeface="Apple SD Gothic Neo"/>
                          <a:ea typeface="Apple SD Gothic Neo"/>
                          <a:cs typeface="Apple SD Gothic Neo"/>
                        </a:rPr>
                        <a:t>오픈소스</a:t>
                      </a:r>
                      <a:endParaRPr sz="1400" u="none" strike="noStrike" cap="none" spc="0"/>
                    </a:p>
                  </a:txBody>
                  <a:tcPr marL="76200" marR="76200" marT="9525" marB="9525" anchor="ctr">
                    <a:lnL w="5715">
                      <a:solidFill>
                        <a:srgbClr val="CCD3D8"/>
                      </a:solidFill>
                      <a:prstDash val="solid"/>
                    </a:lnL>
                    <a:lnR w="5715">
                      <a:solidFill>
                        <a:srgbClr val="CCD3D8"/>
                      </a:solidFill>
                      <a:prstDash val="solid"/>
                    </a:lnR>
                    <a:lnB w="5715">
                      <a:solidFill>
                        <a:srgbClr val="CCD3D8"/>
                      </a:solidFill>
                      <a:prstDash val="solid"/>
                    </a:lnB>
                    <a:solidFill>
                      <a:srgbClr val="FFFFFF"/>
                    </a:solidFill>
                  </a:tcPr>
                </a:tc>
                <a:tc>
                  <a:txBody>
                    <a:bodyPr wrap="square" lIns="76200" tIns="9525" rIns="76200" bIns="9525">
                      <a:noAutofit/>
                    </a:bodyPr>
                    <a:lstStyle/>
                    <a:p>
                      <a:pPr marL="0" marR="0" lvl="0" indent="0" algn="l">
                        <a:lnSpc>
                          <a:spcPct val="100000"/>
                        </a:lnSpc>
                        <a:spcBef>
                          <a:spcPts val="0"/>
                        </a:spcBef>
                        <a:spcAft>
                          <a:spcPts val="0"/>
                        </a:spcAft>
                        <a:buClr>
                          <a:srgbClr val="65707C"/>
                        </a:buClr>
                        <a:buSzPts val="1600"/>
                        <a:buFont typeface="Arial"/>
                        <a:buNone/>
                      </a:pPr>
                      <a:r>
                        <a:rPr sz="900" b="0" u="none" strike="noStrike" cap="none" spc="0">
                          <a:solidFill>
                            <a:srgbClr val="20324C"/>
                          </a:solidFill>
                          <a:latin typeface="Apple SD Gothic Neo"/>
                          <a:ea typeface="Apple SD Gothic Neo"/>
                          <a:cs typeface="Apple SD Gothic Neo"/>
                        </a:rPr>
                        <a:t>Qwen3-4B-Instruct-2507</a:t>
                      </a:r>
                      <a:endParaRPr sz="1400" u="none" strike="noStrike" cap="none" spc="0"/>
                    </a:p>
                    <a:p>
                      <a:pPr marL="0" marR="0" lvl="0" indent="0" algn="l">
                        <a:lnSpc>
                          <a:spcPct val="100000"/>
                        </a:lnSpc>
                        <a:spcBef>
                          <a:spcPts val="0"/>
                        </a:spcBef>
                        <a:spcAft>
                          <a:spcPts val="0"/>
                        </a:spcAft>
                        <a:buClr>
                          <a:srgbClr val="65707C"/>
                        </a:buClr>
                        <a:buSzPts val="1600"/>
                        <a:buFont typeface="Arial"/>
                        <a:buNone/>
                      </a:pPr>
                      <a:r>
                        <a:rPr sz="900" b="0" u="none" strike="noStrike" cap="none" spc="0">
                          <a:solidFill>
                            <a:srgbClr val="20324C"/>
                          </a:solidFill>
                          <a:latin typeface="Apple SD Gothic Neo"/>
                          <a:ea typeface="Apple SD Gothic Neo"/>
                          <a:cs typeface="Apple SD Gothic Neo"/>
                        </a:rPr>
                        <a:t>Qwen3-Embedding-0.6B</a:t>
                      </a:r>
                      <a:endParaRPr sz="1400" u="none" strike="noStrike" cap="none" spc="0"/>
                    </a:p>
                  </a:txBody>
                  <a:tcPr marL="76200" marR="76200" marT="9525" marB="9525" anchor="ctr">
                    <a:lnR w="5715">
                      <a:solidFill>
                        <a:srgbClr val="CCD3D8"/>
                      </a:solidFill>
                      <a:prstDash val="solid"/>
                    </a:lnR>
                    <a:lnB w="5715">
                      <a:solidFill>
                        <a:srgbClr val="CCD3D8"/>
                      </a:solidFill>
                      <a:prstDash val="solid"/>
                    </a:lnB>
                    <a:solidFill>
                      <a:srgbClr val="FFFFFF"/>
                    </a:solidFill>
                  </a:tcPr>
                </a:tc>
                <a:tc>
                  <a:txBody>
                    <a:bodyPr wrap="square" lIns="76200" tIns="9525" rIns="76200" bIns="9525">
                      <a:noAutofit/>
                    </a:bodyPr>
                    <a:lstStyle/>
                    <a:p>
                      <a:pPr marL="0" marR="0" lvl="0" indent="0" algn="l">
                        <a:lnSpc>
                          <a:spcPct val="100000"/>
                        </a:lnSpc>
                        <a:spcBef>
                          <a:spcPts val="0"/>
                        </a:spcBef>
                        <a:spcAft>
                          <a:spcPts val="0"/>
                        </a:spcAft>
                        <a:buClr>
                          <a:srgbClr val="65707C"/>
                        </a:buClr>
                        <a:buSzPts val="1600"/>
                        <a:buFont typeface="Arial"/>
                        <a:buNone/>
                      </a:pPr>
                      <a:r>
                        <a:rPr sz="900" b="0" u="none" strike="noStrike" cap="none" spc="0">
                          <a:solidFill>
                            <a:srgbClr val="20324C"/>
                          </a:solidFill>
                          <a:latin typeface="Apple SD Gothic Neo"/>
                          <a:ea typeface="Apple SD Gothic Neo"/>
                          <a:cs typeface="Apple SD Gothic Neo"/>
                        </a:rPr>
                        <a:t>근거 자료 요약·정리</a:t>
                      </a:r>
                      <a:endParaRPr sz="1400" u="none" strike="noStrike" cap="none" spc="0"/>
                    </a:p>
                    <a:p>
                      <a:pPr marL="0" marR="0" lvl="0" indent="0" algn="l">
                        <a:lnSpc>
                          <a:spcPct val="100000"/>
                        </a:lnSpc>
                        <a:spcBef>
                          <a:spcPts val="0"/>
                        </a:spcBef>
                        <a:spcAft>
                          <a:spcPts val="0"/>
                        </a:spcAft>
                        <a:buClr>
                          <a:srgbClr val="65707C"/>
                        </a:buClr>
                        <a:buSzPts val="1600"/>
                        <a:buFont typeface="Arial"/>
                        <a:buNone/>
                      </a:pPr>
                      <a:r>
                        <a:rPr sz="900" b="0" u="none" strike="noStrike" cap="none" spc="0">
                          <a:solidFill>
                            <a:srgbClr val="20324C"/>
                          </a:solidFill>
                          <a:latin typeface="Apple SD Gothic Neo"/>
                          <a:ea typeface="Apple SD Gothic Neo"/>
                          <a:cs typeface="Apple SD Gothic Neo"/>
                        </a:rPr>
                        <a:t>1024차원 벡터 생성·유사 근거 검색</a:t>
                      </a:r>
                      <a:endParaRPr sz="1400" u="none" strike="noStrike" cap="none" spc="0"/>
                    </a:p>
                  </a:txBody>
                  <a:tcPr marL="76200" marR="76200" marT="9525" marB="9525" anchor="ctr">
                    <a:lnR w="5715">
                      <a:solidFill>
                        <a:srgbClr val="CCD3D8"/>
                      </a:solidFill>
                      <a:prstDash val="solid"/>
                    </a:lnR>
                    <a:lnB w="5715">
                      <a:solidFill>
                        <a:srgbClr val="CCD3D8"/>
                      </a:solidFill>
                      <a:prstDash val="solid"/>
                    </a:lnB>
                    <a:solidFill>
                      <a:srgbClr val="FFFFFF"/>
                    </a:solidFill>
                  </a:tcPr>
                </a:tc>
                <a:tc>
                  <a:txBody>
                    <a:bodyPr wrap="square" lIns="76200" tIns="9525" rIns="76200" bIns="9525">
                      <a:noAutofit/>
                    </a:bodyPr>
                    <a:lstStyle/>
                    <a:p>
                      <a:pPr marL="0" marR="0" lvl="0" indent="0" algn="l">
                        <a:lnSpc>
                          <a:spcPct val="100000"/>
                        </a:lnSpc>
                        <a:spcBef>
                          <a:spcPts val="0"/>
                        </a:spcBef>
                        <a:spcAft>
                          <a:spcPts val="0"/>
                        </a:spcAft>
                        <a:buClr>
                          <a:srgbClr val="65707C"/>
                        </a:buClr>
                        <a:buSzPts val="1600"/>
                        <a:buFont typeface="Arial"/>
                        <a:buNone/>
                      </a:pPr>
                      <a:r>
                        <a:rPr sz="900" b="0" u="none" strike="noStrike" cap="none" spc="0">
                          <a:solidFill>
                            <a:srgbClr val="20324C"/>
                          </a:solidFill>
                          <a:latin typeface="Apple SD Gothic Neo"/>
                          <a:ea typeface="Apple SD Gothic Neo"/>
                          <a:cs typeface="Apple SD Gothic Neo"/>
                        </a:rPr>
                        <a:t>Apache-2.0 (두 모델)</a:t>
                      </a:r>
                      <a:endParaRPr sz="1400" u="none" strike="noStrike" cap="none" spc="0"/>
                    </a:p>
                  </a:txBody>
                  <a:tcPr marL="76200" marR="76200" marT="9525" marB="9525" anchor="ctr">
                    <a:lnR w="5715">
                      <a:solidFill>
                        <a:srgbClr val="CCD3D8"/>
                      </a:solidFill>
                      <a:prstDash val="solid"/>
                    </a:lnR>
                    <a:lnB w="5715">
                      <a:solidFill>
                        <a:srgbClr val="CCD3D8"/>
                      </a:solidFill>
                      <a:prstDash val="solid"/>
                    </a:lnB>
                    <a:solidFill>
                      <a:srgbClr val="FFFFFF"/>
                    </a:solidFill>
                  </a:tcPr>
                </a:tc>
              </a:tr>
              <a:tr h="209550">
                <a:tc>
                  <a:txBody>
                    <a:bodyPr wrap="square" lIns="76200" tIns="9525" rIns="76200" bIns="9525">
                      <a:noAutofit/>
                    </a:bodyPr>
                    <a:lstStyle/>
                    <a:p>
                      <a:pPr marL="0" marR="0" lvl="0" indent="0" algn="l">
                        <a:lnSpc>
                          <a:spcPct val="100000"/>
                        </a:lnSpc>
                        <a:spcBef>
                          <a:spcPts val="0"/>
                        </a:spcBef>
                        <a:spcAft>
                          <a:spcPts val="0"/>
                        </a:spcAft>
                        <a:buClr>
                          <a:srgbClr val="062F5B"/>
                        </a:buClr>
                        <a:buSzPts val="1600"/>
                        <a:buFont typeface="Arial"/>
                        <a:buNone/>
                      </a:pPr>
                      <a:r>
                        <a:rPr sz="900" b="1" u="none" strike="noStrike" cap="none" spc="0">
                          <a:solidFill>
                            <a:srgbClr val="062F5B"/>
                          </a:solidFill>
                          <a:latin typeface="Apple SD Gothic Neo"/>
                          <a:ea typeface="Apple SD Gothic Neo"/>
                          <a:cs typeface="Apple SD Gothic Neo"/>
                        </a:rPr>
                        <a:t>오픈소스</a:t>
                      </a:r>
                      <a:endParaRPr sz="1400" u="none" strike="noStrike" cap="none" spc="0"/>
                    </a:p>
                  </a:txBody>
                  <a:tcPr marL="76200" marR="76200" marT="9525" marB="9525" anchor="ctr">
                    <a:lnL w="5715">
                      <a:solidFill>
                        <a:srgbClr val="CCD3D8"/>
                      </a:solidFill>
                      <a:prstDash val="solid"/>
                    </a:lnL>
                    <a:lnR w="5715">
                      <a:solidFill>
                        <a:srgbClr val="CCD3D8"/>
                      </a:solidFill>
                      <a:prstDash val="solid"/>
                    </a:lnR>
                    <a:lnB w="5715">
                      <a:solidFill>
                        <a:srgbClr val="CCD3D8"/>
                      </a:solidFill>
                      <a:prstDash val="solid"/>
                    </a:lnB>
                    <a:solidFill>
                      <a:srgbClr val="F0F3F6"/>
                    </a:solidFill>
                  </a:tcPr>
                </a:tc>
                <a:tc>
                  <a:txBody>
                    <a:bodyPr wrap="square" lIns="76200" tIns="9525" rIns="76200" bIns="9525">
                      <a:noAutofit/>
                    </a:bodyPr>
                    <a:lstStyle/>
                    <a:p>
                      <a:pPr marL="0" marR="0" lvl="0" indent="0" algn="l">
                        <a:lnSpc>
                          <a:spcPct val="100000"/>
                        </a:lnSpc>
                        <a:spcBef>
                          <a:spcPts val="0"/>
                        </a:spcBef>
                        <a:spcAft>
                          <a:spcPts val="0"/>
                        </a:spcAft>
                        <a:buClr>
                          <a:srgbClr val="65707C"/>
                        </a:buClr>
                        <a:buSzPts val="1600"/>
                        <a:buFont typeface="Arial"/>
                        <a:buNone/>
                      </a:pPr>
                      <a:r>
                        <a:rPr sz="900" b="0" u="none" strike="noStrike" cap="none" spc="0">
                          <a:solidFill>
                            <a:srgbClr val="20324C"/>
                          </a:solidFill>
                          <a:latin typeface="Apple SD Gothic Neo"/>
                          <a:ea typeface="Apple SD Gothic Neo"/>
                          <a:cs typeface="Apple SD Gothic Neo"/>
                        </a:rPr>
                        <a:t>XGBoost 3.4.1</a:t>
                      </a:r>
                      <a:endParaRPr sz="1400" u="none" strike="noStrike" cap="none" spc="0"/>
                    </a:p>
                  </a:txBody>
                  <a:tcPr marL="76200" marR="76200" marT="9525" marB="9525" anchor="ctr">
                    <a:lnR w="5715">
                      <a:solidFill>
                        <a:srgbClr val="CCD3D8"/>
                      </a:solidFill>
                      <a:prstDash val="solid"/>
                    </a:lnR>
                    <a:lnB w="5715">
                      <a:solidFill>
                        <a:srgbClr val="CCD3D8"/>
                      </a:solidFill>
                      <a:prstDash val="solid"/>
                    </a:lnB>
                    <a:solidFill>
                      <a:srgbClr val="F0F3F6"/>
                    </a:solidFill>
                  </a:tcPr>
                </a:tc>
                <a:tc>
                  <a:txBody>
                    <a:bodyPr wrap="square" lIns="76200" tIns="9525" rIns="76200" bIns="9525">
                      <a:noAutofit/>
                    </a:bodyPr>
                    <a:lstStyle/>
                    <a:p>
                      <a:pPr marL="0" marR="0" lvl="0" indent="0" algn="l">
                        <a:lnSpc>
                          <a:spcPct val="100000"/>
                        </a:lnSpc>
                        <a:spcBef>
                          <a:spcPts val="0"/>
                        </a:spcBef>
                        <a:spcAft>
                          <a:spcPts val="0"/>
                        </a:spcAft>
                        <a:buClr>
                          <a:srgbClr val="65707C"/>
                        </a:buClr>
                        <a:buSzPts val="1600"/>
                        <a:buFont typeface="Arial"/>
                        <a:buNone/>
                      </a:pPr>
                      <a:r>
                        <a:rPr sz="900" b="0" u="none" strike="noStrike" cap="none" spc="0">
                          <a:solidFill>
                            <a:srgbClr val="20324C"/>
                          </a:solidFill>
                          <a:latin typeface="Apple SD Gothic Neo"/>
                          <a:ea typeface="Apple SD Gothic Neo"/>
                          <a:cs typeface="Apple SD Gothic Neo"/>
                        </a:rPr>
                        <a:t>산불 접근 예측 연구·학습 (서비스 미연결)</a:t>
                      </a:r>
                      <a:endParaRPr sz="1400" u="none" strike="noStrike" cap="none" spc="0"/>
                    </a:p>
                  </a:txBody>
                  <a:tcPr marL="76200" marR="76200" marT="9525" marB="9525" anchor="ctr">
                    <a:lnR w="5715">
                      <a:solidFill>
                        <a:srgbClr val="CCD3D8"/>
                      </a:solidFill>
                      <a:prstDash val="solid"/>
                    </a:lnR>
                    <a:lnB w="5715">
                      <a:solidFill>
                        <a:srgbClr val="CCD3D8"/>
                      </a:solidFill>
                      <a:prstDash val="solid"/>
                    </a:lnB>
                    <a:solidFill>
                      <a:srgbClr val="F0F3F6"/>
                    </a:solidFill>
                  </a:tcPr>
                </a:tc>
                <a:tc>
                  <a:txBody>
                    <a:bodyPr wrap="square" lIns="76200" tIns="9525" rIns="76200" bIns="9525">
                      <a:noAutofit/>
                    </a:bodyPr>
                    <a:lstStyle/>
                    <a:p>
                      <a:pPr marL="0" marR="0" lvl="0" indent="0" algn="l">
                        <a:lnSpc>
                          <a:spcPct val="100000"/>
                        </a:lnSpc>
                        <a:spcBef>
                          <a:spcPts val="0"/>
                        </a:spcBef>
                        <a:spcAft>
                          <a:spcPts val="0"/>
                        </a:spcAft>
                        <a:buClr>
                          <a:srgbClr val="65707C"/>
                        </a:buClr>
                        <a:buSzPts val="1600"/>
                        <a:buFont typeface="Arial"/>
                        <a:buNone/>
                      </a:pPr>
                      <a:r>
                        <a:rPr sz="900" b="0" u="none" strike="noStrike" cap="none" spc="0">
                          <a:solidFill>
                            <a:srgbClr val="20324C"/>
                          </a:solidFill>
                          <a:latin typeface="Apple SD Gothic Neo"/>
                          <a:ea typeface="Apple SD Gothic Neo"/>
                          <a:cs typeface="Apple SD Gothic Neo"/>
                        </a:rPr>
                        <a:t>Apache-2.0</a:t>
                      </a:r>
                      <a:endParaRPr sz="1400" u="none" strike="noStrike" cap="none" spc="0"/>
                    </a:p>
                  </a:txBody>
                  <a:tcPr marL="76200" marR="76200" marT="9525" marB="9525" anchor="ctr">
                    <a:lnR w="5715">
                      <a:solidFill>
                        <a:srgbClr val="CCD3D8"/>
                      </a:solidFill>
                      <a:prstDash val="solid"/>
                    </a:lnR>
                    <a:lnB w="5715">
                      <a:solidFill>
                        <a:srgbClr val="CCD3D8"/>
                      </a:solidFill>
                      <a:prstDash val="solid"/>
                    </a:lnB>
                    <a:solidFill>
                      <a:srgbClr val="F0F3F6"/>
                    </a:solidFill>
                  </a:tcPr>
                </a:tc>
              </a:tr>
              <a:tr h="314325">
                <a:tc>
                  <a:txBody>
                    <a:bodyPr wrap="square" lIns="76200" tIns="9525" rIns="76200" bIns="9525">
                      <a:noAutofit/>
                    </a:bodyPr>
                    <a:lstStyle/>
                    <a:p>
                      <a:pPr marL="0" marR="0" lvl="0" indent="0" algn="l">
                        <a:lnSpc>
                          <a:spcPct val="100000"/>
                        </a:lnSpc>
                        <a:spcBef>
                          <a:spcPts val="0"/>
                        </a:spcBef>
                        <a:spcAft>
                          <a:spcPts val="0"/>
                        </a:spcAft>
                        <a:buClr>
                          <a:srgbClr val="062F5B"/>
                        </a:buClr>
                        <a:buSzPts val="1600"/>
                        <a:buFont typeface="Arial"/>
                        <a:buNone/>
                      </a:pPr>
                      <a:r>
                        <a:rPr sz="900" b="1" u="none" strike="noStrike" cap="none" spc="0">
                          <a:solidFill>
                            <a:srgbClr val="062F5B"/>
                          </a:solidFill>
                          <a:latin typeface="Apple SD Gothic Neo"/>
                          <a:ea typeface="Apple SD Gothic Neo"/>
                          <a:cs typeface="Apple SD Gothic Neo"/>
                        </a:rPr>
                        <a:t>오픈소스</a:t>
                      </a:r>
                      <a:endParaRPr sz="1400" u="none" strike="noStrike" cap="none" spc="0"/>
                    </a:p>
                  </a:txBody>
                  <a:tcPr marL="76200" marR="76200" marT="9525" marB="9525" anchor="ctr">
                    <a:lnL w="5715">
                      <a:solidFill>
                        <a:srgbClr val="CCD3D8"/>
                      </a:solidFill>
                      <a:prstDash val="solid"/>
                    </a:lnL>
                    <a:lnR w="5715">
                      <a:solidFill>
                        <a:srgbClr val="CCD3D8"/>
                      </a:solidFill>
                      <a:prstDash val="solid"/>
                    </a:lnR>
                    <a:lnB w="5715">
                      <a:solidFill>
                        <a:srgbClr val="CCD3D8"/>
                      </a:solidFill>
                      <a:prstDash val="solid"/>
                    </a:lnB>
                    <a:solidFill>
                      <a:srgbClr val="FFFFFF"/>
                    </a:solidFill>
                  </a:tcPr>
                </a:tc>
                <a:tc>
                  <a:txBody>
                    <a:bodyPr wrap="square" lIns="76200" tIns="9525" rIns="76200" bIns="9525">
                      <a:noAutofit/>
                    </a:bodyPr>
                    <a:lstStyle/>
                    <a:p>
                      <a:pPr marL="0" marR="0" lvl="0" indent="0" algn="l">
                        <a:lnSpc>
                          <a:spcPct val="100000"/>
                        </a:lnSpc>
                        <a:spcBef>
                          <a:spcPts val="0"/>
                        </a:spcBef>
                        <a:spcAft>
                          <a:spcPts val="0"/>
                        </a:spcAft>
                        <a:buClr>
                          <a:srgbClr val="65707C"/>
                        </a:buClr>
                        <a:buSzPts val="1600"/>
                        <a:buFont typeface="Arial"/>
                        <a:buNone/>
                      </a:pPr>
                      <a:r>
                        <a:rPr sz="900" b="0" u="none" strike="noStrike" cap="none" spc="0">
                          <a:solidFill>
                            <a:srgbClr val="20324C"/>
                          </a:solidFill>
                          <a:latin typeface="Apple SD Gothic Neo"/>
                          <a:ea typeface="Apple SD Gothic Neo"/>
                          <a:cs typeface="Apple SD Gothic Neo"/>
                        </a:rPr>
                        <a:t>PyTorch 2.11.0+cu128</a:t>
                      </a:r>
                      <a:endParaRPr sz="1400" u="none" strike="noStrike" cap="none" spc="0"/>
                    </a:p>
                    <a:p>
                      <a:pPr marL="0" marR="0" lvl="0" indent="0" algn="l">
                        <a:lnSpc>
                          <a:spcPct val="100000"/>
                        </a:lnSpc>
                        <a:spcBef>
                          <a:spcPts val="0"/>
                        </a:spcBef>
                        <a:spcAft>
                          <a:spcPts val="0"/>
                        </a:spcAft>
                        <a:buClr>
                          <a:srgbClr val="65707C"/>
                        </a:buClr>
                        <a:buSzPts val="1600"/>
                        <a:buFont typeface="Arial"/>
                        <a:buNone/>
                      </a:pPr>
                      <a:r>
                        <a:rPr sz="900" b="0" u="none" strike="noStrike" cap="none" spc="0">
                          <a:solidFill>
                            <a:srgbClr val="20324C"/>
                          </a:solidFill>
                          <a:latin typeface="Apple SD Gothic Neo"/>
                          <a:ea typeface="Apple SD Gothic Neo"/>
                          <a:cs typeface="Apple SD Gothic Neo"/>
                        </a:rPr>
                        <a:t>Transformers 4.57.6 · Sentence Transformers 5.7.0</a:t>
                      </a:r>
                      <a:endParaRPr sz="1400" u="none" strike="noStrike" cap="none" spc="0"/>
                    </a:p>
                  </a:txBody>
                  <a:tcPr marL="76200" marR="76200" marT="9525" marB="9525" anchor="ctr">
                    <a:lnR w="5715">
                      <a:solidFill>
                        <a:srgbClr val="CCD3D8"/>
                      </a:solidFill>
                      <a:prstDash val="solid"/>
                    </a:lnR>
                    <a:lnB w="5715">
                      <a:solidFill>
                        <a:srgbClr val="CCD3D8"/>
                      </a:solidFill>
                      <a:prstDash val="solid"/>
                    </a:lnB>
                    <a:solidFill>
                      <a:srgbClr val="FFFFFF"/>
                    </a:solidFill>
                  </a:tcPr>
                </a:tc>
                <a:tc>
                  <a:txBody>
                    <a:bodyPr wrap="square" lIns="76200" tIns="9525" rIns="76200" bIns="9525">
                      <a:noAutofit/>
                    </a:bodyPr>
                    <a:lstStyle/>
                    <a:p>
                      <a:pPr marL="0" marR="0" lvl="0" indent="0" algn="l">
                        <a:lnSpc>
                          <a:spcPct val="100000"/>
                        </a:lnSpc>
                        <a:spcBef>
                          <a:spcPts val="0"/>
                        </a:spcBef>
                        <a:spcAft>
                          <a:spcPts val="0"/>
                        </a:spcAft>
                        <a:buClr>
                          <a:srgbClr val="65707C"/>
                        </a:buClr>
                        <a:buSzPts val="1600"/>
                        <a:buFont typeface="Arial"/>
                        <a:buNone/>
                      </a:pPr>
                      <a:r>
                        <a:rPr sz="900" b="0" u="none" strike="noStrike" cap="none" spc="0">
                          <a:solidFill>
                            <a:srgbClr val="20324C"/>
                          </a:solidFill>
                          <a:latin typeface="Apple SD Gothic Neo"/>
                          <a:ea typeface="Apple SD Gothic Neo"/>
                          <a:cs typeface="Apple SD Gothic Neo"/>
                        </a:rPr>
                        <a:t>GPU 추론 실행</a:t>
                      </a:r>
                      <a:endParaRPr sz="1400" u="none" strike="noStrike" cap="none" spc="0"/>
                    </a:p>
                    <a:p>
                      <a:pPr marL="0" marR="0" lvl="0" indent="0" algn="l">
                        <a:lnSpc>
                          <a:spcPct val="100000"/>
                        </a:lnSpc>
                        <a:spcBef>
                          <a:spcPts val="0"/>
                        </a:spcBef>
                        <a:spcAft>
                          <a:spcPts val="0"/>
                        </a:spcAft>
                        <a:buClr>
                          <a:srgbClr val="65707C"/>
                        </a:buClr>
                        <a:buSzPts val="1600"/>
                        <a:buFont typeface="Arial"/>
                        <a:buNone/>
                      </a:pPr>
                      <a:r>
                        <a:rPr sz="900" b="0" u="none" strike="noStrike" cap="none" spc="0">
                          <a:solidFill>
                            <a:srgbClr val="20324C"/>
                          </a:solidFill>
                          <a:latin typeface="Apple SD Gothic Neo"/>
                          <a:ea typeface="Apple SD Gothic Neo"/>
                          <a:cs typeface="Apple SD Gothic Neo"/>
                        </a:rPr>
                        <a:t>Qwen 모델 로딩·텍스트 생성·임베딩</a:t>
                      </a:r>
                      <a:endParaRPr sz="1400" u="none" strike="noStrike" cap="none" spc="0"/>
                    </a:p>
                  </a:txBody>
                  <a:tcPr marL="76200" marR="76200" marT="9525" marB="9525" anchor="ctr">
                    <a:lnR w="5715">
                      <a:solidFill>
                        <a:srgbClr val="CCD3D8"/>
                      </a:solidFill>
                      <a:prstDash val="solid"/>
                    </a:lnR>
                    <a:lnB w="5715">
                      <a:solidFill>
                        <a:srgbClr val="CCD3D8"/>
                      </a:solidFill>
                      <a:prstDash val="solid"/>
                    </a:lnB>
                    <a:solidFill>
                      <a:srgbClr val="FFFFFF"/>
                    </a:solidFill>
                  </a:tcPr>
                </a:tc>
                <a:tc>
                  <a:txBody>
                    <a:bodyPr wrap="square" lIns="76200" tIns="9525" rIns="76200" bIns="9525">
                      <a:noAutofit/>
                    </a:bodyPr>
                    <a:lstStyle/>
                    <a:p>
                      <a:pPr marL="0" marR="0" lvl="0" indent="0" algn="l">
                        <a:lnSpc>
                          <a:spcPct val="100000"/>
                        </a:lnSpc>
                        <a:spcBef>
                          <a:spcPts val="0"/>
                        </a:spcBef>
                        <a:spcAft>
                          <a:spcPts val="0"/>
                        </a:spcAft>
                        <a:buClr>
                          <a:srgbClr val="65707C"/>
                        </a:buClr>
                        <a:buSzPts val="1600"/>
                        <a:buFont typeface="Arial"/>
                        <a:buNone/>
                      </a:pPr>
                      <a:r>
                        <a:rPr sz="900" b="0" u="none" strike="noStrike" cap="none" spc="0">
                          <a:solidFill>
                            <a:srgbClr val="20324C"/>
                          </a:solidFill>
                          <a:latin typeface="Apple SD Gothic Neo"/>
                          <a:ea typeface="Apple SD Gothic Neo"/>
                          <a:cs typeface="Apple SD Gothic Neo"/>
                        </a:rPr>
                        <a:t>PyTorch: BSD-3-Clause</a:t>
                      </a:r>
                      <a:endParaRPr sz="1400" u="none" strike="noStrike" cap="none" spc="0"/>
                    </a:p>
                    <a:p>
                      <a:pPr marL="0" marR="0" lvl="0" indent="0" algn="l">
                        <a:lnSpc>
                          <a:spcPct val="100000"/>
                        </a:lnSpc>
                        <a:spcBef>
                          <a:spcPts val="0"/>
                        </a:spcBef>
                        <a:spcAft>
                          <a:spcPts val="0"/>
                        </a:spcAft>
                        <a:buClr>
                          <a:srgbClr val="65707C"/>
                        </a:buClr>
                        <a:buSzPts val="1600"/>
                        <a:buFont typeface="Arial"/>
                        <a:buNone/>
                      </a:pPr>
                      <a:r>
                        <a:rPr sz="900" b="0" u="none" strike="noStrike" cap="none" spc="0">
                          <a:solidFill>
                            <a:srgbClr val="20324C"/>
                          </a:solidFill>
                          <a:latin typeface="Apple SD Gothic Neo"/>
                          <a:ea typeface="Apple SD Gothic Neo"/>
                          <a:cs typeface="Apple SD Gothic Neo"/>
                        </a:rPr>
                        <a:t>Transformers 계열: Apache-2.0</a:t>
                      </a:r>
                      <a:endParaRPr sz="1400" u="none" strike="noStrike" cap="none" spc="0"/>
                    </a:p>
                  </a:txBody>
                  <a:tcPr marL="76200" marR="76200" marT="9525" marB="9525" anchor="ctr">
                    <a:lnR w="5715">
                      <a:solidFill>
                        <a:srgbClr val="CCD3D8"/>
                      </a:solidFill>
                      <a:prstDash val="solid"/>
                    </a:lnR>
                    <a:lnB w="5715">
                      <a:solidFill>
                        <a:srgbClr val="CCD3D8"/>
                      </a:solidFill>
                      <a:prstDash val="solid"/>
                    </a:lnB>
                    <a:solidFill>
                      <a:srgbClr val="FFFFFF"/>
                    </a:solidFill>
                  </a:tcPr>
                </a:tc>
              </a:tr>
              <a:tr h="314325">
                <a:tc>
                  <a:txBody>
                    <a:bodyPr wrap="square" lIns="76200" tIns="9525" rIns="76200" bIns="9525">
                      <a:noAutofit/>
                    </a:bodyPr>
                    <a:lstStyle/>
                    <a:p>
                      <a:pPr marL="0" marR="0" lvl="0" indent="0" algn="l">
                        <a:lnSpc>
                          <a:spcPct val="100000"/>
                        </a:lnSpc>
                        <a:spcBef>
                          <a:spcPts val="0"/>
                        </a:spcBef>
                        <a:spcAft>
                          <a:spcPts val="0"/>
                        </a:spcAft>
                        <a:buClr>
                          <a:srgbClr val="062F5B"/>
                        </a:buClr>
                        <a:buSzPts val="1600"/>
                        <a:buFont typeface="Arial"/>
                        <a:buNone/>
                      </a:pPr>
                      <a:r>
                        <a:rPr sz="900" b="1" u="none" strike="noStrike" cap="none" spc="0">
                          <a:solidFill>
                            <a:srgbClr val="062F5B"/>
                          </a:solidFill>
                          <a:latin typeface="Apple SD Gothic Neo"/>
                          <a:ea typeface="Apple SD Gothic Neo"/>
                          <a:cs typeface="Apple SD Gothic Neo"/>
                        </a:rPr>
                        <a:t>오픈소스</a:t>
                      </a:r>
                      <a:endParaRPr sz="1400" u="none" strike="noStrike" cap="none" spc="0"/>
                    </a:p>
                  </a:txBody>
                  <a:tcPr marL="76200" marR="76200" marT="9525" marB="9525" anchor="ctr">
                    <a:lnL w="5715">
                      <a:solidFill>
                        <a:srgbClr val="CCD3D8"/>
                      </a:solidFill>
                      <a:prstDash val="solid"/>
                    </a:lnL>
                    <a:lnR w="5715">
                      <a:solidFill>
                        <a:srgbClr val="CCD3D8"/>
                      </a:solidFill>
                      <a:prstDash val="solid"/>
                    </a:lnR>
                    <a:lnB w="5715">
                      <a:solidFill>
                        <a:srgbClr val="CCD3D8"/>
                      </a:solidFill>
                      <a:prstDash val="solid"/>
                    </a:lnB>
                    <a:solidFill>
                      <a:srgbClr val="F0F3F6"/>
                    </a:solidFill>
                  </a:tcPr>
                </a:tc>
                <a:tc>
                  <a:txBody>
                    <a:bodyPr wrap="square" lIns="76200" tIns="9525" rIns="76200" bIns="9525">
                      <a:noAutofit/>
                    </a:bodyPr>
                    <a:lstStyle/>
                    <a:p>
                      <a:pPr marL="0" marR="0" lvl="0" indent="0" algn="l">
                        <a:lnSpc>
                          <a:spcPct val="100000"/>
                        </a:lnSpc>
                        <a:spcBef>
                          <a:spcPts val="0"/>
                        </a:spcBef>
                        <a:spcAft>
                          <a:spcPts val="0"/>
                        </a:spcAft>
                        <a:buClr>
                          <a:srgbClr val="65707C"/>
                        </a:buClr>
                        <a:buSzPts val="1600"/>
                        <a:buFont typeface="Arial"/>
                        <a:buNone/>
                      </a:pPr>
                      <a:r>
                        <a:rPr sz="900" b="0" u="none" strike="noStrike" cap="none" spc="0">
                          <a:solidFill>
                            <a:srgbClr val="20324C"/>
                          </a:solidFill>
                          <a:latin typeface="Apple SD Gothic Neo"/>
                          <a:ea typeface="Apple SD Gothic Neo"/>
                          <a:cs typeface="Apple SD Gothic Neo"/>
                        </a:rPr>
                        <a:t>FastAPI 0.162.0 · SQLAlchemy 2.1.6</a:t>
                      </a:r>
                      <a:endParaRPr sz="1400" u="none" strike="noStrike" cap="none" spc="0"/>
                    </a:p>
                    <a:p>
                      <a:pPr marL="0" marR="0" lvl="0" indent="0" algn="l">
                        <a:lnSpc>
                          <a:spcPct val="100000"/>
                        </a:lnSpc>
                        <a:spcBef>
                          <a:spcPts val="0"/>
                        </a:spcBef>
                        <a:spcAft>
                          <a:spcPts val="0"/>
                        </a:spcAft>
                        <a:buClr>
                          <a:srgbClr val="65707C"/>
                        </a:buClr>
                        <a:buSzPts val="1600"/>
                        <a:buFont typeface="Arial"/>
                        <a:buNone/>
                      </a:pPr>
                      <a:r>
                        <a:rPr sz="900" b="0" u="none" strike="noStrike" cap="none" spc="0">
                          <a:solidFill>
                            <a:srgbClr val="20324C"/>
                          </a:solidFill>
                          <a:latin typeface="Apple SD Gothic Neo"/>
                          <a:ea typeface="Apple SD Gothic Neo"/>
                          <a:cs typeface="Apple SD Gothic Neo"/>
                        </a:rPr>
                        <a:t>Celery 5.6.3 · Uvicorn 0.54.0</a:t>
                      </a:r>
                      <a:endParaRPr sz="1400" u="none" strike="noStrike" cap="none" spc="0"/>
                    </a:p>
                  </a:txBody>
                  <a:tcPr marL="76200" marR="76200" marT="9525" marB="9525" anchor="ctr">
                    <a:lnR w="5715">
                      <a:solidFill>
                        <a:srgbClr val="CCD3D8"/>
                      </a:solidFill>
                      <a:prstDash val="solid"/>
                    </a:lnR>
                    <a:lnB w="5715">
                      <a:solidFill>
                        <a:srgbClr val="CCD3D8"/>
                      </a:solidFill>
                      <a:prstDash val="solid"/>
                    </a:lnB>
                    <a:solidFill>
                      <a:srgbClr val="F0F3F6"/>
                    </a:solidFill>
                  </a:tcPr>
                </a:tc>
                <a:tc>
                  <a:txBody>
                    <a:bodyPr wrap="square" lIns="76200" tIns="9525" rIns="76200" bIns="9525">
                      <a:noAutofit/>
                    </a:bodyPr>
                    <a:lstStyle/>
                    <a:p>
                      <a:pPr marL="0" marR="0" lvl="0" indent="0" algn="l">
                        <a:lnSpc>
                          <a:spcPct val="100000"/>
                        </a:lnSpc>
                        <a:spcBef>
                          <a:spcPts val="0"/>
                        </a:spcBef>
                        <a:spcAft>
                          <a:spcPts val="0"/>
                        </a:spcAft>
                        <a:buClr>
                          <a:srgbClr val="65707C"/>
                        </a:buClr>
                        <a:buSzPts val="1600"/>
                        <a:buFont typeface="Arial"/>
                        <a:buNone/>
                      </a:pPr>
                      <a:r>
                        <a:rPr sz="900" b="0" u="none" strike="noStrike" cap="none" spc="0">
                          <a:solidFill>
                            <a:srgbClr val="20324C"/>
                          </a:solidFill>
                          <a:latin typeface="Apple SD Gothic Neo"/>
                          <a:ea typeface="Apple SD Gothic Neo"/>
                          <a:cs typeface="Apple SD Gothic Neo"/>
                        </a:rPr>
                        <a:t>HTTP API·DB 처리</a:t>
                      </a:r>
                      <a:endParaRPr sz="1400" u="none" strike="noStrike" cap="none" spc="0"/>
                    </a:p>
                    <a:p>
                      <a:pPr marL="0" marR="0" lvl="0" indent="0" algn="l">
                        <a:lnSpc>
                          <a:spcPct val="100000"/>
                        </a:lnSpc>
                        <a:spcBef>
                          <a:spcPts val="0"/>
                        </a:spcBef>
                        <a:spcAft>
                          <a:spcPts val="0"/>
                        </a:spcAft>
                        <a:buClr>
                          <a:srgbClr val="65707C"/>
                        </a:buClr>
                        <a:buSzPts val="1600"/>
                        <a:buFont typeface="Arial"/>
                        <a:buNone/>
                      </a:pPr>
                      <a:r>
                        <a:rPr sz="900" b="0" u="none" strike="noStrike" cap="none" spc="0">
                          <a:solidFill>
                            <a:srgbClr val="20324C"/>
                          </a:solidFill>
                          <a:latin typeface="Apple SD Gothic Neo"/>
                          <a:ea typeface="Apple SD Gothic Neo"/>
                          <a:cs typeface="Apple SD Gothic Neo"/>
                        </a:rPr>
                        <a:t>긴급·분석·전달 작업 실행</a:t>
                      </a:r>
                      <a:endParaRPr sz="1400" u="none" strike="noStrike" cap="none" spc="0"/>
                    </a:p>
                  </a:txBody>
                  <a:tcPr marL="76200" marR="76200" marT="9525" marB="9525" anchor="ctr">
                    <a:lnR w="5715">
                      <a:solidFill>
                        <a:srgbClr val="CCD3D8"/>
                      </a:solidFill>
                      <a:prstDash val="solid"/>
                    </a:lnR>
                    <a:lnB w="5715">
                      <a:solidFill>
                        <a:srgbClr val="CCD3D8"/>
                      </a:solidFill>
                      <a:prstDash val="solid"/>
                    </a:lnB>
                    <a:solidFill>
                      <a:srgbClr val="F0F3F6"/>
                    </a:solidFill>
                  </a:tcPr>
                </a:tc>
                <a:tc>
                  <a:txBody>
                    <a:bodyPr wrap="square" lIns="76200" tIns="9525" rIns="76200" bIns="9525">
                      <a:noAutofit/>
                    </a:bodyPr>
                    <a:lstStyle/>
                    <a:p>
                      <a:pPr marL="0" marR="0" lvl="0" indent="0" algn="l">
                        <a:lnSpc>
                          <a:spcPct val="100000"/>
                        </a:lnSpc>
                        <a:spcBef>
                          <a:spcPts val="0"/>
                        </a:spcBef>
                        <a:spcAft>
                          <a:spcPts val="0"/>
                        </a:spcAft>
                        <a:buClr>
                          <a:srgbClr val="65707C"/>
                        </a:buClr>
                        <a:buSzPts val="1600"/>
                        <a:buFont typeface="Arial"/>
                        <a:buNone/>
                      </a:pPr>
                      <a:r>
                        <a:rPr sz="900" b="0" u="none" strike="noStrike" cap="none" spc="0">
                          <a:solidFill>
                            <a:srgbClr val="20324C"/>
                          </a:solidFill>
                          <a:latin typeface="Apple SD Gothic Neo"/>
                          <a:ea typeface="Apple SD Gothic Neo"/>
                          <a:cs typeface="Apple SD Gothic Neo"/>
                        </a:rPr>
                        <a:t>FastAPI·SQLAlchemy: MIT</a:t>
                      </a:r>
                      <a:endParaRPr sz="1400" u="none" strike="noStrike" cap="none" spc="0"/>
                    </a:p>
                    <a:p>
                      <a:pPr marL="0" marR="0" lvl="0" indent="0" algn="l">
                        <a:lnSpc>
                          <a:spcPct val="100000"/>
                        </a:lnSpc>
                        <a:spcBef>
                          <a:spcPts val="0"/>
                        </a:spcBef>
                        <a:spcAft>
                          <a:spcPts val="0"/>
                        </a:spcAft>
                        <a:buClr>
                          <a:srgbClr val="65707C"/>
                        </a:buClr>
                        <a:buSzPts val="1600"/>
                        <a:buFont typeface="Arial"/>
                        <a:buNone/>
                      </a:pPr>
                      <a:r>
                        <a:rPr sz="900" b="0" u="none" strike="noStrike" cap="none" spc="0">
                          <a:solidFill>
                            <a:srgbClr val="20324C"/>
                          </a:solidFill>
                          <a:latin typeface="Apple SD Gothic Neo"/>
                          <a:ea typeface="Apple SD Gothic Neo"/>
                          <a:cs typeface="Apple SD Gothic Neo"/>
                        </a:rPr>
                        <a:t>Celery·Uvicorn: BSD-3-Clause</a:t>
                      </a:r>
                      <a:endParaRPr sz="1400" u="none" strike="noStrike" cap="none" spc="0"/>
                    </a:p>
                  </a:txBody>
                  <a:tcPr marL="76200" marR="76200" marT="9525" marB="9525" anchor="ctr">
                    <a:lnR w="5715">
                      <a:solidFill>
                        <a:srgbClr val="CCD3D8"/>
                      </a:solidFill>
                      <a:prstDash val="solid"/>
                    </a:lnR>
                    <a:lnB w="5715">
                      <a:solidFill>
                        <a:srgbClr val="CCD3D8"/>
                      </a:solidFill>
                      <a:prstDash val="solid"/>
                    </a:lnB>
                    <a:solidFill>
                      <a:srgbClr val="F0F3F6"/>
                    </a:solidFill>
                  </a:tcPr>
                </a:tc>
              </a:tr>
              <a:tr h="209550">
                <a:tc>
                  <a:txBody>
                    <a:bodyPr wrap="square" lIns="76200" tIns="9525" rIns="76200" bIns="9525">
                      <a:noAutofit/>
                    </a:bodyPr>
                    <a:lstStyle/>
                    <a:p>
                      <a:pPr>
                        <a:lnSpc>
                          <a:spcPct val="100000"/>
                        </a:lnSpc>
                        <a:buNone/>
                      </a:pPr>
                      <a:r>
                        <a:rPr sz="900" b="1">
                          <a:solidFill>
                            <a:srgbClr val="062F5B"/>
                          </a:solidFill>
                          <a:latin typeface="Apple SD Gothic Neo"/>
                          <a:ea typeface="Apple SD Gothic Neo"/>
                          <a:cs typeface="Apple SD Gothic Neo"/>
                        </a:rPr>
                        <a:t>오픈소스</a:t>
                      </a:r>
                    </a:p>
                  </a:txBody>
                  <a:tcPr marL="76200" marR="76200" marT="9525" marB="9525" anchor="ctr">
                    <a:lnL w="5715">
                      <a:solidFill>
                        <a:srgbClr val="CCD3D8"/>
                      </a:solidFill>
                      <a:prstDash val="solid"/>
                    </a:lnL>
                    <a:lnR w="5715">
                      <a:solidFill>
                        <a:srgbClr val="CCD3D8"/>
                      </a:solidFill>
                      <a:prstDash val="solid"/>
                    </a:lnR>
                    <a:lnB w="5715">
                      <a:solidFill>
                        <a:srgbClr val="CCD3D8"/>
                      </a:solidFill>
                      <a:prstDash val="solid"/>
                    </a:lnB>
                    <a:solidFill>
                      <a:srgbClr val="FFFFFF"/>
                    </a:solidFill>
                  </a:tcPr>
                </a:tc>
                <a:tc>
                  <a:txBody>
                    <a:bodyPr wrap="square" lIns="76200" tIns="9525" rIns="76200" bIns="9525">
                      <a:noAutofit/>
                    </a:bodyPr>
                    <a:lstStyle/>
                    <a:p>
                      <a:pPr>
                        <a:lnSpc>
                          <a:spcPct val="100000"/>
                        </a:lnSpc>
                        <a:buNone/>
                      </a:pPr>
                      <a:r>
                        <a:rPr sz="900" b="0">
                          <a:solidFill>
                            <a:srgbClr val="20324C"/>
                          </a:solidFill>
                          <a:latin typeface="Apple SD Gothic Neo"/>
                          <a:ea typeface="Apple SD Gothic Neo"/>
                          <a:cs typeface="Apple SD Gothic Neo"/>
                        </a:rPr>
                        <a:t>PostgreSQL 16 · pgvector DB 확장</a:t>
                      </a:r>
                    </a:p>
                  </a:txBody>
                  <a:tcPr marL="76200" marR="76200" marT="9525" marB="9525" anchor="ctr">
                    <a:lnR w="5715">
                      <a:solidFill>
                        <a:srgbClr val="CCD3D8"/>
                      </a:solidFill>
                      <a:prstDash val="solid"/>
                    </a:lnR>
                    <a:lnB w="5715">
                      <a:solidFill>
                        <a:srgbClr val="CCD3D8"/>
                      </a:solidFill>
                      <a:prstDash val="solid"/>
                    </a:lnB>
                    <a:solidFill>
                      <a:srgbClr val="FFFFFF"/>
                    </a:solidFill>
                  </a:tcPr>
                </a:tc>
                <a:tc>
                  <a:txBody>
                    <a:bodyPr wrap="square" lIns="76200" tIns="9525" rIns="76200" bIns="9525">
                      <a:noAutofit/>
                    </a:bodyPr>
                    <a:lstStyle/>
                    <a:p>
                      <a:pPr>
                        <a:lnSpc>
                          <a:spcPct val="100000"/>
                        </a:lnSpc>
                        <a:buNone/>
                      </a:pPr>
                      <a:r>
                        <a:rPr sz="900" b="0">
                          <a:solidFill>
                            <a:srgbClr val="20324C"/>
                          </a:solidFill>
                          <a:latin typeface="Apple SD Gothic Neo"/>
                          <a:ea typeface="Apple SD Gothic Neo"/>
                          <a:cs typeface="Apple SD Gothic Neo"/>
                        </a:rPr>
                        <a:t>사건·정책·프로필·벡터 저장 및 검색</a:t>
                      </a:r>
                    </a:p>
                  </a:txBody>
                  <a:tcPr marL="76200" marR="76200" marT="9525" marB="9525" anchor="ctr">
                    <a:lnR w="5715">
                      <a:solidFill>
                        <a:srgbClr val="CCD3D8"/>
                      </a:solidFill>
                      <a:prstDash val="solid"/>
                    </a:lnR>
                    <a:lnB w="5715">
                      <a:solidFill>
                        <a:srgbClr val="CCD3D8"/>
                      </a:solidFill>
                      <a:prstDash val="solid"/>
                    </a:lnB>
                    <a:solidFill>
                      <a:srgbClr val="FFFFFF"/>
                    </a:solidFill>
                  </a:tcPr>
                </a:tc>
                <a:tc>
                  <a:txBody>
                    <a:bodyPr wrap="square" lIns="76200" tIns="9525" rIns="76200" bIns="9525">
                      <a:noAutofit/>
                    </a:bodyPr>
                    <a:lstStyle/>
                    <a:p>
                      <a:pPr>
                        <a:lnSpc>
                          <a:spcPct val="100000"/>
                        </a:lnSpc>
                        <a:buNone/>
                      </a:pPr>
                      <a:r>
                        <a:rPr sz="900" b="0">
                          <a:solidFill>
                            <a:srgbClr val="20324C"/>
                          </a:solidFill>
                          <a:latin typeface="Apple SD Gothic Neo"/>
                          <a:ea typeface="Apple SD Gothic Neo"/>
                          <a:cs typeface="Apple SD Gothic Neo"/>
                        </a:rPr>
                        <a:t>PostgreSQL License</a:t>
                      </a:r>
                    </a:p>
                  </a:txBody>
                  <a:tcPr marL="76200" marR="76200" marT="9525" marB="9525" anchor="ctr">
                    <a:lnR w="5715">
                      <a:solidFill>
                        <a:srgbClr val="CCD3D8"/>
                      </a:solidFill>
                      <a:prstDash val="solid"/>
                    </a:lnR>
                    <a:lnB w="5715">
                      <a:solidFill>
                        <a:srgbClr val="CCD3D8"/>
                      </a:solidFill>
                      <a:prstDash val="solid"/>
                    </a:lnB>
                    <a:solidFill>
                      <a:srgbClr val="FFFFFF"/>
                    </a:solidFill>
                  </a:tcPr>
                </a:tc>
              </a:tr>
              <a:tr h="209550">
                <a:tc>
                  <a:txBody>
                    <a:bodyPr wrap="square" lIns="76200" tIns="9525" rIns="76200" bIns="9525">
                      <a:noAutofit/>
                    </a:bodyPr>
                    <a:lstStyle/>
                    <a:p>
                      <a:pPr>
                        <a:lnSpc>
                          <a:spcPct val="100000"/>
                        </a:lnSpc>
                        <a:buNone/>
                      </a:pPr>
                      <a:r>
                        <a:rPr sz="900" b="1">
                          <a:solidFill>
                            <a:srgbClr val="062F5B"/>
                          </a:solidFill>
                          <a:latin typeface="Apple SD Gothic Neo"/>
                          <a:ea typeface="Apple SD Gothic Neo"/>
                          <a:cs typeface="Apple SD Gothic Neo"/>
                        </a:rPr>
                        <a:t>기타</a:t>
                      </a:r>
                    </a:p>
                  </a:txBody>
                  <a:tcPr marL="76200" marR="76200" marT="9525" marB="9525" anchor="ctr">
                    <a:lnL w="5715">
                      <a:solidFill>
                        <a:srgbClr val="CCD3D8"/>
                      </a:solidFill>
                      <a:prstDash val="solid"/>
                    </a:lnL>
                    <a:lnR w="5715">
                      <a:solidFill>
                        <a:srgbClr val="CCD3D8"/>
                      </a:solidFill>
                      <a:prstDash val="solid"/>
                    </a:lnR>
                    <a:lnB w="5715">
                      <a:solidFill>
                        <a:srgbClr val="CCD3D8"/>
                      </a:solidFill>
                      <a:prstDash val="solid"/>
                    </a:lnB>
                    <a:solidFill>
                      <a:srgbClr val="F0F3F6"/>
                    </a:solidFill>
                  </a:tcPr>
                </a:tc>
                <a:tc>
                  <a:txBody>
                    <a:bodyPr wrap="square" lIns="76200" tIns="9525" rIns="76200" bIns="9525">
                      <a:noAutofit/>
                    </a:bodyPr>
                    <a:lstStyle/>
                    <a:p>
                      <a:pPr>
                        <a:lnSpc>
                          <a:spcPct val="100000"/>
                        </a:lnSpc>
                        <a:buNone/>
                      </a:pPr>
                      <a:r>
                        <a:rPr sz="900" b="0">
                          <a:solidFill>
                            <a:srgbClr val="20324C"/>
                          </a:solidFill>
                          <a:latin typeface="Apple SD Gothic Neo"/>
                          <a:ea typeface="Apple SD Gothic Neo"/>
                          <a:cs typeface="Apple SD Gothic Neo"/>
                        </a:rPr>
                        <a:t>Redis 7.4</a:t>
                      </a:r>
                    </a:p>
                  </a:txBody>
                  <a:tcPr marL="76200" marR="76200" marT="9525" marB="9525" anchor="ctr">
                    <a:lnR w="5715">
                      <a:solidFill>
                        <a:srgbClr val="CCD3D8"/>
                      </a:solidFill>
                      <a:prstDash val="solid"/>
                    </a:lnR>
                    <a:lnB w="5715">
                      <a:solidFill>
                        <a:srgbClr val="CCD3D8"/>
                      </a:solidFill>
                      <a:prstDash val="solid"/>
                    </a:lnB>
                    <a:solidFill>
                      <a:srgbClr val="F0F3F6"/>
                    </a:solidFill>
                  </a:tcPr>
                </a:tc>
                <a:tc>
                  <a:txBody>
                    <a:bodyPr wrap="square" lIns="76200" tIns="9525" rIns="76200" bIns="9525">
                      <a:noAutofit/>
                    </a:bodyPr>
                    <a:lstStyle/>
                    <a:p>
                      <a:pPr>
                        <a:lnSpc>
                          <a:spcPct val="100000"/>
                        </a:lnSpc>
                        <a:buNone/>
                      </a:pPr>
                      <a:r>
                        <a:rPr sz="900" b="0">
                          <a:solidFill>
                            <a:srgbClr val="20324C"/>
                          </a:solidFill>
                          <a:latin typeface="Apple SD Gothic Neo"/>
                          <a:ea typeface="Apple SD Gothic Neo"/>
                          <a:cs typeface="Apple SD Gothic Neo"/>
                        </a:rPr>
                        <a:t>작업 대기열·Celery broker·AOF 저장</a:t>
                      </a:r>
                    </a:p>
                  </a:txBody>
                  <a:tcPr marL="76200" marR="76200" marT="9525" marB="9525" anchor="ctr">
                    <a:lnR w="5715">
                      <a:solidFill>
                        <a:srgbClr val="CCD3D8"/>
                      </a:solidFill>
                      <a:prstDash val="solid"/>
                    </a:lnR>
                    <a:lnB w="5715">
                      <a:solidFill>
                        <a:srgbClr val="CCD3D8"/>
                      </a:solidFill>
                      <a:prstDash val="solid"/>
                    </a:lnB>
                    <a:solidFill>
                      <a:srgbClr val="F0F3F6"/>
                    </a:solidFill>
                  </a:tcPr>
                </a:tc>
                <a:tc>
                  <a:txBody>
                    <a:bodyPr wrap="square" lIns="76200" tIns="9525" rIns="76200" bIns="9525">
                      <a:noAutofit/>
                    </a:bodyPr>
                    <a:lstStyle/>
                    <a:p>
                      <a:pPr>
                        <a:lnSpc>
                          <a:spcPct val="100000"/>
                        </a:lnSpc>
                        <a:buNone/>
                      </a:pPr>
                      <a:r>
                        <a:rPr sz="900" b="0">
                          <a:solidFill>
                            <a:srgbClr val="20324C"/>
                          </a:solidFill>
                          <a:latin typeface="Apple SD Gothic Neo"/>
                          <a:ea typeface="Apple SD Gothic Neo"/>
                          <a:cs typeface="Apple SD Gothic Neo"/>
                        </a:rPr>
                        <a:t>RSALv2 또는 SSPLv1</a:t>
                      </a:r>
                    </a:p>
                  </a:txBody>
                  <a:tcPr marL="76200" marR="76200" marT="9525" marB="9525" anchor="ctr">
                    <a:lnR w="5715">
                      <a:solidFill>
                        <a:srgbClr val="CCD3D8"/>
                      </a:solidFill>
                      <a:prstDash val="solid"/>
                    </a:lnR>
                    <a:lnB w="5715">
                      <a:solidFill>
                        <a:srgbClr val="CCD3D8"/>
                      </a:solidFill>
                      <a:prstDash val="solid"/>
                    </a:lnB>
                    <a:solidFill>
                      <a:srgbClr val="F0F3F6"/>
                    </a:solidFill>
                  </a:tcPr>
                </a:tc>
              </a:tr>
              <a:tr h="314325">
                <a:tc>
                  <a:txBody>
                    <a:bodyPr wrap="square" lIns="76200" tIns="9525" rIns="76200" bIns="9525">
                      <a:noAutofit/>
                    </a:bodyPr>
                    <a:lstStyle/>
                    <a:p>
                      <a:pPr>
                        <a:lnSpc>
                          <a:spcPct val="100000"/>
                        </a:lnSpc>
                        <a:buNone/>
                      </a:pPr>
                      <a:r>
                        <a:rPr sz="900" b="1">
                          <a:solidFill>
                            <a:srgbClr val="062F5B"/>
                          </a:solidFill>
                          <a:latin typeface="Apple SD Gothic Neo"/>
                          <a:ea typeface="Apple SD Gothic Neo"/>
                          <a:cs typeface="Apple SD Gothic Neo"/>
                        </a:rPr>
                        <a:t>외부 API</a:t>
                      </a:r>
                    </a:p>
                  </a:txBody>
                  <a:tcPr marL="76200" marR="76200" marT="9525" marB="9525" anchor="ctr">
                    <a:lnL w="5715">
                      <a:solidFill>
                        <a:srgbClr val="CCD3D8"/>
                      </a:solidFill>
                      <a:prstDash val="solid"/>
                    </a:lnL>
                    <a:lnR w="5715">
                      <a:solidFill>
                        <a:srgbClr val="CCD3D8"/>
                      </a:solidFill>
                      <a:prstDash val="solid"/>
                    </a:lnR>
                    <a:lnB w="5715">
                      <a:solidFill>
                        <a:srgbClr val="CCD3D8"/>
                      </a:solidFill>
                      <a:prstDash val="solid"/>
                    </a:lnB>
                    <a:solidFill>
                      <a:srgbClr val="FFFFFF"/>
                    </a:solidFill>
                  </a:tcPr>
                </a:tc>
                <a:tc>
                  <a:txBody>
                    <a:bodyPr wrap="square" lIns="76200" tIns="9525" rIns="76200" bIns="9525">
                      <a:noAutofit/>
                    </a:bodyPr>
                    <a:lstStyle/>
                    <a:p>
                      <a:pPr>
                        <a:lnSpc>
                          <a:spcPct val="100000"/>
                        </a:lnSpc>
                        <a:buNone/>
                      </a:pPr>
                      <a:r>
                        <a:rPr sz="900" b="0">
                          <a:solidFill>
                            <a:srgbClr val="20324C"/>
                          </a:solidFill>
                          <a:latin typeface="Apple SD Gothic Neo"/>
                          <a:ea typeface="Apple SD Gothic Neo"/>
                          <a:cs typeface="Apple SD Gothic Neo"/>
                        </a:rPr>
                        <a:t>NAVER Maps Android SDK</a:t>
                      </a:r>
                    </a:p>
                    <a:p>
                      <a:pPr>
                        <a:lnSpc>
                          <a:spcPct val="100000"/>
                        </a:lnSpc>
                        <a:buNone/>
                      </a:pPr>
                      <a:r>
                        <a:rPr sz="900" b="0">
                          <a:solidFill>
                            <a:srgbClr val="20324C"/>
                          </a:solidFill>
                          <a:latin typeface="Apple SD Gothic Neo"/>
                          <a:ea typeface="Apple SD Gothic Neo"/>
                          <a:cs typeface="Apple SD Gothic Neo"/>
                        </a:rPr>
                        <a:t>@mj-studio/react-native-naver-map 2.9.1</a:t>
                      </a:r>
                    </a:p>
                  </a:txBody>
                  <a:tcPr marL="76200" marR="76200" marT="9525" marB="9525" anchor="ctr">
                    <a:lnR w="5715">
                      <a:solidFill>
                        <a:srgbClr val="CCD3D8"/>
                      </a:solidFill>
                      <a:prstDash val="solid"/>
                    </a:lnR>
                    <a:lnB w="5715">
                      <a:solidFill>
                        <a:srgbClr val="CCD3D8"/>
                      </a:solidFill>
                      <a:prstDash val="solid"/>
                    </a:lnB>
                    <a:solidFill>
                      <a:srgbClr val="FFFFFF"/>
                    </a:solidFill>
                  </a:tcPr>
                </a:tc>
                <a:tc>
                  <a:txBody>
                    <a:bodyPr wrap="square" lIns="76200" tIns="9525" rIns="76200" bIns="9525">
                      <a:noAutofit/>
                    </a:bodyPr>
                    <a:lstStyle/>
                    <a:p>
                      <a:pPr>
                        <a:lnSpc>
                          <a:spcPct val="100000"/>
                        </a:lnSpc>
                        <a:buNone/>
                      </a:pPr>
                      <a:r>
                        <a:rPr sz="900" b="0">
                          <a:solidFill>
                            <a:srgbClr val="20324C"/>
                          </a:solidFill>
                          <a:latin typeface="Apple SD Gothic Neo"/>
                          <a:ea typeface="Apple SD Gothic Neo"/>
                          <a:cs typeface="Apple SD Gothic Neo"/>
                        </a:rPr>
                        <a:t>앱 배경 지도 표시</a:t>
                      </a:r>
                    </a:p>
                    <a:p>
                      <a:pPr>
                        <a:lnSpc>
                          <a:spcPct val="100000"/>
                        </a:lnSpc>
                        <a:buNone/>
                      </a:pPr>
                      <a:r>
                        <a:rPr sz="900" b="0">
                          <a:solidFill>
                            <a:srgbClr val="20324C"/>
                          </a:solidFill>
                          <a:latin typeface="Apple SD Gothic Neo"/>
                          <a:ea typeface="Apple SD Gothic Neo"/>
                          <a:cs typeface="Apple SD Gothic Neo"/>
                        </a:rPr>
                        <a:t>React Native 지도 연결</a:t>
                      </a:r>
                    </a:p>
                  </a:txBody>
                  <a:tcPr marL="76200" marR="76200" marT="9525" marB="9525" anchor="ctr">
                    <a:lnR w="5715">
                      <a:solidFill>
                        <a:srgbClr val="CCD3D8"/>
                      </a:solidFill>
                      <a:prstDash val="solid"/>
                    </a:lnR>
                    <a:lnB w="5715">
                      <a:solidFill>
                        <a:srgbClr val="CCD3D8"/>
                      </a:solidFill>
                      <a:prstDash val="solid"/>
                    </a:lnB>
                    <a:solidFill>
                      <a:srgbClr val="FFFFFF"/>
                    </a:solidFill>
                  </a:tcPr>
                </a:tc>
                <a:tc>
                  <a:txBody>
                    <a:bodyPr wrap="square" lIns="76200" tIns="9525" rIns="76200" bIns="9525">
                      <a:noAutofit/>
                    </a:bodyPr>
                    <a:lstStyle/>
                    <a:p>
                      <a:pPr>
                        <a:lnSpc>
                          <a:spcPct val="100000"/>
                        </a:lnSpc>
                        <a:buNone/>
                      </a:pPr>
                      <a:r>
                        <a:rPr sz="900" b="0">
                          <a:solidFill>
                            <a:srgbClr val="20324C"/>
                          </a:solidFill>
                          <a:latin typeface="Apple SD Gothic Neo"/>
                          <a:ea typeface="Apple SD Gothic Neo"/>
                          <a:cs typeface="Apple SD Gothic Neo"/>
                        </a:rPr>
                        <a:t>NAVER Maps 약관·SDK 저작권 고지</a:t>
                      </a:r>
                    </a:p>
                    <a:p>
                      <a:pPr>
                        <a:lnSpc>
                          <a:spcPct val="100000"/>
                        </a:lnSpc>
                        <a:buNone/>
                      </a:pPr>
                      <a:r>
                        <a:rPr sz="900" b="0">
                          <a:solidFill>
                            <a:srgbClr val="20324C"/>
                          </a:solidFill>
                          <a:latin typeface="Apple SD Gothic Neo"/>
                          <a:ea typeface="Apple SD Gothic Neo"/>
                          <a:cs typeface="Apple SD Gothic Neo"/>
                        </a:rPr>
                        <a:t>연결 라이브러리: MIT</a:t>
                      </a:r>
                    </a:p>
                  </a:txBody>
                  <a:tcPr marL="76200" marR="76200" marT="9525" marB="9525" anchor="ctr">
                    <a:lnR w="5715">
                      <a:solidFill>
                        <a:srgbClr val="CCD3D8"/>
                      </a:solidFill>
                      <a:prstDash val="solid"/>
                    </a:lnR>
                    <a:lnB w="5715">
                      <a:solidFill>
                        <a:srgbClr val="CCD3D8"/>
                      </a:solidFill>
                      <a:prstDash val="solid"/>
                    </a:lnB>
                    <a:solidFill>
                      <a:srgbClr val="FFFFFF"/>
                    </a:solidFill>
                  </a:tcPr>
                </a:tc>
              </a:tr>
              <a:tr h="314325">
                <a:tc>
                  <a:txBody>
                    <a:bodyPr wrap="square" lIns="76200" tIns="9525" rIns="76200" bIns="9525">
                      <a:noAutofit/>
                    </a:bodyPr>
                    <a:lstStyle/>
                    <a:p>
                      <a:pPr>
                        <a:lnSpc>
                          <a:spcPct val="100000"/>
                        </a:lnSpc>
                        <a:buNone/>
                      </a:pPr>
                      <a:r>
                        <a:rPr sz="900" b="1">
                          <a:solidFill>
                            <a:srgbClr val="062F5B"/>
                          </a:solidFill>
                          <a:latin typeface="Apple SD Gothic Neo"/>
                          <a:ea typeface="Apple SD Gothic Neo"/>
                          <a:cs typeface="Apple SD Gothic Neo"/>
                        </a:rPr>
                        <a:t>오픈소스</a:t>
                      </a:r>
                    </a:p>
                  </a:txBody>
                  <a:tcPr marL="76200" marR="76200" marT="9525" marB="9525" anchor="ctr">
                    <a:lnL w="5715">
                      <a:solidFill>
                        <a:srgbClr val="CCD3D8"/>
                      </a:solidFill>
                      <a:prstDash val="solid"/>
                    </a:lnL>
                    <a:lnR w="5715">
                      <a:solidFill>
                        <a:srgbClr val="CCD3D8"/>
                      </a:solidFill>
                      <a:prstDash val="solid"/>
                    </a:lnR>
                    <a:lnB w="5715">
                      <a:solidFill>
                        <a:srgbClr val="CCD3D8"/>
                      </a:solidFill>
                      <a:prstDash val="solid"/>
                    </a:lnB>
                    <a:solidFill>
                      <a:srgbClr val="F0F3F6"/>
                    </a:solidFill>
                  </a:tcPr>
                </a:tc>
                <a:tc>
                  <a:txBody>
                    <a:bodyPr wrap="square" lIns="76200" tIns="9525" rIns="76200" bIns="9525">
                      <a:noAutofit/>
                    </a:bodyPr>
                    <a:lstStyle/>
                    <a:p>
                      <a:pPr>
                        <a:lnSpc>
                          <a:spcPct val="100000"/>
                        </a:lnSpc>
                        <a:buNone/>
                      </a:pPr>
                      <a:r>
                        <a:rPr sz="900" b="0">
                          <a:solidFill>
                            <a:srgbClr val="20324C"/>
                          </a:solidFill>
                          <a:latin typeface="Apple SD Gothic Neo"/>
                          <a:ea typeface="Apple SD Gothic Neo"/>
                          <a:cs typeface="Apple SD Gothic Neo"/>
                        </a:rPr>
                        <a:t>expo-speech-recognition 58.0.1</a:t>
                      </a:r>
                    </a:p>
                    <a:p>
                      <a:pPr>
                        <a:lnSpc>
                          <a:spcPct val="100000"/>
                        </a:lnSpc>
                        <a:buNone/>
                      </a:pPr>
                      <a:r>
                        <a:rPr sz="900" b="0">
                          <a:solidFill>
                            <a:srgbClr val="20324C"/>
                          </a:solidFill>
                          <a:latin typeface="Apple SD Gothic Neo"/>
                          <a:ea typeface="Apple SD Gothic Neo"/>
                          <a:cs typeface="Apple SD Gothic Neo"/>
                        </a:rPr>
                        <a:t>Android SpeechRecognizer</a:t>
                      </a:r>
                    </a:p>
                  </a:txBody>
                  <a:tcPr marL="76200" marR="76200" marT="9525" marB="9525" anchor="ctr">
                    <a:lnR w="5715">
                      <a:solidFill>
                        <a:srgbClr val="CCD3D8"/>
                      </a:solidFill>
                      <a:prstDash val="solid"/>
                    </a:lnR>
                    <a:lnB w="5715">
                      <a:solidFill>
                        <a:srgbClr val="CCD3D8"/>
                      </a:solidFill>
                      <a:prstDash val="solid"/>
                    </a:lnB>
                    <a:solidFill>
                      <a:srgbClr val="F0F3F6"/>
                    </a:solidFill>
                  </a:tcPr>
                </a:tc>
                <a:tc>
                  <a:txBody>
                    <a:bodyPr wrap="square" lIns="76200" tIns="9525" rIns="76200" bIns="9525">
                      <a:noAutofit/>
                    </a:bodyPr>
                    <a:lstStyle/>
                    <a:p>
                      <a:pPr>
                        <a:lnSpc>
                          <a:spcPct val="100000"/>
                        </a:lnSpc>
                        <a:buNone/>
                      </a:pPr>
                      <a:r>
                        <a:rPr sz="900" b="0">
                          <a:solidFill>
                            <a:srgbClr val="20324C"/>
                          </a:solidFill>
                          <a:latin typeface="Apple SD Gothic Neo"/>
                          <a:ea typeface="Apple SD Gothic Neo"/>
                          <a:cs typeface="Apple SD Gothic Neo"/>
                        </a:rPr>
                        <a:t>단말 한국어 음성 인식</a:t>
                      </a:r>
                    </a:p>
                    <a:p>
                      <a:pPr>
                        <a:lnSpc>
                          <a:spcPct val="100000"/>
                        </a:lnSpc>
                        <a:buNone/>
                      </a:pPr>
                      <a:r>
                        <a:rPr sz="900" b="0">
                          <a:solidFill>
                            <a:srgbClr val="20324C"/>
                          </a:solidFill>
                          <a:latin typeface="Apple SD Gothic Neo"/>
                          <a:ea typeface="Apple SD Gothic Neo"/>
                          <a:cs typeface="Apple SD Gothic Neo"/>
                        </a:rPr>
                        <a:t>인식한 텍스트를 서버 대화 API로 전달</a:t>
                      </a:r>
                    </a:p>
                  </a:txBody>
                  <a:tcPr marL="76200" marR="76200" marT="9525" marB="9525" anchor="ctr">
                    <a:lnR w="5715">
                      <a:solidFill>
                        <a:srgbClr val="CCD3D8"/>
                      </a:solidFill>
                      <a:prstDash val="solid"/>
                    </a:lnR>
                    <a:lnB w="5715">
                      <a:solidFill>
                        <a:srgbClr val="CCD3D8"/>
                      </a:solidFill>
                      <a:prstDash val="solid"/>
                    </a:lnB>
                    <a:solidFill>
                      <a:srgbClr val="F0F3F6"/>
                    </a:solidFill>
                  </a:tcPr>
                </a:tc>
                <a:tc>
                  <a:txBody>
                    <a:bodyPr wrap="square" lIns="76200" tIns="9525" rIns="76200" bIns="9525">
                      <a:noAutofit/>
                    </a:bodyPr>
                    <a:lstStyle/>
                    <a:p>
                      <a:pPr>
                        <a:lnSpc>
                          <a:spcPct val="100000"/>
                        </a:lnSpc>
                        <a:buNone/>
                      </a:pPr>
                      <a:r>
                        <a:rPr sz="900" b="0">
                          <a:solidFill>
                            <a:srgbClr val="20324C"/>
                          </a:solidFill>
                          <a:latin typeface="Apple SD Gothic Neo"/>
                          <a:ea typeface="Apple SD Gothic Neo"/>
                          <a:cs typeface="Apple SD Gothic Neo"/>
                        </a:rPr>
                        <a:t>연결 라이브러리: MIT</a:t>
                      </a:r>
                    </a:p>
                    <a:p>
                      <a:pPr>
                        <a:lnSpc>
                          <a:spcPct val="100000"/>
                        </a:lnSpc>
                        <a:buNone/>
                      </a:pPr>
                      <a:r>
                        <a:rPr sz="900" b="0">
                          <a:solidFill>
                            <a:srgbClr val="20324C"/>
                          </a:solidFill>
                          <a:latin typeface="Apple SD Gothic Neo"/>
                          <a:ea typeface="Apple SD Gothic Neo"/>
                          <a:cs typeface="Apple SD Gothic Neo"/>
                        </a:rPr>
                        <a:t>단말 인식 서비스 이용 조건 별도</a:t>
                      </a:r>
                    </a:p>
                  </a:txBody>
                  <a:tcPr marL="76200" marR="76200" marT="9525" marB="9525" anchor="ctr">
                    <a:lnR w="5715">
                      <a:solidFill>
                        <a:srgbClr val="CCD3D8"/>
                      </a:solidFill>
                      <a:prstDash val="solid"/>
                    </a:lnR>
                    <a:lnB w="5715">
                      <a:solidFill>
                        <a:srgbClr val="CCD3D8"/>
                      </a:solidFill>
                      <a:prstDash val="solid"/>
                    </a:lnB>
                    <a:solidFill>
                      <a:srgbClr val="F0F3F6"/>
                    </a:solidFill>
                  </a:tcPr>
                </a:tc>
              </a:tr>
              <a:tr h="209550">
                <a:tc>
                  <a:txBody>
                    <a:bodyPr wrap="square" lIns="76200" tIns="9525" rIns="76200" bIns="9525">
                      <a:noAutofit/>
                    </a:bodyPr>
                    <a:lstStyle/>
                    <a:p>
                      <a:pPr>
                        <a:lnSpc>
                          <a:spcPct val="100000"/>
                        </a:lnSpc>
                        <a:buNone/>
                      </a:pPr>
                      <a:r>
                        <a:rPr sz="900" b="1">
                          <a:solidFill>
                            <a:srgbClr val="062F5B"/>
                          </a:solidFill>
                          <a:latin typeface="Apple SD Gothic Neo"/>
                          <a:ea typeface="Apple SD Gothic Neo"/>
                          <a:cs typeface="Apple SD Gothic Neo"/>
                        </a:rPr>
                        <a:t>외부 API</a:t>
                      </a:r>
                    </a:p>
                  </a:txBody>
                  <a:tcPr marL="76200" marR="76200" marT="9525" marB="9525" anchor="ctr">
                    <a:lnL w="5715">
                      <a:solidFill>
                        <a:srgbClr val="CCD3D8"/>
                      </a:solidFill>
                      <a:prstDash val="solid"/>
                    </a:lnL>
                    <a:lnR w="5715">
                      <a:solidFill>
                        <a:srgbClr val="CCD3D8"/>
                      </a:solidFill>
                      <a:prstDash val="solid"/>
                    </a:lnR>
                    <a:lnB w="5715">
                      <a:solidFill>
                        <a:srgbClr val="CCD3D8"/>
                      </a:solidFill>
                      <a:prstDash val="solid"/>
                    </a:lnB>
                    <a:solidFill>
                      <a:srgbClr val="FFFFFF"/>
                    </a:solidFill>
                  </a:tcPr>
                </a:tc>
                <a:tc>
                  <a:txBody>
                    <a:bodyPr wrap="square" lIns="76200" tIns="9525" rIns="76200" bIns="9525">
                      <a:noAutofit/>
                    </a:bodyPr>
                    <a:lstStyle/>
                    <a:p>
                      <a:pPr>
                        <a:lnSpc>
                          <a:spcPct val="100000"/>
                        </a:lnSpc>
                        <a:buNone/>
                      </a:pPr>
                      <a:r>
                        <a:rPr sz="900" b="0">
                          <a:solidFill>
                            <a:srgbClr val="20324C"/>
                          </a:solidFill>
                          <a:latin typeface="Apple SD Gothic Neo"/>
                          <a:ea typeface="Apple SD Gothic Neo"/>
                          <a:cs typeface="Apple SD Gothic Neo"/>
                        </a:rPr>
                        <a:t>Google News RSS</a:t>
                      </a:r>
                    </a:p>
                  </a:txBody>
                  <a:tcPr marL="76200" marR="76200" marT="9525" marB="9525" anchor="ctr">
                    <a:lnR w="5715">
                      <a:solidFill>
                        <a:srgbClr val="CCD3D8"/>
                      </a:solidFill>
                      <a:prstDash val="solid"/>
                    </a:lnR>
                    <a:lnB w="5715">
                      <a:solidFill>
                        <a:srgbClr val="CCD3D8"/>
                      </a:solidFill>
                      <a:prstDash val="solid"/>
                    </a:lnB>
                    <a:solidFill>
                      <a:srgbClr val="FFFFFF"/>
                    </a:solidFill>
                  </a:tcPr>
                </a:tc>
                <a:tc>
                  <a:txBody>
                    <a:bodyPr wrap="square" lIns="76200" tIns="9525" rIns="76200" bIns="9525">
                      <a:noAutofit/>
                    </a:bodyPr>
                    <a:lstStyle/>
                    <a:p>
                      <a:pPr>
                        <a:lnSpc>
                          <a:spcPct val="100000"/>
                        </a:lnSpc>
                        <a:buNone/>
                      </a:pPr>
                      <a:r>
                        <a:rPr sz="900" b="0">
                          <a:solidFill>
                            <a:srgbClr val="20324C"/>
                          </a:solidFill>
                          <a:latin typeface="Apple SD Gothic Neo"/>
                          <a:ea typeface="Apple SD Gothic Neo"/>
                          <a:cs typeface="Apple SD Gothic Neo"/>
                        </a:rPr>
                        <a:t>산불 기사 제목·설명·URL 검색</a:t>
                      </a:r>
                    </a:p>
                  </a:txBody>
                  <a:tcPr marL="76200" marR="76200" marT="9525" marB="9525" anchor="ctr">
                    <a:lnR w="5715">
                      <a:solidFill>
                        <a:srgbClr val="CCD3D8"/>
                      </a:solidFill>
                      <a:prstDash val="solid"/>
                    </a:lnR>
                    <a:lnB w="5715">
                      <a:solidFill>
                        <a:srgbClr val="CCD3D8"/>
                      </a:solidFill>
                      <a:prstDash val="solid"/>
                    </a:lnB>
                    <a:solidFill>
                      <a:srgbClr val="FFFFFF"/>
                    </a:solidFill>
                  </a:tcPr>
                </a:tc>
                <a:tc>
                  <a:txBody>
                    <a:bodyPr wrap="square" lIns="76200" tIns="9525" rIns="76200" bIns="9525">
                      <a:noAutofit/>
                    </a:bodyPr>
                    <a:lstStyle/>
                    <a:p>
                      <a:pPr>
                        <a:lnSpc>
                          <a:spcPct val="100000"/>
                        </a:lnSpc>
                        <a:buNone/>
                      </a:pPr>
                      <a:r>
                        <a:rPr sz="900" b="0">
                          <a:solidFill>
                            <a:srgbClr val="20324C"/>
                          </a:solidFill>
                          <a:latin typeface="Apple SD Gothic Neo"/>
                          <a:ea typeface="Apple SD Gothic Neo"/>
                          <a:cs typeface="Apple SD Gothic Neo"/>
                        </a:rPr>
                        <a:t>Google 약관 및 언론사별 저작권</a:t>
                      </a:r>
                    </a:p>
                  </a:txBody>
                  <a:tcPr marL="76200" marR="76200" marT="9525" marB="9525" anchor="ctr">
                    <a:lnR w="5715">
                      <a:solidFill>
                        <a:srgbClr val="CCD3D8"/>
                      </a:solidFill>
                      <a:prstDash val="solid"/>
                    </a:lnR>
                    <a:lnB w="5715">
                      <a:solidFill>
                        <a:srgbClr val="CCD3D8"/>
                      </a:solidFill>
                      <a:prstDash val="solid"/>
                    </a:lnB>
                    <a:solidFill>
                      <a:srgbClr val="FFFFFF"/>
                    </a:solidFill>
                  </a:tcPr>
                </a:tc>
              </a:tr>
              <a:tr h="314325">
                <a:tc>
                  <a:txBody>
                    <a:bodyPr wrap="square" lIns="76200" tIns="9525" rIns="76200" bIns="9525">
                      <a:noAutofit/>
                    </a:bodyPr>
                    <a:lstStyle/>
                    <a:p>
                      <a:pPr>
                        <a:lnSpc>
                          <a:spcPct val="100000"/>
                        </a:lnSpc>
                        <a:buNone/>
                      </a:pPr>
                      <a:r>
                        <a:rPr sz="900" b="1">
                          <a:solidFill>
                            <a:srgbClr val="062F5B"/>
                          </a:solidFill>
                          <a:latin typeface="Apple SD Gothic Neo"/>
                          <a:ea typeface="Apple SD Gothic Neo"/>
                          <a:cs typeface="Apple SD Gothic Neo"/>
                        </a:rPr>
                        <a:t>기타</a:t>
                      </a:r>
                    </a:p>
                  </a:txBody>
                  <a:tcPr marL="76200" marR="76200" marT="9525" marB="9525" anchor="ctr">
                    <a:lnL w="5715">
                      <a:solidFill>
                        <a:srgbClr val="CCD3D8"/>
                      </a:solidFill>
                      <a:prstDash val="solid"/>
                    </a:lnL>
                    <a:lnR w="5715">
                      <a:solidFill>
                        <a:srgbClr val="CCD3D8"/>
                      </a:solidFill>
                      <a:prstDash val="solid"/>
                    </a:lnR>
                    <a:lnB w="5715">
                      <a:solidFill>
                        <a:srgbClr val="CCD3D8"/>
                      </a:solidFill>
                      <a:prstDash val="solid"/>
                    </a:lnB>
                    <a:solidFill>
                      <a:srgbClr val="F0F3F6"/>
                    </a:solidFill>
                  </a:tcPr>
                </a:tc>
                <a:tc>
                  <a:txBody>
                    <a:bodyPr wrap="square" lIns="76200" tIns="9525" rIns="76200" bIns="9525">
                      <a:noAutofit/>
                    </a:bodyPr>
                    <a:lstStyle/>
                    <a:p>
                      <a:pPr>
                        <a:lnSpc>
                          <a:spcPct val="100000"/>
                        </a:lnSpc>
                        <a:buNone/>
                      </a:pPr>
                      <a:r>
                        <a:rPr sz="900" b="0">
                          <a:solidFill>
                            <a:srgbClr val="20324C"/>
                          </a:solidFill>
                          <a:latin typeface="Apple SD Gothic Neo"/>
                          <a:ea typeface="Apple SD Gothic Neo"/>
                          <a:cs typeface="Apple SD Gothic Neo"/>
                        </a:rPr>
                        <a:t>NAVER Cloud · NVIDIA L4/CUDA 12.8</a:t>
                      </a:r>
                    </a:p>
                    <a:p>
                      <a:pPr>
                        <a:lnSpc>
                          <a:spcPct val="100000"/>
                        </a:lnSpc>
                        <a:buNone/>
                      </a:pPr>
                      <a:r>
                        <a:rPr sz="900" b="0">
                          <a:solidFill>
                            <a:srgbClr val="20324C"/>
                          </a:solidFill>
                          <a:latin typeface="Apple SD Gothic Neo"/>
                          <a:ea typeface="Apple SD Gothic Neo"/>
                          <a:cs typeface="Apple SD Gothic Neo"/>
                        </a:rPr>
                        <a:t>Docker Engine/Moby · Docker Compose</a:t>
                      </a:r>
                    </a:p>
                  </a:txBody>
                  <a:tcPr marL="76200" marR="76200" marT="9525" marB="9525" anchor="ctr">
                    <a:lnR w="5715">
                      <a:solidFill>
                        <a:srgbClr val="CCD3D8"/>
                      </a:solidFill>
                      <a:prstDash val="solid"/>
                    </a:lnR>
                    <a:lnB w="5715">
                      <a:solidFill>
                        <a:srgbClr val="CCD3D8"/>
                      </a:solidFill>
                      <a:prstDash val="solid"/>
                    </a:lnB>
                    <a:solidFill>
                      <a:srgbClr val="F0F3F6"/>
                    </a:solidFill>
                  </a:tcPr>
                </a:tc>
                <a:tc>
                  <a:txBody>
                    <a:bodyPr wrap="square" lIns="76200" tIns="9525" rIns="76200" bIns="9525">
                      <a:noAutofit/>
                    </a:bodyPr>
                    <a:lstStyle/>
                    <a:p>
                      <a:pPr>
                        <a:lnSpc>
                          <a:spcPct val="100000"/>
                        </a:lnSpc>
                        <a:buNone/>
                      </a:pPr>
                      <a:r>
                        <a:rPr sz="900" b="0">
                          <a:solidFill>
                            <a:srgbClr val="20324C"/>
                          </a:solidFill>
                          <a:latin typeface="Apple SD Gothic Neo"/>
                          <a:ea typeface="Apple SD Gothic Neo"/>
                          <a:cs typeface="Apple SD Gothic Neo"/>
                        </a:rPr>
                        <a:t>일반·GPU 서버 운영 및 모델 실행</a:t>
                      </a:r>
                    </a:p>
                    <a:p>
                      <a:pPr>
                        <a:lnSpc>
                          <a:spcPct val="100000"/>
                        </a:lnSpc>
                        <a:buNone/>
                      </a:pPr>
                      <a:r>
                        <a:rPr sz="900" b="0">
                          <a:solidFill>
                            <a:srgbClr val="20324C"/>
                          </a:solidFill>
                          <a:latin typeface="Apple SD Gothic Neo"/>
                          <a:ea typeface="Apple SD Gothic Neo"/>
                          <a:cs typeface="Apple SD Gothic Neo"/>
                        </a:rPr>
                        <a:t>API·DB·워커 컨테이너 배포</a:t>
                      </a:r>
                    </a:p>
                  </a:txBody>
                  <a:tcPr marL="76200" marR="76200" marT="9525" marB="9525" anchor="ctr">
                    <a:lnR w="5715">
                      <a:solidFill>
                        <a:srgbClr val="CCD3D8"/>
                      </a:solidFill>
                      <a:prstDash val="solid"/>
                    </a:lnR>
                    <a:lnB w="5715">
                      <a:solidFill>
                        <a:srgbClr val="CCD3D8"/>
                      </a:solidFill>
                      <a:prstDash val="solid"/>
                    </a:lnB>
                    <a:solidFill>
                      <a:srgbClr val="F0F3F6"/>
                    </a:solidFill>
                  </a:tcPr>
                </a:tc>
                <a:tc>
                  <a:txBody>
                    <a:bodyPr wrap="square" lIns="76200" tIns="9525" rIns="76200" bIns="9525">
                      <a:noAutofit/>
                    </a:bodyPr>
                    <a:lstStyle/>
                    <a:p>
                      <a:pPr>
                        <a:lnSpc>
                          <a:spcPct val="100000"/>
                        </a:lnSpc>
                        <a:buNone/>
                      </a:pPr>
                      <a:r>
                        <a:rPr sz="900" b="0">
                          <a:solidFill>
                            <a:srgbClr val="20324C"/>
                          </a:solidFill>
                          <a:latin typeface="Apple SD Gothic Neo"/>
                          <a:ea typeface="Apple SD Gothic Neo"/>
                          <a:cs typeface="Apple SD Gothic Neo"/>
                        </a:rPr>
                        <a:t>Ncloud 약관 / NVIDIA CUDA EULA</a:t>
                      </a:r>
                    </a:p>
                    <a:p>
                      <a:pPr>
                        <a:lnSpc>
                          <a:spcPct val="100000"/>
                        </a:lnSpc>
                        <a:buNone/>
                      </a:pPr>
                      <a:r>
                        <a:rPr sz="900" b="0">
                          <a:solidFill>
                            <a:srgbClr val="20324C"/>
                          </a:solidFill>
                          <a:latin typeface="Apple SD Gothic Neo"/>
                          <a:ea typeface="Apple SD Gothic Neo"/>
                          <a:cs typeface="Apple SD Gothic Neo"/>
                        </a:rPr>
                        <a:t>Moby·Compose: Apache-2.0</a:t>
                      </a:r>
                    </a:p>
                  </a:txBody>
                  <a:tcPr marL="76200" marR="76200" marT="9525" marB="9525" anchor="ctr">
                    <a:lnR w="5715">
                      <a:solidFill>
                        <a:srgbClr val="CCD3D8"/>
                      </a:solidFill>
                      <a:prstDash val="solid"/>
                    </a:lnR>
                    <a:lnB w="5715">
                      <a:solidFill>
                        <a:srgbClr val="CCD3D8"/>
                      </a:solidFill>
                      <a:prstDash val="solid"/>
                    </a:lnB>
                    <a:solidFill>
                      <a:srgbClr val="F0F3F6"/>
                    </a:solidFill>
                  </a:tcPr>
                </a:tc>
              </a:tr>
              <a:tr h="209550">
                <a:tc>
                  <a:txBody>
                    <a:bodyPr wrap="square" lIns="76200" tIns="9525" rIns="76200" bIns="9525">
                      <a:noAutofit/>
                    </a:bodyPr>
                    <a:lstStyle/>
                    <a:p>
                      <a:pPr>
                        <a:lnSpc>
                          <a:spcPct val="100000"/>
                        </a:lnSpc>
                        <a:buNone/>
                      </a:pPr>
                      <a:r>
                        <a:rPr sz="900" b="1">
                          <a:solidFill>
                            <a:srgbClr val="062F5B"/>
                          </a:solidFill>
                          <a:latin typeface="Apple SD Gothic Neo"/>
                          <a:ea typeface="Apple SD Gothic Neo"/>
                          <a:cs typeface="Apple SD Gothic Neo"/>
                        </a:rPr>
                        <a:t>외부 API</a:t>
                      </a:r>
                    </a:p>
                  </a:txBody>
                  <a:tcPr marL="76200" marR="76200" marT="9525" marB="9525" anchor="ctr">
                    <a:lnL w="5715">
                      <a:solidFill>
                        <a:srgbClr val="CCD3D8"/>
                      </a:solidFill>
                      <a:prstDash val="solid"/>
                    </a:lnL>
                    <a:lnR w="5715">
                      <a:solidFill>
                        <a:srgbClr val="CCD3D8"/>
                      </a:solidFill>
                      <a:prstDash val="solid"/>
                    </a:lnR>
                    <a:lnB w="5715">
                      <a:solidFill>
                        <a:srgbClr val="CCD3D8"/>
                      </a:solidFill>
                      <a:prstDash val="solid"/>
                    </a:lnB>
                    <a:solidFill>
                      <a:srgbClr val="FFFFFF"/>
                    </a:solidFill>
                  </a:tcPr>
                </a:tc>
                <a:tc>
                  <a:txBody>
                    <a:bodyPr wrap="square" lIns="76200" tIns="9525" rIns="76200" bIns="9525">
                      <a:noAutofit/>
                    </a:bodyPr>
                    <a:lstStyle/>
                    <a:p>
                      <a:pPr>
                        <a:lnSpc>
                          <a:spcPct val="100000"/>
                        </a:lnSpc>
                        <a:buNone/>
                      </a:pPr>
                      <a:r>
                        <a:rPr sz="900" b="0">
                          <a:solidFill>
                            <a:srgbClr val="20324C"/>
                          </a:solidFill>
                          <a:latin typeface="Apple SD Gothic Neo"/>
                          <a:ea typeface="Apple SD Gothic Neo"/>
                          <a:cs typeface="Apple SD Gothic Neo"/>
                        </a:rPr>
                        <a:t>기상청 API Hub · GK2A FF</a:t>
                      </a:r>
                    </a:p>
                  </a:txBody>
                  <a:tcPr marL="76200" marR="76200" marT="9525" marB="9525" anchor="ctr">
                    <a:lnR w="5715">
                      <a:solidFill>
                        <a:srgbClr val="CCD3D8"/>
                      </a:solidFill>
                      <a:prstDash val="solid"/>
                    </a:lnR>
                    <a:lnB w="5715">
                      <a:solidFill>
                        <a:srgbClr val="CCD3D8"/>
                      </a:solidFill>
                      <a:prstDash val="solid"/>
                    </a:lnB>
                    <a:solidFill>
                      <a:srgbClr val="FFFFFF"/>
                    </a:solidFill>
                  </a:tcPr>
                </a:tc>
                <a:tc>
                  <a:txBody>
                    <a:bodyPr wrap="square" lIns="76200" tIns="9525" rIns="76200" bIns="9525">
                      <a:noAutofit/>
                    </a:bodyPr>
                    <a:lstStyle/>
                    <a:p>
                      <a:pPr>
                        <a:lnSpc>
                          <a:spcPct val="100000"/>
                        </a:lnSpc>
                        <a:buNone/>
                      </a:pPr>
                      <a:r>
                        <a:rPr sz="900" b="0">
                          <a:solidFill>
                            <a:srgbClr val="20324C"/>
                          </a:solidFill>
                          <a:latin typeface="Apple SD Gothic Neo"/>
                          <a:ea typeface="Apple SD Gothic Neo"/>
                          <a:cs typeface="Apple SD Gothic Neo"/>
                        </a:rPr>
                        <a:t>국내 위성 화재 관측·학습 자료 확보</a:t>
                      </a:r>
                    </a:p>
                  </a:txBody>
                  <a:tcPr marL="76200" marR="76200" marT="9525" marB="9525" anchor="ctr">
                    <a:lnR w="5715">
                      <a:solidFill>
                        <a:srgbClr val="CCD3D8"/>
                      </a:solidFill>
                      <a:prstDash val="solid"/>
                    </a:lnR>
                    <a:lnB w="5715">
                      <a:solidFill>
                        <a:srgbClr val="CCD3D8"/>
                      </a:solidFill>
                      <a:prstDash val="solid"/>
                    </a:lnB>
                    <a:solidFill>
                      <a:srgbClr val="FFFFFF"/>
                    </a:solidFill>
                  </a:tcPr>
                </a:tc>
                <a:tc>
                  <a:txBody>
                    <a:bodyPr wrap="square" lIns="76200" tIns="9525" rIns="76200" bIns="9525">
                      <a:noAutofit/>
                    </a:bodyPr>
                    <a:lstStyle/>
                    <a:p>
                      <a:pPr>
                        <a:lnSpc>
                          <a:spcPct val="100000"/>
                        </a:lnSpc>
                        <a:buNone/>
                      </a:pPr>
                      <a:r>
                        <a:rPr sz="900" b="0">
                          <a:solidFill>
                            <a:srgbClr val="20324C"/>
                          </a:solidFill>
                          <a:latin typeface="Apple SD Gothic Neo"/>
                          <a:ea typeface="Apple SD Gothic Neo"/>
                          <a:cs typeface="Apple SD Gothic Neo"/>
                        </a:rPr>
                        <a:t>인증·활용 승인 필요, 제품별 재이용 조건 확인</a:t>
                      </a:r>
                    </a:p>
                  </a:txBody>
                  <a:tcPr marL="76200" marR="76200" marT="9525" marB="9525" anchor="ctr">
                    <a:lnR w="5715">
                      <a:solidFill>
                        <a:srgbClr val="CCD3D8"/>
                      </a:solidFill>
                      <a:prstDash val="solid"/>
                    </a:lnR>
                    <a:lnB w="5715">
                      <a:solidFill>
                        <a:srgbClr val="CCD3D8"/>
                      </a:solidFill>
                      <a:prstDash val="solid"/>
                    </a:lnB>
                    <a:solidFill>
                      <a:srgbClr val="FFFFFF"/>
                    </a:solidFill>
                  </a:tcPr>
                </a:tc>
              </a:tr>
              <a:tr h="209550">
                <a:tc>
                  <a:txBody>
                    <a:bodyPr wrap="square" lIns="76200" tIns="9525" rIns="76200" bIns="9525">
                      <a:noAutofit/>
                    </a:bodyPr>
                    <a:lstStyle/>
                    <a:p>
                      <a:pPr>
                        <a:lnSpc>
                          <a:spcPct val="100000"/>
                        </a:lnSpc>
                        <a:buNone/>
                      </a:pPr>
                      <a:r>
                        <a:rPr sz="900" b="1">
                          <a:solidFill>
                            <a:srgbClr val="062F5B"/>
                          </a:solidFill>
                          <a:latin typeface="Apple SD Gothic Neo"/>
                          <a:ea typeface="Apple SD Gothic Neo"/>
                          <a:cs typeface="Apple SD Gothic Neo"/>
                        </a:rPr>
                        <a:t>기타</a:t>
                      </a:r>
                    </a:p>
                  </a:txBody>
                  <a:tcPr marL="76200" marR="76200" marT="9525" marB="9525" anchor="ctr">
                    <a:lnL w="5715">
                      <a:solidFill>
                        <a:srgbClr val="CCD3D8"/>
                      </a:solidFill>
                      <a:prstDash val="solid"/>
                    </a:lnL>
                    <a:lnR w="5715">
                      <a:solidFill>
                        <a:srgbClr val="CCD3D8"/>
                      </a:solidFill>
                      <a:prstDash val="solid"/>
                    </a:lnR>
                    <a:lnB w="5715">
                      <a:solidFill>
                        <a:srgbClr val="CCD3D8"/>
                      </a:solidFill>
                      <a:prstDash val="solid"/>
                    </a:lnB>
                    <a:solidFill>
                      <a:srgbClr val="F0F3F6"/>
                    </a:solidFill>
                  </a:tcPr>
                </a:tc>
                <a:tc>
                  <a:txBody>
                    <a:bodyPr wrap="square" lIns="76200" tIns="9525" rIns="76200" bIns="9525">
                      <a:noAutofit/>
                    </a:bodyPr>
                    <a:lstStyle/>
                    <a:p>
                      <a:pPr>
                        <a:lnSpc>
                          <a:spcPct val="100000"/>
                        </a:lnSpc>
                        <a:buNone/>
                      </a:pPr>
                      <a:r>
                        <a:rPr sz="900" b="0">
                          <a:solidFill>
                            <a:srgbClr val="20324C"/>
                          </a:solidFill>
                          <a:latin typeface="Apple SD Gothic Neo"/>
                          <a:ea typeface="Apple SD Gothic Neo"/>
                          <a:cs typeface="Apple SD Gothic Neo"/>
                        </a:rPr>
                        <a:t>NOAA GOES · ISD · GFS</a:t>
                      </a:r>
                    </a:p>
                  </a:txBody>
                  <a:tcPr marL="76200" marR="76200" marT="9525" marB="9525" anchor="ctr">
                    <a:lnR w="5715">
                      <a:solidFill>
                        <a:srgbClr val="CCD3D8"/>
                      </a:solidFill>
                      <a:prstDash val="solid"/>
                    </a:lnR>
                    <a:lnB w="5715">
                      <a:solidFill>
                        <a:srgbClr val="CCD3D8"/>
                      </a:solidFill>
                      <a:prstDash val="solid"/>
                    </a:lnB>
                    <a:solidFill>
                      <a:srgbClr val="F0F3F6"/>
                    </a:solidFill>
                  </a:tcPr>
                </a:tc>
                <a:tc>
                  <a:txBody>
                    <a:bodyPr wrap="square" lIns="76200" tIns="9525" rIns="76200" bIns="9525">
                      <a:noAutofit/>
                    </a:bodyPr>
                    <a:lstStyle/>
                    <a:p>
                      <a:pPr>
                        <a:lnSpc>
                          <a:spcPct val="100000"/>
                        </a:lnSpc>
                        <a:buNone/>
                      </a:pPr>
                      <a:r>
                        <a:rPr sz="900" b="0">
                          <a:solidFill>
                            <a:srgbClr val="20324C"/>
                          </a:solidFill>
                          <a:latin typeface="Apple SD Gothic Neo"/>
                          <a:ea typeface="Apple SD Gothic Neo"/>
                          <a:cs typeface="Apple SD Gothic Neo"/>
                        </a:rPr>
                        <a:t>화재 관측·과거 기상·예보 연구 자료</a:t>
                      </a:r>
                    </a:p>
                  </a:txBody>
                  <a:tcPr marL="76200" marR="76200" marT="9525" marB="9525" anchor="ctr">
                    <a:lnR w="5715">
                      <a:solidFill>
                        <a:srgbClr val="CCD3D8"/>
                      </a:solidFill>
                      <a:prstDash val="solid"/>
                    </a:lnR>
                    <a:lnB w="5715">
                      <a:solidFill>
                        <a:srgbClr val="CCD3D8"/>
                      </a:solidFill>
                      <a:prstDash val="solid"/>
                    </a:lnB>
                    <a:solidFill>
                      <a:srgbClr val="F0F3F6"/>
                    </a:solidFill>
                  </a:tcPr>
                </a:tc>
                <a:tc>
                  <a:txBody>
                    <a:bodyPr wrap="square" lIns="76200" tIns="9525" rIns="76200" bIns="9525">
                      <a:noAutofit/>
                    </a:bodyPr>
                    <a:lstStyle/>
                    <a:p>
                      <a:pPr>
                        <a:lnSpc>
                          <a:spcPct val="100000"/>
                        </a:lnSpc>
                        <a:buNone/>
                      </a:pPr>
                      <a:r>
                        <a:rPr sz="900" b="0">
                          <a:solidFill>
                            <a:srgbClr val="20324C"/>
                          </a:solidFill>
                          <a:latin typeface="Apple SD Gothic Neo"/>
                          <a:ea typeface="Apple SD Gothic Neo"/>
                          <a:cs typeface="Apple SD Gothic Neo"/>
                        </a:rPr>
                        <a:t>NOAA NODD 조건·출처 표시·가공 여부 구분</a:t>
                      </a:r>
                    </a:p>
                  </a:txBody>
                  <a:tcPr marL="76200" marR="76200" marT="9525" marB="9525" anchor="ctr">
                    <a:lnR w="5715">
                      <a:solidFill>
                        <a:srgbClr val="CCD3D8"/>
                      </a:solidFill>
                      <a:prstDash val="solid"/>
                    </a:lnR>
                    <a:lnB w="5715">
                      <a:solidFill>
                        <a:srgbClr val="CCD3D8"/>
                      </a:solidFill>
                      <a:prstDash val="solid"/>
                    </a:lnB>
                    <a:solidFill>
                      <a:srgbClr val="F0F3F6"/>
                    </a:solidFill>
                  </a:tcPr>
                </a:tc>
              </a:tr>
              <a:tr h="314325">
                <a:tc>
                  <a:txBody>
                    <a:bodyPr wrap="square" lIns="76200" tIns="9525" rIns="76200" bIns="9525">
                      <a:noAutofit/>
                    </a:bodyPr>
                    <a:lstStyle/>
                    <a:p>
                      <a:pPr>
                        <a:lnSpc>
                          <a:spcPct val="100000"/>
                        </a:lnSpc>
                        <a:buNone/>
                      </a:pPr>
                      <a:r>
                        <a:rPr sz="900" b="1">
                          <a:solidFill>
                            <a:srgbClr val="062F5B"/>
                          </a:solidFill>
                          <a:latin typeface="Apple SD Gothic Neo"/>
                          <a:ea typeface="Apple SD Gothic Neo"/>
                          <a:cs typeface="Apple SD Gothic Neo"/>
                        </a:rPr>
                        <a:t>기타</a:t>
                      </a:r>
                    </a:p>
                  </a:txBody>
                  <a:tcPr marL="76200" marR="76200" marT="9525" marB="9525" anchor="ctr">
                    <a:lnL w="5715">
                      <a:solidFill>
                        <a:srgbClr val="CCD3D8"/>
                      </a:solidFill>
                      <a:prstDash val="solid"/>
                    </a:lnL>
                    <a:lnR w="5715">
                      <a:solidFill>
                        <a:srgbClr val="CCD3D8"/>
                      </a:solidFill>
                      <a:prstDash val="solid"/>
                    </a:lnR>
                    <a:lnB w="5715">
                      <a:solidFill>
                        <a:srgbClr val="CCD3D8"/>
                      </a:solidFill>
                      <a:prstDash val="solid"/>
                    </a:lnB>
                    <a:solidFill>
                      <a:srgbClr val="FFFFFF"/>
                    </a:solidFill>
                  </a:tcPr>
                </a:tc>
                <a:tc>
                  <a:txBody>
                    <a:bodyPr wrap="square" lIns="76200" tIns="9525" rIns="76200" bIns="9525">
                      <a:noAutofit/>
                    </a:bodyPr>
                    <a:lstStyle/>
                    <a:p>
                      <a:pPr>
                        <a:lnSpc>
                          <a:spcPct val="100000"/>
                        </a:lnSpc>
                        <a:buNone/>
                      </a:pPr>
                      <a:r>
                        <a:rPr sz="900" b="0">
                          <a:solidFill>
                            <a:srgbClr val="20324C"/>
                          </a:solidFill>
                          <a:latin typeface="Apple SD Gothic Neo"/>
                          <a:ea typeface="Apple SD Gothic Neo"/>
                          <a:cs typeface="Apple SD Gothic Neo"/>
                        </a:rPr>
                        <a:t>Next Day Wildfire Spread v2</a:t>
                      </a:r>
                    </a:p>
                    <a:p>
                      <a:pPr>
                        <a:lnSpc>
                          <a:spcPct val="100000"/>
                        </a:lnSpc>
                        <a:buNone/>
                      </a:pPr>
                      <a:r>
                        <a:rPr sz="900" b="0">
                          <a:solidFill>
                            <a:srgbClr val="20324C"/>
                          </a:solidFill>
                          <a:latin typeface="Apple SD Gothic Neo"/>
                          <a:ea typeface="Apple SD Gothic Neo"/>
                          <a:cs typeface="Apple SD Gothic Neo"/>
                        </a:rPr>
                        <a:t>GOFER v0.2</a:t>
                      </a:r>
                    </a:p>
                  </a:txBody>
                  <a:tcPr marL="76200" marR="76200" marT="9525" marB="9525" anchor="ctr">
                    <a:lnR w="5715">
                      <a:solidFill>
                        <a:srgbClr val="CCD3D8"/>
                      </a:solidFill>
                      <a:prstDash val="solid"/>
                    </a:lnR>
                    <a:lnB w="5715">
                      <a:solidFill>
                        <a:srgbClr val="CCD3D8"/>
                      </a:solidFill>
                      <a:prstDash val="solid"/>
                    </a:lnB>
                    <a:solidFill>
                      <a:srgbClr val="FFFFFF"/>
                    </a:solidFill>
                  </a:tcPr>
                </a:tc>
                <a:tc>
                  <a:txBody>
                    <a:bodyPr wrap="square" lIns="76200" tIns="9525" rIns="76200" bIns="9525">
                      <a:noAutofit/>
                    </a:bodyPr>
                    <a:lstStyle/>
                    <a:p>
                      <a:pPr>
                        <a:lnSpc>
                          <a:spcPct val="100000"/>
                        </a:lnSpc>
                        <a:buNone/>
                      </a:pPr>
                      <a:r>
                        <a:rPr sz="900" b="0">
                          <a:solidFill>
                            <a:srgbClr val="20324C"/>
                          </a:solidFill>
                          <a:latin typeface="Apple SD Gothic Neo"/>
                          <a:ea typeface="Apple SD Gothic Neo"/>
                          <a:cs typeface="Apple SD Gothic Neo"/>
                        </a:rPr>
                        <a:t>초기 일별 산불 확산 학습</a:t>
                      </a:r>
                    </a:p>
                    <a:p>
                      <a:pPr>
                        <a:lnSpc>
                          <a:spcPct val="100000"/>
                        </a:lnSpc>
                        <a:buNone/>
                      </a:pPr>
                      <a:r>
                        <a:rPr sz="900" b="0">
                          <a:solidFill>
                            <a:srgbClr val="20324C"/>
                          </a:solidFill>
                          <a:latin typeface="Apple SD Gothic Neo"/>
                          <a:ea typeface="Apple SD Gothic Neo"/>
                          <a:cs typeface="Apple SD Gothic Neo"/>
                        </a:rPr>
                        <a:t>시간별 산불 경계·접근 시간 연구</a:t>
                      </a:r>
                    </a:p>
                  </a:txBody>
                  <a:tcPr marL="76200" marR="76200" marT="9525" marB="9525" anchor="ctr">
                    <a:lnR w="5715">
                      <a:solidFill>
                        <a:srgbClr val="CCD3D8"/>
                      </a:solidFill>
                      <a:prstDash val="solid"/>
                    </a:lnR>
                    <a:lnB w="5715">
                      <a:solidFill>
                        <a:srgbClr val="CCD3D8"/>
                      </a:solidFill>
                      <a:prstDash val="solid"/>
                    </a:lnB>
                    <a:solidFill>
                      <a:srgbClr val="FFFFFF"/>
                    </a:solidFill>
                  </a:tcPr>
                </a:tc>
                <a:tc>
                  <a:txBody>
                    <a:bodyPr wrap="square" lIns="76200" tIns="9525" rIns="76200" bIns="9525">
                      <a:noAutofit/>
                    </a:bodyPr>
                    <a:lstStyle/>
                    <a:p>
                      <a:pPr>
                        <a:lnSpc>
                          <a:spcPct val="100000"/>
                        </a:lnSpc>
                        <a:buNone/>
                      </a:pPr>
                      <a:r>
                        <a:rPr sz="900" b="0">
                          <a:solidFill>
                            <a:srgbClr val="20324C"/>
                          </a:solidFill>
                          <a:latin typeface="Apple SD Gothic Neo"/>
                          <a:ea typeface="Apple SD Gothic Neo"/>
                          <a:cs typeface="Apple SD Gothic Neo"/>
                        </a:rPr>
                        <a:t>CC BY 4.0 (두 데이터셋)</a:t>
                      </a:r>
                    </a:p>
                    <a:p>
                      <a:pPr>
                        <a:lnSpc>
                          <a:spcPct val="100000"/>
                        </a:lnSpc>
                        <a:buNone/>
                      </a:pPr>
                      <a:r>
                        <a:rPr sz="900" b="0">
                          <a:solidFill>
                            <a:srgbClr val="20324C"/>
                          </a:solidFill>
                          <a:latin typeface="Apple SD Gothic Neo"/>
                          <a:ea typeface="Apple SD Gothic Neo"/>
                          <a:cs typeface="Apple SD Gothic Neo"/>
                        </a:rPr>
                        <a:t>저자·원문·판본·가공 사실 표시</a:t>
                      </a:r>
                    </a:p>
                  </a:txBody>
                  <a:tcPr marL="76200" marR="76200" marT="9525" marB="9525" anchor="ctr">
                    <a:lnR w="5715">
                      <a:solidFill>
                        <a:srgbClr val="CCD3D8"/>
                      </a:solidFill>
                      <a:prstDash val="solid"/>
                    </a:lnR>
                    <a:lnB w="5715">
                      <a:solidFill>
                        <a:srgbClr val="CCD3D8"/>
                      </a:solidFill>
                      <a:prstDash val="solid"/>
                    </a:lnB>
                    <a:solidFill>
                      <a:srgbClr val="FFFFFF"/>
                    </a:solidFill>
                  </a:tcPr>
                </a:tc>
              </a:tr>
              <a:tr h="209550">
                <a:tc>
                  <a:txBody>
                    <a:bodyPr wrap="square" lIns="76200" tIns="9525" rIns="76200" bIns="9525">
                      <a:noAutofit/>
                    </a:bodyPr>
                    <a:lstStyle/>
                    <a:p>
                      <a:pPr>
                        <a:lnSpc>
                          <a:spcPct val="100000"/>
                        </a:lnSpc>
                        <a:buNone/>
                      </a:pPr>
                      <a:r>
                        <a:rPr sz="900" b="1">
                          <a:solidFill>
                            <a:srgbClr val="062F5B"/>
                          </a:solidFill>
                          <a:latin typeface="Apple SD Gothic Neo"/>
                          <a:ea typeface="Apple SD Gothic Neo"/>
                          <a:cs typeface="Apple SD Gothic Neo"/>
                        </a:rPr>
                        <a:t>외부 API</a:t>
                      </a:r>
                    </a:p>
                  </a:txBody>
                  <a:tcPr marL="76200" marR="76200" marT="9525" marB="9525" anchor="ctr">
                    <a:lnL w="5715">
                      <a:solidFill>
                        <a:srgbClr val="CCD3D8"/>
                      </a:solidFill>
                      <a:prstDash val="solid"/>
                    </a:lnL>
                    <a:lnR w="5715">
                      <a:solidFill>
                        <a:srgbClr val="CCD3D8"/>
                      </a:solidFill>
                      <a:prstDash val="solid"/>
                    </a:lnR>
                    <a:lnB w="5715">
                      <a:solidFill>
                        <a:srgbClr val="CCD3D8"/>
                      </a:solidFill>
                      <a:prstDash val="solid"/>
                    </a:lnB>
                    <a:solidFill>
                      <a:srgbClr val="F0F3F6"/>
                    </a:solidFill>
                  </a:tcPr>
                </a:tc>
                <a:tc>
                  <a:txBody>
                    <a:bodyPr wrap="square" lIns="76200" tIns="9525" rIns="76200" bIns="9525">
                      <a:noAutofit/>
                    </a:bodyPr>
                    <a:lstStyle/>
                    <a:p>
                      <a:pPr>
                        <a:lnSpc>
                          <a:spcPct val="100000"/>
                        </a:lnSpc>
                        <a:buNone/>
                      </a:pPr>
                      <a:r>
                        <a:rPr sz="900" b="0">
                          <a:solidFill>
                            <a:srgbClr val="20324C"/>
                          </a:solidFill>
                          <a:latin typeface="Apple SD Gothic Neo"/>
                          <a:ea typeface="Apple SD Gothic Neo"/>
                          <a:cs typeface="Apple SD Gothic Neo"/>
                        </a:rPr>
                        <a:t>Open-Meteo GFS Forecast API</a:t>
                      </a:r>
                    </a:p>
                  </a:txBody>
                  <a:tcPr marL="76200" marR="76200" marT="9525" marB="9525" anchor="ctr">
                    <a:lnR w="5715">
                      <a:solidFill>
                        <a:srgbClr val="CCD3D8"/>
                      </a:solidFill>
                      <a:prstDash val="solid"/>
                    </a:lnR>
                    <a:lnB w="5715">
                      <a:solidFill>
                        <a:srgbClr val="CCD3D8"/>
                      </a:solidFill>
                      <a:prstDash val="solid"/>
                    </a:lnB>
                    <a:solidFill>
                      <a:srgbClr val="F0F3F6"/>
                    </a:solidFill>
                  </a:tcPr>
                </a:tc>
                <a:tc>
                  <a:txBody>
                    <a:bodyPr wrap="square" lIns="76200" tIns="9525" rIns="76200" bIns="9525">
                      <a:noAutofit/>
                    </a:bodyPr>
                    <a:lstStyle/>
                    <a:p>
                      <a:pPr>
                        <a:lnSpc>
                          <a:spcPct val="100000"/>
                        </a:lnSpc>
                        <a:buNone/>
                      </a:pPr>
                      <a:r>
                        <a:rPr sz="900" b="0">
                          <a:solidFill>
                            <a:srgbClr val="20324C"/>
                          </a:solidFill>
                          <a:latin typeface="Apple SD Gothic Neo"/>
                          <a:ea typeface="Apple SD Gothic Neo"/>
                          <a:cs typeface="Apple SD Gothic Neo"/>
                        </a:rPr>
                        <a:t>국내 지형 확산 연구용 기상예보 수신</a:t>
                      </a:r>
                    </a:p>
                  </a:txBody>
                  <a:tcPr marL="76200" marR="76200" marT="9525" marB="9525" anchor="ctr">
                    <a:lnR w="5715">
                      <a:solidFill>
                        <a:srgbClr val="CCD3D8"/>
                      </a:solidFill>
                      <a:prstDash val="solid"/>
                    </a:lnR>
                    <a:lnB w="5715">
                      <a:solidFill>
                        <a:srgbClr val="CCD3D8"/>
                      </a:solidFill>
                      <a:prstDash val="solid"/>
                    </a:lnB>
                    <a:solidFill>
                      <a:srgbClr val="F0F3F6"/>
                    </a:solidFill>
                  </a:tcPr>
                </a:tc>
                <a:tc>
                  <a:txBody>
                    <a:bodyPr wrap="square" lIns="76200" tIns="9525" rIns="76200" bIns="9525">
                      <a:noAutofit/>
                    </a:bodyPr>
                    <a:lstStyle/>
                    <a:p>
                      <a:pPr>
                        <a:lnSpc>
                          <a:spcPct val="100000"/>
                        </a:lnSpc>
                        <a:buNone/>
                      </a:pPr>
                      <a:r>
                        <a:rPr sz="900" b="0">
                          <a:solidFill>
                            <a:srgbClr val="20324C"/>
                          </a:solidFill>
                          <a:latin typeface="Apple SD Gothic Neo"/>
                          <a:ea typeface="Apple SD Gothic Neo"/>
                          <a:cs typeface="Apple SD Gothic Neo"/>
                        </a:rPr>
                        <a:t>데이터: CC BY 4.0 / 무료 API: 비상업 용도</a:t>
                      </a:r>
                    </a:p>
                  </a:txBody>
                  <a:tcPr marL="76200" marR="76200" marT="9525" marB="9525" anchor="ctr">
                    <a:lnR w="5715">
                      <a:solidFill>
                        <a:srgbClr val="CCD3D8"/>
                      </a:solidFill>
                      <a:prstDash val="solid"/>
                    </a:lnR>
                    <a:lnB w="5715">
                      <a:solidFill>
                        <a:srgbClr val="CCD3D8"/>
                      </a:solidFill>
                      <a:prstDash val="solid"/>
                    </a:lnB>
                    <a:solidFill>
                      <a:srgbClr val="F0F3F6"/>
                    </a:solidFill>
                  </a:tcPr>
                </a:tc>
              </a:tr>
              <a:tr h="209550">
                <a:tc>
                  <a:txBody>
                    <a:bodyPr wrap="square" lIns="76200" tIns="9525" rIns="76200" bIns="9525">
                      <a:noAutofit/>
                    </a:bodyPr>
                    <a:lstStyle/>
                    <a:p>
                      <a:pPr>
                        <a:lnSpc>
                          <a:spcPct val="100000"/>
                        </a:lnSpc>
                        <a:buNone/>
                      </a:pPr>
                      <a:r>
                        <a:rPr sz="900" b="1">
                          <a:solidFill>
                            <a:srgbClr val="062F5B"/>
                          </a:solidFill>
                          <a:latin typeface="Apple SD Gothic Neo"/>
                          <a:ea typeface="Apple SD Gothic Neo"/>
                          <a:cs typeface="Apple SD Gothic Neo"/>
                        </a:rPr>
                        <a:t>기타</a:t>
                      </a:r>
                    </a:p>
                  </a:txBody>
                  <a:tcPr marL="76200" marR="76200" marT="9525" marB="9525" anchor="ctr">
                    <a:lnL w="5715">
                      <a:solidFill>
                        <a:srgbClr val="CCD3D8"/>
                      </a:solidFill>
                      <a:prstDash val="solid"/>
                    </a:lnL>
                    <a:lnR w="5715">
                      <a:solidFill>
                        <a:srgbClr val="CCD3D8"/>
                      </a:solidFill>
                      <a:prstDash val="solid"/>
                    </a:lnR>
                    <a:lnB w="5715">
                      <a:solidFill>
                        <a:srgbClr val="CCD3D8"/>
                      </a:solidFill>
                      <a:prstDash val="solid"/>
                    </a:lnB>
                    <a:solidFill>
                      <a:srgbClr val="FFFFFF"/>
                    </a:solidFill>
                  </a:tcPr>
                </a:tc>
                <a:tc>
                  <a:txBody>
                    <a:bodyPr wrap="square" lIns="76200" tIns="9525" rIns="76200" bIns="9525">
                      <a:noAutofit/>
                    </a:bodyPr>
                    <a:lstStyle/>
                    <a:p>
                      <a:pPr>
                        <a:lnSpc>
                          <a:spcPct val="100000"/>
                        </a:lnSpc>
                        <a:buNone/>
                      </a:pPr>
                      <a:r>
                        <a:rPr sz="900" b="0">
                          <a:solidFill>
                            <a:srgbClr val="20324C"/>
                          </a:solidFill>
                          <a:latin typeface="Apple SD Gothic Neo"/>
                          <a:ea typeface="Apple SD Gothic Neo"/>
                          <a:cs typeface="Apple SD Gothic Neo"/>
                        </a:rPr>
                        <a:t>ELMFIRE 1.1</a:t>
                      </a:r>
                    </a:p>
                  </a:txBody>
                  <a:tcPr marL="76200" marR="76200" marT="9525" marB="9525" anchor="ctr">
                    <a:lnR w="5715">
                      <a:solidFill>
                        <a:srgbClr val="CCD3D8"/>
                      </a:solidFill>
                      <a:prstDash val="solid"/>
                    </a:lnR>
                    <a:lnB w="5715">
                      <a:solidFill>
                        <a:srgbClr val="CCD3D8"/>
                      </a:solidFill>
                      <a:prstDash val="solid"/>
                    </a:lnB>
                    <a:solidFill>
                      <a:srgbClr val="FFFFFF"/>
                    </a:solidFill>
                  </a:tcPr>
                </a:tc>
                <a:tc>
                  <a:txBody>
                    <a:bodyPr wrap="square" lIns="76200" tIns="9525" rIns="76200" bIns="9525">
                      <a:noAutofit/>
                    </a:bodyPr>
                    <a:lstStyle/>
                    <a:p>
                      <a:pPr>
                        <a:lnSpc>
                          <a:spcPct val="100000"/>
                        </a:lnSpc>
                        <a:buNone/>
                      </a:pPr>
                      <a:r>
                        <a:rPr sz="900" b="0">
                          <a:solidFill>
                            <a:srgbClr val="20324C"/>
                          </a:solidFill>
                          <a:latin typeface="Apple SD Gothic Neo"/>
                          <a:ea typeface="Apple SD Gothic Neo"/>
                          <a:cs typeface="Apple SD Gothic Neo"/>
                        </a:rPr>
                        <a:t>바람·지형 기반 산불 확산 시뮬레이션 연구</a:t>
                      </a:r>
                    </a:p>
                  </a:txBody>
                  <a:tcPr marL="76200" marR="76200" marT="9525" marB="9525" anchor="ctr">
                    <a:lnR w="5715">
                      <a:solidFill>
                        <a:srgbClr val="CCD3D8"/>
                      </a:solidFill>
                      <a:prstDash val="solid"/>
                    </a:lnR>
                    <a:lnB w="5715">
                      <a:solidFill>
                        <a:srgbClr val="CCD3D8"/>
                      </a:solidFill>
                      <a:prstDash val="solid"/>
                    </a:lnB>
                    <a:solidFill>
                      <a:srgbClr val="FFFFFF"/>
                    </a:solidFill>
                  </a:tcPr>
                </a:tc>
                <a:tc>
                  <a:txBody>
                    <a:bodyPr wrap="square" lIns="76200" tIns="9525" rIns="76200" bIns="9525">
                      <a:noAutofit/>
                    </a:bodyPr>
                    <a:lstStyle/>
                    <a:p>
                      <a:pPr>
                        <a:lnSpc>
                          <a:spcPct val="100000"/>
                        </a:lnSpc>
                        <a:buNone/>
                      </a:pPr>
                      <a:r>
                        <a:rPr sz="900" b="0">
                          <a:solidFill>
                            <a:srgbClr val="20324C"/>
                          </a:solidFill>
                          <a:latin typeface="Apple SD Gothic Neo"/>
                          <a:ea typeface="Apple SD Gothic Neo"/>
                          <a:cs typeface="Apple SD Gothic Neo"/>
                        </a:rPr>
                        <a:t>AGPL-3.0 + Commons Clause·상업 별도 계약</a:t>
                      </a:r>
                    </a:p>
                  </a:txBody>
                  <a:tcPr marL="76200" marR="76200" marT="9525" marB="9525" anchor="ctr">
                    <a:lnR w="5715">
                      <a:solidFill>
                        <a:srgbClr val="CCD3D8"/>
                      </a:solidFill>
                      <a:prstDash val="solid"/>
                    </a:lnR>
                    <a:lnB w="5715">
                      <a:solidFill>
                        <a:srgbClr val="CCD3D8"/>
                      </a:solidFill>
                      <a:prstDash val="solid"/>
                    </a:lnB>
                    <a:solidFill>
                      <a:srgbClr val="FFFFFF"/>
                    </a:solidFill>
                  </a:tcPr>
                </a:tc>
              </a:tr>
              <a:tr h="314325">
                <a:tc>
                  <a:txBody>
                    <a:bodyPr wrap="square" lIns="76200" tIns="9525" rIns="76200" bIns="9525">
                      <a:noAutofit/>
                    </a:bodyPr>
                    <a:lstStyle/>
                    <a:p>
                      <a:pPr>
                        <a:lnSpc>
                          <a:spcPct val="100000"/>
                        </a:lnSpc>
                        <a:buNone/>
                      </a:pPr>
                      <a:r>
                        <a:rPr sz="900" b="1">
                          <a:solidFill>
                            <a:srgbClr val="062F5B"/>
                          </a:solidFill>
                          <a:latin typeface="Apple SD Gothic Neo"/>
                          <a:ea typeface="Apple SD Gothic Neo"/>
                          <a:cs typeface="Apple SD Gothic Neo"/>
                        </a:rPr>
                        <a:t>기타</a:t>
                      </a:r>
                    </a:p>
                  </a:txBody>
                  <a:tcPr marL="76200" marR="76200" marT="9525" marB="9525" anchor="ctr">
                    <a:lnL w="5715">
                      <a:solidFill>
                        <a:srgbClr val="CCD3D8"/>
                      </a:solidFill>
                      <a:prstDash val="solid"/>
                    </a:lnL>
                    <a:lnR w="5715">
                      <a:solidFill>
                        <a:srgbClr val="CCD3D8"/>
                      </a:solidFill>
                      <a:prstDash val="solid"/>
                    </a:lnR>
                    <a:lnB w="5715">
                      <a:solidFill>
                        <a:srgbClr val="CCD3D8"/>
                      </a:solidFill>
                      <a:prstDash val="solid"/>
                    </a:lnB>
                    <a:solidFill>
                      <a:srgbClr val="F0F3F6"/>
                    </a:solidFill>
                  </a:tcPr>
                </a:tc>
                <a:tc>
                  <a:txBody>
                    <a:bodyPr wrap="square" lIns="76200" tIns="9525" rIns="76200" bIns="9525">
                      <a:noAutofit/>
                    </a:bodyPr>
                    <a:lstStyle/>
                    <a:p>
                      <a:pPr>
                        <a:lnSpc>
                          <a:spcPct val="100000"/>
                        </a:lnSpc>
                        <a:buNone/>
                      </a:pPr>
                      <a:r>
                        <a:rPr sz="900" b="0">
                          <a:solidFill>
                            <a:srgbClr val="20324C"/>
                          </a:solidFill>
                          <a:latin typeface="Apple SD Gothic Neo"/>
                          <a:ea typeface="Apple SD Gothic Neo"/>
                          <a:cs typeface="Apple SD Gothic Neo"/>
                        </a:rPr>
                        <a:t>정책브리핑 · 안전한TV · 국민안전24</a:t>
                      </a:r>
                    </a:p>
                    <a:p>
                      <a:pPr>
                        <a:lnSpc>
                          <a:spcPct val="100000"/>
                        </a:lnSpc>
                        <a:buNone/>
                      </a:pPr>
                      <a:r>
                        <a:rPr sz="900" b="0">
                          <a:solidFill>
                            <a:srgbClr val="20324C"/>
                          </a:solidFill>
                          <a:latin typeface="Apple SD Gothic Neo"/>
                          <a:ea typeface="Apple SD Gothic Neo"/>
                          <a:cs typeface="Apple SD Gothic Neo"/>
                        </a:rPr>
                        <a:t>대한민국정부상징체 R</a:t>
                      </a:r>
                    </a:p>
                  </a:txBody>
                  <a:tcPr marL="76200" marR="76200" marT="9525" marB="9525" anchor="ctr">
                    <a:lnR w="5715">
                      <a:solidFill>
                        <a:srgbClr val="CCD3D8"/>
                      </a:solidFill>
                      <a:prstDash val="solid"/>
                    </a:lnR>
                    <a:lnB w="5715">
                      <a:solidFill>
                        <a:srgbClr val="CCD3D8"/>
                      </a:solidFill>
                      <a:prstDash val="solid"/>
                    </a:lnB>
                    <a:solidFill>
                      <a:srgbClr val="F0F3F6"/>
                    </a:solidFill>
                  </a:tcPr>
                </a:tc>
                <a:tc>
                  <a:txBody>
                    <a:bodyPr wrap="square" lIns="76200" tIns="9525" rIns="76200" bIns="9525">
                      <a:noAutofit/>
                    </a:bodyPr>
                    <a:lstStyle/>
                    <a:p>
                      <a:pPr>
                        <a:lnSpc>
                          <a:spcPct val="100000"/>
                        </a:lnSpc>
                        <a:buNone/>
                      </a:pPr>
                      <a:r>
                        <a:rPr sz="900" b="0">
                          <a:solidFill>
                            <a:srgbClr val="20324C"/>
                          </a:solidFill>
                          <a:latin typeface="Apple SD Gothic Neo"/>
                          <a:ea typeface="Apple SD Gothic Neo"/>
                          <a:cs typeface="Apple SD Gothic Neo"/>
                        </a:rPr>
                        <a:t>공식 경보·산불 행동요령의 근거</a:t>
                      </a:r>
                    </a:p>
                    <a:p>
                      <a:pPr>
                        <a:lnSpc>
                          <a:spcPct val="100000"/>
                        </a:lnSpc>
                        <a:buNone/>
                      </a:pPr>
                      <a:r>
                        <a:rPr sz="900" b="0">
                          <a:solidFill>
                            <a:srgbClr val="20324C"/>
                          </a:solidFill>
                          <a:latin typeface="Apple SD Gothic Neo"/>
                          <a:ea typeface="Apple SD Gothic Neo"/>
                          <a:cs typeface="Apple SD Gothic Neo"/>
                        </a:rPr>
                        <a:t>앱 로고 서체</a:t>
                      </a:r>
                    </a:p>
                  </a:txBody>
                  <a:tcPr marL="76200" marR="76200" marT="9525" marB="9525" anchor="ctr">
                    <a:lnR w="5715">
                      <a:solidFill>
                        <a:srgbClr val="CCD3D8"/>
                      </a:solidFill>
                      <a:prstDash val="solid"/>
                    </a:lnR>
                    <a:lnB w="5715">
                      <a:solidFill>
                        <a:srgbClr val="CCD3D8"/>
                      </a:solidFill>
                      <a:prstDash val="solid"/>
                    </a:lnB>
                    <a:solidFill>
                      <a:srgbClr val="F0F3F6"/>
                    </a:solidFill>
                  </a:tcPr>
                </a:tc>
                <a:tc>
                  <a:txBody>
                    <a:bodyPr wrap="square" lIns="76200" tIns="9525" rIns="76200" bIns="9525">
                      <a:noAutofit/>
                    </a:bodyPr>
                    <a:lstStyle/>
                    <a:p>
                      <a:pPr>
                        <a:lnSpc>
                          <a:spcPct val="100000"/>
                        </a:lnSpc>
                        <a:buNone/>
                      </a:pPr>
                      <a:r>
                        <a:rPr sz="900" b="0">
                          <a:solidFill>
                            <a:srgbClr val="20324C"/>
                          </a:solidFill>
                          <a:latin typeface="Apple SD Gothic Neo"/>
                          <a:ea typeface="Apple SD Gothic Neo"/>
                          <a:cs typeface="Apple SD Gothic Neo"/>
                        </a:rPr>
                        <a:t>정책브리핑 텍스트: 공공누리 1유형</a:t>
                      </a:r>
                    </a:p>
                    <a:p>
                      <a:pPr>
                        <a:lnSpc>
                          <a:spcPct val="100000"/>
                        </a:lnSpc>
                        <a:buNone/>
                      </a:pPr>
                      <a:r>
                        <a:rPr sz="900" b="0">
                          <a:solidFill>
                            <a:srgbClr val="20324C"/>
                          </a:solidFill>
                          <a:latin typeface="Apple SD Gothic Neo"/>
                          <a:ea typeface="Apple SD Gothic Neo"/>
                          <a:cs typeface="Apple SD Gothic Neo"/>
                        </a:rPr>
                        <a:t>안전한TV·서체: 4유형 / 국민안전24: 조건 미확인</a:t>
                      </a:r>
                    </a:p>
                  </a:txBody>
                  <a:tcPr marL="76200" marR="76200" marT="9525" marB="9525" anchor="ctr">
                    <a:lnR w="5715">
                      <a:solidFill>
                        <a:srgbClr val="CCD3D8"/>
                      </a:solidFill>
                      <a:prstDash val="solid"/>
                    </a:lnR>
                    <a:lnB w="5715">
                      <a:solidFill>
                        <a:srgbClr val="CCD3D8"/>
                      </a:solidFill>
                      <a:prstDash val="solid"/>
                    </a:lnB>
                    <a:solidFill>
                      <a:srgbClr val="F0F3F6"/>
                    </a:solidFill>
                  </a:tcPr>
                </a:tc>
              </a:tr>
              <a:tr h="209550">
                <a:tc>
                  <a:txBody>
                    <a:bodyPr wrap="square" lIns="76200" tIns="9525" rIns="76200" bIns="9525">
                      <a:noAutofit/>
                    </a:bodyPr>
                    <a:lstStyle/>
                    <a:p>
                      <a:pPr>
                        <a:lnSpc>
                          <a:spcPct val="100000"/>
                        </a:lnSpc>
                        <a:buNone/>
                      </a:pPr>
                      <a:r>
                        <a:rPr sz="900" b="1">
                          <a:solidFill>
                            <a:srgbClr val="062F5B"/>
                          </a:solidFill>
                          <a:latin typeface="Apple SD Gothic Neo"/>
                          <a:ea typeface="Apple SD Gothic Neo"/>
                          <a:cs typeface="Apple SD Gothic Neo"/>
                        </a:rPr>
                        <a:t>사전 보유 코드</a:t>
                      </a:r>
                    </a:p>
                  </a:txBody>
                  <a:tcPr marL="76200" marR="76200" marT="9525" marB="9525" anchor="ctr">
                    <a:lnL w="5715">
                      <a:solidFill>
                        <a:srgbClr val="CCD3D8"/>
                      </a:solidFill>
                      <a:prstDash val="solid"/>
                    </a:lnL>
                    <a:lnR w="5715">
                      <a:solidFill>
                        <a:srgbClr val="CCD3D8"/>
                      </a:solidFill>
                      <a:prstDash val="solid"/>
                    </a:lnR>
                    <a:lnB w="5715">
                      <a:solidFill>
                        <a:srgbClr val="CCD3D8"/>
                      </a:solidFill>
                      <a:prstDash val="solid"/>
                    </a:lnB>
                    <a:solidFill>
                      <a:srgbClr val="FFFFFF"/>
                    </a:solidFill>
                  </a:tcPr>
                </a:tc>
                <a:tc>
                  <a:txBody>
                    <a:bodyPr wrap="square" lIns="76200" tIns="9525" rIns="76200" bIns="9525">
                      <a:noAutofit/>
                    </a:bodyPr>
                    <a:lstStyle/>
                    <a:p>
                      <a:pPr>
                        <a:lnSpc>
                          <a:spcPct val="100000"/>
                        </a:lnSpc>
                        <a:buNone/>
                      </a:pPr>
                      <a:r>
                        <a:rPr sz="900" b="0">
                          <a:solidFill>
                            <a:srgbClr val="20324C"/>
                          </a:solidFill>
                          <a:latin typeface="Apple SD Gothic Neo"/>
                          <a:ea typeface="Apple SD Gothic Neo"/>
                          <a:cs typeface="Apple SD Gothic Neo"/>
                        </a:rPr>
                        <a:t>해당 없음</a:t>
                      </a:r>
                    </a:p>
                  </a:txBody>
                  <a:tcPr marL="76200" marR="76200" marT="9525" marB="9525" anchor="ctr">
                    <a:lnR w="5715">
                      <a:solidFill>
                        <a:srgbClr val="CCD3D8"/>
                      </a:solidFill>
                      <a:prstDash val="solid"/>
                    </a:lnR>
                    <a:lnB w="5715">
                      <a:solidFill>
                        <a:srgbClr val="CCD3D8"/>
                      </a:solidFill>
                      <a:prstDash val="solid"/>
                    </a:lnB>
                    <a:solidFill>
                      <a:srgbClr val="FFFFFF"/>
                    </a:solidFill>
                  </a:tcPr>
                </a:tc>
                <a:tc>
                  <a:txBody>
                    <a:bodyPr wrap="square" lIns="76200" tIns="9525" rIns="76200" bIns="9525">
                      <a:noAutofit/>
                    </a:bodyPr>
                    <a:lstStyle/>
                    <a:p>
                      <a:pPr>
                        <a:lnSpc>
                          <a:spcPct val="100000"/>
                        </a:lnSpc>
                        <a:buNone/>
                      </a:pPr>
                      <a:r>
                        <a:rPr sz="900" b="0">
                          <a:solidFill>
                            <a:srgbClr val="20324C"/>
                          </a:solidFill>
                          <a:latin typeface="Apple SD Gothic Neo"/>
                          <a:ea typeface="Apple SD Gothic Neo"/>
                          <a:cs typeface="Apple SD Gothic Neo"/>
                        </a:rPr>
                        <a:t>행사 전 보유 코드 미반입</a:t>
                      </a:r>
                    </a:p>
                  </a:txBody>
                  <a:tcPr marL="76200" marR="76200" marT="9525" marB="9525" anchor="ctr">
                    <a:lnR w="5715">
                      <a:solidFill>
                        <a:srgbClr val="CCD3D8"/>
                      </a:solidFill>
                      <a:prstDash val="solid"/>
                    </a:lnR>
                    <a:lnB w="5715">
                      <a:solidFill>
                        <a:srgbClr val="CCD3D8"/>
                      </a:solidFill>
                      <a:prstDash val="solid"/>
                    </a:lnB>
                    <a:solidFill>
                      <a:srgbClr val="FFFFFF"/>
                    </a:solidFill>
                  </a:tcPr>
                </a:tc>
                <a:tc>
                  <a:txBody>
                    <a:bodyPr wrap="square" lIns="76200" tIns="9525" rIns="76200" bIns="9525">
                      <a:noAutofit/>
                    </a:bodyPr>
                    <a:lstStyle/>
                    <a:p>
                      <a:pPr>
                        <a:lnSpc>
                          <a:spcPct val="100000"/>
                        </a:lnSpc>
                        <a:buNone/>
                      </a:pPr>
                      <a:r>
                        <a:rPr sz="900" b="0">
                          <a:solidFill>
                            <a:srgbClr val="20324C"/>
                          </a:solidFill>
                          <a:latin typeface="Apple SD Gothic Neo"/>
                          <a:ea typeface="Apple SD Gothic Neo"/>
                          <a:cs typeface="Apple SD Gothic Neo"/>
                        </a:rPr>
                        <a:t>해당 없음</a:t>
                      </a:r>
                    </a:p>
                  </a:txBody>
                  <a:tcPr marL="76200" marR="76200" marT="9525" marB="9525" anchor="ctr">
                    <a:lnR w="5715">
                      <a:solidFill>
                        <a:srgbClr val="CCD3D8"/>
                      </a:solidFill>
                      <a:prstDash val="solid"/>
                    </a:lnR>
                    <a:lnB w="5715">
                      <a:solidFill>
                        <a:srgbClr val="CCD3D8"/>
                      </a:solidFill>
                      <a:prstDash val="solid"/>
                    </a:lnB>
                    <a:solidFill>
                      <a:srgbClr val="FFFFFF"/>
                    </a:solidFill>
                  </a:tcPr>
                </a:tc>
              </a:tr>
            </a:tbl>
          </a:graphicData>
        </a:graphic>
      </p:graphicFrame>
      <p:sp>
        <p:nvSpPr>
          <p:cNvPr id="437" name="Google Shape;437;p10">
            <a:extLst xmlns:a="http://schemas.openxmlformats.org/drawingml/2006/main">
              <a:ext uri="{FF2B5EF4-FFF2-40B4-BE49-F238E27FC236}">
                <a16:creationId xmlns:a16="http://schemas.microsoft.com/office/drawing/2014/main" id="{81F0C147-F82E-4C70-AFBC-616CAF842B66}"/>
              </a:ext>
            </a:extLst>
          </p:cNvPr>
          <p:cNvSpPr>
            <a:spLocks xmlns:a="http://schemas.openxmlformats.org/drawingml/2006/main" noGrp="1"/>
          </p:cNvSpPr>
          <p:nvPr/>
        </p:nvSpPr>
        <p:spPr>
          <a:xfrm xmlns:a="http://schemas.openxmlformats.org/drawingml/2006/main">
            <a:off x="609600" y="6200775"/>
            <a:ext cx="109728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825">
                <a:solidFill>
                  <a:srgbClr val="65707C"/>
                </a:solidFill>
                <a:latin typeface="Apple SD Gothic Neo"/>
                <a:ea typeface="Apple SD Gothic Neo"/>
                <a:cs typeface="Apple SD Gothic Neo"/>
              </a:defRPr>
            </a:defPPr>
            <a:lvl1pPr>
              <a:defRPr sz="825">
                <a:solidFill>
                  <a:srgbClr val="65707C"/>
                </a:solidFill>
                <a:latin typeface="Apple SD Gothic Neo"/>
                <a:ea typeface="Apple SD Gothic Neo"/>
                <a:cs typeface="Apple SD Gothic Neo"/>
              </a:defRPr>
            </a:lvl1pPr>
            <a:lvl2pPr>
              <a:defRPr sz="825">
                <a:solidFill>
                  <a:srgbClr val="65707C"/>
                </a:solidFill>
                <a:latin typeface="Apple SD Gothic Neo"/>
                <a:ea typeface="Apple SD Gothic Neo"/>
                <a:cs typeface="Apple SD Gothic Neo"/>
              </a:defRPr>
            </a:lvl2pPr>
            <a:lvl3pPr>
              <a:defRPr sz="825">
                <a:solidFill>
                  <a:srgbClr val="65707C"/>
                </a:solidFill>
                <a:latin typeface="Apple SD Gothic Neo"/>
                <a:ea typeface="Apple SD Gothic Neo"/>
                <a:cs typeface="Apple SD Gothic Neo"/>
              </a:defRPr>
            </a:lvl3pPr>
            <a:lvl4pPr>
              <a:defRPr sz="825">
                <a:solidFill>
                  <a:srgbClr val="65707C"/>
                </a:solidFill>
                <a:latin typeface="Apple SD Gothic Neo"/>
                <a:ea typeface="Apple SD Gothic Neo"/>
                <a:cs typeface="Apple SD Gothic Neo"/>
              </a:defRPr>
            </a:lvl4pPr>
            <a:lvl5pPr>
              <a:defRPr sz="825">
                <a:solidFill>
                  <a:srgbClr val="65707C"/>
                </a:solidFill>
                <a:latin typeface="Apple SD Gothic Neo"/>
                <a:ea typeface="Apple SD Gothic Neo"/>
                <a:cs typeface="Apple SD Gothic Neo"/>
              </a:defRPr>
            </a:lvl5pPr>
            <a:lvl6pPr>
              <a:defRPr sz="825">
                <a:solidFill>
                  <a:srgbClr val="65707C"/>
                </a:solidFill>
                <a:latin typeface="Apple SD Gothic Neo"/>
                <a:ea typeface="Apple SD Gothic Neo"/>
                <a:cs typeface="Apple SD Gothic Neo"/>
              </a:defRPr>
            </a:lvl6pPr>
            <a:lvl7pPr>
              <a:defRPr sz="825">
                <a:solidFill>
                  <a:srgbClr val="65707C"/>
                </a:solidFill>
                <a:latin typeface="Apple SD Gothic Neo"/>
                <a:ea typeface="Apple SD Gothic Neo"/>
                <a:cs typeface="Apple SD Gothic Neo"/>
              </a:defRPr>
            </a:lvl7pPr>
            <a:lvl8pPr>
              <a:defRPr sz="825">
                <a:solidFill>
                  <a:srgbClr val="65707C"/>
                </a:solidFill>
                <a:latin typeface="Apple SD Gothic Neo"/>
                <a:ea typeface="Apple SD Gothic Neo"/>
                <a:cs typeface="Apple SD Gothic Neo"/>
              </a:defRPr>
            </a:lvl8pPr>
            <a:lvl9pPr>
              <a:defRPr sz="825">
                <a:solidFill>
                  <a:srgbClr val="65707C"/>
                </a:solidFill>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65707C"/>
              </a:buClr>
              <a:buSzPts val="1300"/>
              <a:buFont typeface="Arial"/>
              <a:buNone/>
              <a:defRPr sz="825">
                <a:solidFill>
                  <a:srgbClr val="65707C"/>
                </a:solidFill>
                <a:latin typeface="Apple SD Gothic Neo"/>
                <a:ea typeface="Apple SD Gothic Neo"/>
                <a:cs typeface="Apple SD Gothic Neo"/>
              </a:defRPr>
            </a:pPr>
            <a:r>
              <a:rPr sz="825" b="0" i="0" u="none" strike="noStrike" cap="none" spc="0">
                <a:solidFill>
                  <a:srgbClr val="65707C"/>
                </a:solidFill>
                <a:latin typeface="Apple SD Gothic Neo"/>
                <a:ea typeface="Apple SD Gothic Neo"/>
                <a:cs typeface="Apple SD Gothic Neo"/>
              </a:rPr>
              <a:t>상세 출처·조건: external-resources-and-licenses.md</a:t>
            </a:r>
            <a:endParaRPr sz="975" b="0" i="0" u="none" strike="noStrike" cap="none" spc="0">
              <a:solidFill>
                <a:srgbClr val="20324C"/>
              </a:solidFill>
              <a:latin typeface="Arial"/>
              <a:ea typeface="Arial"/>
              <a:cs typeface="Arial"/>
            </a:endParaRPr>
          </a:p>
        </p:txBody>
      </p:sp>
      <p:sp>
        <p:nvSpPr>
          <p:cNvPr id="438" name="Google Shape;438;p10">
            <a:extLst xmlns:a="http://schemas.openxmlformats.org/drawingml/2006/main">
              <a:ext uri="{FF2B5EF4-FFF2-40B4-BE49-F238E27FC236}">
                <a16:creationId xmlns:a16="http://schemas.microsoft.com/office/drawing/2014/main" id="{2AD51813-9DF1-4329-B46F-83BF0807F770}"/>
              </a:ext>
            </a:extLst>
          </p:cNvPr>
          <p:cNvSpPr>
            <a:spLocks xmlns:a="http://schemas.openxmlformats.org/drawingml/2006/main" noGrp="1"/>
          </p:cNvSpPr>
          <p:nvPr/>
        </p:nvSpPr>
        <p:spPr>
          <a:xfrm xmlns:a="http://schemas.openxmlformats.org/drawingml/2006/main">
            <a:off x="10934700" y="6477000"/>
            <a:ext cx="6477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200" b="1">
                <a:solidFill>
                  <a:srgbClr val="062F5B"/>
                </a:solidFill>
                <a:latin typeface="Apple SD Gothic Neo"/>
                <a:ea typeface="Apple SD Gothic Neo"/>
                <a:cs typeface="Apple SD Gothic Neo"/>
              </a:defRPr>
            </a:defPPr>
            <a:lvl1pPr algn="r">
              <a:defRPr sz="1200" b="1">
                <a:solidFill>
                  <a:srgbClr val="062F5B"/>
                </a:solidFill>
                <a:latin typeface="Apple SD Gothic Neo"/>
                <a:ea typeface="Apple SD Gothic Neo"/>
                <a:cs typeface="Apple SD Gothic Neo"/>
              </a:defRPr>
            </a:lvl1pPr>
            <a:lvl2pPr algn="r">
              <a:defRPr sz="1200" b="1">
                <a:solidFill>
                  <a:srgbClr val="062F5B"/>
                </a:solidFill>
                <a:latin typeface="Apple SD Gothic Neo"/>
                <a:ea typeface="Apple SD Gothic Neo"/>
                <a:cs typeface="Apple SD Gothic Neo"/>
              </a:defRPr>
            </a:lvl2pPr>
            <a:lvl3pPr algn="r">
              <a:defRPr sz="1200" b="1">
                <a:solidFill>
                  <a:srgbClr val="062F5B"/>
                </a:solidFill>
                <a:latin typeface="Apple SD Gothic Neo"/>
                <a:ea typeface="Apple SD Gothic Neo"/>
                <a:cs typeface="Apple SD Gothic Neo"/>
              </a:defRPr>
            </a:lvl3pPr>
            <a:lvl4pPr algn="r">
              <a:defRPr sz="1200" b="1">
                <a:solidFill>
                  <a:srgbClr val="062F5B"/>
                </a:solidFill>
                <a:latin typeface="Apple SD Gothic Neo"/>
                <a:ea typeface="Apple SD Gothic Neo"/>
                <a:cs typeface="Apple SD Gothic Neo"/>
              </a:defRPr>
            </a:lvl4pPr>
            <a:lvl5pPr algn="r">
              <a:defRPr sz="1200" b="1">
                <a:solidFill>
                  <a:srgbClr val="062F5B"/>
                </a:solidFill>
                <a:latin typeface="Apple SD Gothic Neo"/>
                <a:ea typeface="Apple SD Gothic Neo"/>
                <a:cs typeface="Apple SD Gothic Neo"/>
              </a:defRPr>
            </a:lvl5pPr>
            <a:lvl6pPr algn="r">
              <a:defRPr sz="1200" b="1">
                <a:solidFill>
                  <a:srgbClr val="062F5B"/>
                </a:solidFill>
                <a:latin typeface="Apple SD Gothic Neo"/>
                <a:ea typeface="Apple SD Gothic Neo"/>
                <a:cs typeface="Apple SD Gothic Neo"/>
              </a:defRPr>
            </a:lvl6pPr>
            <a:lvl7pPr algn="r">
              <a:defRPr sz="1200" b="1">
                <a:solidFill>
                  <a:srgbClr val="062F5B"/>
                </a:solidFill>
                <a:latin typeface="Apple SD Gothic Neo"/>
                <a:ea typeface="Apple SD Gothic Neo"/>
                <a:cs typeface="Apple SD Gothic Neo"/>
              </a:defRPr>
            </a:lvl7pPr>
            <a:lvl8pPr algn="r">
              <a:defRPr sz="1200" b="1">
                <a:solidFill>
                  <a:srgbClr val="062F5B"/>
                </a:solidFill>
                <a:latin typeface="Apple SD Gothic Neo"/>
                <a:ea typeface="Apple SD Gothic Neo"/>
                <a:cs typeface="Apple SD Gothic Neo"/>
              </a:defRPr>
            </a:lvl8pPr>
            <a:lvl9pPr algn="r">
              <a:defRPr sz="1200" b="1">
                <a:solidFill>
                  <a:srgbClr val="062F5B"/>
                </a:solidFill>
                <a:latin typeface="Apple SD Gothic Neo"/>
                <a:ea typeface="Apple SD Gothic Neo"/>
                <a:cs typeface="Apple SD Gothic Neo"/>
              </a:defRPr>
            </a:lvl9pPr>
          </a:lstStyle>
          <a:p xmlns:a="http://schemas.openxmlformats.org/drawingml/2006/main">
            <a:pPr marL="0" lvl="0" indent="0" algn="r">
              <a:lnSpc>
                <a:spcPct val="110000"/>
              </a:lnSpc>
              <a:spcBef>
                <a:spcPts val="0"/>
              </a:spcBef>
              <a:spcAft>
                <a:spcPts val="0"/>
              </a:spcAft>
              <a:buNone/>
              <a:defRPr sz="1200" b="1">
                <a:solidFill>
                  <a:srgbClr val="062F5B"/>
                </a:solidFill>
                <a:latin typeface="Apple SD Gothic Neo"/>
                <a:ea typeface="Apple SD Gothic Neo"/>
                <a:cs typeface="Apple SD Gothic Neo"/>
              </a:defRPr>
            </a:pPr>
            <a:r>
              <a:rPr sz="1200" b="1">
                <a:solidFill>
                  <a:srgbClr val="062F5B"/>
                </a:solidFill>
                <a:latin typeface="Apple SD Gothic Neo"/>
                <a:ea typeface="Apple SD Gothic Neo"/>
                <a:cs typeface="Apple SD Gothic Neo"/>
              </a:rPr>
              <a:t>09</a:t>
            </a:r>
            <a:endParaRPr sz="1200" b="1">
              <a:solidFill>
                <a:schemeClr val="dk2"/>
              </a:solidFill>
            </a:endParaRPr>
          </a:p>
          <a:p xmlns:a="http://schemas.openxmlformats.org/drawingml/2006/main">
            <a:pPr marL="0" lvl="0" indent="0" algn="r">
              <a:lnSpc>
                <a:spcPct val="110000"/>
              </a:lnSpc>
              <a:spcBef>
                <a:spcPts val="0"/>
              </a:spcBef>
              <a:spcAft>
                <a:spcPts val="0"/>
              </a:spcAft>
              <a:buNone/>
            </a:pPr>
            <a:r>
              <a:t/>
            </a:r>
            <a:endParaRPr sz="1200" b="1">
              <a:solidFill>
                <a:schemeClr val="dk2"/>
              </a:solidFill>
            </a:endParaRPr>
          </a:p>
        </p:txBody>
      </p:sp>
    </p:spTree>
    <p:extLst>
      <p:ext uri="{BB962C8B-B14F-4D97-AF65-F5344CB8AC3E}">
        <p14:creationId xmlns:p14="http://schemas.microsoft.com/office/powerpoint/2010/main" val="526869343"/>
      </p:ext>
    </p:extLst>
  </p:cSld>
</p:sld>
</file>

<file path=ppt/slides/slide11.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444" name="Google Shape;444;p11">
            <a:extLst xmlns:a="http://schemas.openxmlformats.org/drawingml/2006/main">
              <a:ext uri="{FF2B5EF4-FFF2-40B4-BE49-F238E27FC236}">
                <a16:creationId xmlns:a16="http://schemas.microsoft.com/office/drawing/2014/main" id="{D3D13D39-1828-4C16-8222-3831065CEB9F}"/>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CCD3D8"/>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spc="0">
              <a:solidFill>
                <a:srgbClr val="000000"/>
              </a:solidFill>
              <a:latin typeface="Arial"/>
              <a:ea typeface="Arial"/>
              <a:cs typeface="Arial"/>
            </a:endParaRPr>
          </a:p>
        </p:txBody>
      </p:sp>
      <p:sp>
        <p:nvSpPr>
          <p:cNvPr id="445" name="Google Shape;445;p11">
            <a:extLst xmlns:a="http://schemas.openxmlformats.org/drawingml/2006/main">
              <a:ext uri="{FF2B5EF4-FFF2-40B4-BE49-F238E27FC236}">
                <a16:creationId xmlns:a16="http://schemas.microsoft.com/office/drawing/2014/main" id="{A24AF450-1D95-419D-95C0-101155234EC4}"/>
              </a:ext>
            </a:extLst>
          </p:cNvPr>
          <p:cNvSpPr>
            <a:spLocks xmlns:a="http://schemas.openxmlformats.org/drawingml/2006/main" noGrp="1"/>
          </p:cNvSpPr>
          <p:nvPr/>
        </p:nvSpPr>
        <p:spPr>
          <a:xfrm xmlns:a="http://schemas.openxmlformats.org/drawingml/2006/main">
            <a:off x="609600" y="6486525"/>
            <a:ext cx="66675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825">
                <a:solidFill>
                  <a:srgbClr val="65707C"/>
                </a:solidFill>
                <a:latin typeface="Apple SD Gothic Neo"/>
                <a:ea typeface="Apple SD Gothic Neo"/>
                <a:cs typeface="Apple SD Gothic Neo"/>
              </a:defRPr>
            </a:defPPr>
            <a:lvl1pPr>
              <a:defRPr sz="825">
                <a:solidFill>
                  <a:srgbClr val="65707C"/>
                </a:solidFill>
                <a:latin typeface="Apple SD Gothic Neo"/>
                <a:ea typeface="Apple SD Gothic Neo"/>
                <a:cs typeface="Apple SD Gothic Neo"/>
              </a:defRPr>
            </a:lvl1pPr>
            <a:lvl2pPr>
              <a:defRPr sz="825">
                <a:solidFill>
                  <a:srgbClr val="65707C"/>
                </a:solidFill>
                <a:latin typeface="Apple SD Gothic Neo"/>
                <a:ea typeface="Apple SD Gothic Neo"/>
                <a:cs typeface="Apple SD Gothic Neo"/>
              </a:defRPr>
            </a:lvl2pPr>
            <a:lvl3pPr>
              <a:defRPr sz="825">
                <a:solidFill>
                  <a:srgbClr val="65707C"/>
                </a:solidFill>
                <a:latin typeface="Apple SD Gothic Neo"/>
                <a:ea typeface="Apple SD Gothic Neo"/>
                <a:cs typeface="Apple SD Gothic Neo"/>
              </a:defRPr>
            </a:lvl3pPr>
            <a:lvl4pPr>
              <a:defRPr sz="825">
                <a:solidFill>
                  <a:srgbClr val="65707C"/>
                </a:solidFill>
                <a:latin typeface="Apple SD Gothic Neo"/>
                <a:ea typeface="Apple SD Gothic Neo"/>
                <a:cs typeface="Apple SD Gothic Neo"/>
              </a:defRPr>
            </a:lvl4pPr>
            <a:lvl5pPr>
              <a:defRPr sz="825">
                <a:solidFill>
                  <a:srgbClr val="65707C"/>
                </a:solidFill>
                <a:latin typeface="Apple SD Gothic Neo"/>
                <a:ea typeface="Apple SD Gothic Neo"/>
                <a:cs typeface="Apple SD Gothic Neo"/>
              </a:defRPr>
            </a:lvl5pPr>
            <a:lvl6pPr>
              <a:defRPr sz="825">
                <a:solidFill>
                  <a:srgbClr val="65707C"/>
                </a:solidFill>
                <a:latin typeface="Apple SD Gothic Neo"/>
                <a:ea typeface="Apple SD Gothic Neo"/>
                <a:cs typeface="Apple SD Gothic Neo"/>
              </a:defRPr>
            </a:lvl6pPr>
            <a:lvl7pPr>
              <a:defRPr sz="825">
                <a:solidFill>
                  <a:srgbClr val="65707C"/>
                </a:solidFill>
                <a:latin typeface="Apple SD Gothic Neo"/>
                <a:ea typeface="Apple SD Gothic Neo"/>
                <a:cs typeface="Apple SD Gothic Neo"/>
              </a:defRPr>
            </a:lvl7pPr>
            <a:lvl8pPr>
              <a:defRPr sz="825">
                <a:solidFill>
                  <a:srgbClr val="65707C"/>
                </a:solidFill>
                <a:latin typeface="Apple SD Gothic Neo"/>
                <a:ea typeface="Apple SD Gothic Neo"/>
                <a:cs typeface="Apple SD Gothic Neo"/>
              </a:defRPr>
            </a:lvl8pPr>
            <a:lvl9pPr>
              <a:defRPr sz="825">
                <a:solidFill>
                  <a:srgbClr val="65707C"/>
                </a:solidFill>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65707C"/>
              </a:buClr>
              <a:buSzPts val="1100"/>
              <a:buFont typeface="Arial"/>
              <a:buNone/>
              <a:defRPr sz="825">
                <a:solidFill>
                  <a:srgbClr val="65707C"/>
                </a:solidFill>
                <a:latin typeface="Apple SD Gothic Neo"/>
                <a:ea typeface="Apple SD Gothic Neo"/>
                <a:cs typeface="Apple SD Gothic Neo"/>
              </a:defRPr>
            </a:pPr>
            <a:r>
              <a:rPr sz="825" b="0" i="0" u="none" strike="noStrike" cap="none" spc="0">
                <a:solidFill>
                  <a:srgbClr val="65707C"/>
                </a:solidFill>
                <a:latin typeface="Apple SD Gothic Neo"/>
                <a:ea typeface="Apple SD Gothic Neo"/>
                <a:cs typeface="Apple SD Gothic Neo"/>
              </a:rPr>
              <a:t>CODYSSEY AI HACKATHON 2026</a:t>
            </a:r>
            <a:endParaRPr sz="1400" b="0" i="0" u="none" strike="noStrike" cap="none" spc="0">
              <a:solidFill>
                <a:srgbClr val="000000"/>
              </a:solidFill>
              <a:latin typeface="Arial"/>
              <a:ea typeface="Arial"/>
              <a:cs typeface="Arial"/>
            </a:endParaRPr>
          </a:p>
        </p:txBody>
      </p:sp>
      <p:sp>
        <p:nvSpPr>
          <p:cNvPr id="446" name="Google Shape;446;p11">
            <a:extLst xmlns:a="http://schemas.openxmlformats.org/drawingml/2006/main">
              <a:ext uri="{FF2B5EF4-FFF2-40B4-BE49-F238E27FC236}">
                <a16:creationId xmlns:a16="http://schemas.microsoft.com/office/drawing/2014/main" id="{29635D26-56FA-408A-9C6B-F6F46D484E56}"/>
              </a:ext>
            </a:extLst>
          </p:cNvPr>
          <p:cNvSpPr>
            <a:spLocks xmlns:a="http://schemas.openxmlformats.org/drawingml/2006/main" noGrp="1"/>
          </p:cNvSpPr>
          <p:nvPr/>
        </p:nvSpPr>
        <p:spPr>
          <a:xfrm xmlns:a="http://schemas.openxmlformats.org/drawingml/2006/main">
            <a:off x="10934700" y="6477000"/>
            <a:ext cx="6477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200" b="1">
                <a:solidFill>
                  <a:srgbClr val="062F5B"/>
                </a:solidFill>
                <a:latin typeface="Apple SD Gothic Neo"/>
                <a:ea typeface="Apple SD Gothic Neo"/>
                <a:cs typeface="Apple SD Gothic Neo"/>
              </a:defRPr>
            </a:defPPr>
            <a:lvl1pPr algn="r">
              <a:defRPr sz="1200" b="1">
                <a:solidFill>
                  <a:srgbClr val="062F5B"/>
                </a:solidFill>
                <a:latin typeface="Apple SD Gothic Neo"/>
                <a:ea typeface="Apple SD Gothic Neo"/>
                <a:cs typeface="Apple SD Gothic Neo"/>
              </a:defRPr>
            </a:lvl1pPr>
            <a:lvl2pPr algn="r">
              <a:defRPr sz="1200" b="1">
                <a:solidFill>
                  <a:srgbClr val="062F5B"/>
                </a:solidFill>
                <a:latin typeface="Apple SD Gothic Neo"/>
                <a:ea typeface="Apple SD Gothic Neo"/>
                <a:cs typeface="Apple SD Gothic Neo"/>
              </a:defRPr>
            </a:lvl2pPr>
            <a:lvl3pPr algn="r">
              <a:defRPr sz="1200" b="1">
                <a:solidFill>
                  <a:srgbClr val="062F5B"/>
                </a:solidFill>
                <a:latin typeface="Apple SD Gothic Neo"/>
                <a:ea typeface="Apple SD Gothic Neo"/>
                <a:cs typeface="Apple SD Gothic Neo"/>
              </a:defRPr>
            </a:lvl3pPr>
            <a:lvl4pPr algn="r">
              <a:defRPr sz="1200" b="1">
                <a:solidFill>
                  <a:srgbClr val="062F5B"/>
                </a:solidFill>
                <a:latin typeface="Apple SD Gothic Neo"/>
                <a:ea typeface="Apple SD Gothic Neo"/>
                <a:cs typeface="Apple SD Gothic Neo"/>
              </a:defRPr>
            </a:lvl4pPr>
            <a:lvl5pPr algn="r">
              <a:defRPr sz="1200" b="1">
                <a:solidFill>
                  <a:srgbClr val="062F5B"/>
                </a:solidFill>
                <a:latin typeface="Apple SD Gothic Neo"/>
                <a:ea typeface="Apple SD Gothic Neo"/>
                <a:cs typeface="Apple SD Gothic Neo"/>
              </a:defRPr>
            </a:lvl5pPr>
            <a:lvl6pPr algn="r">
              <a:defRPr sz="1200" b="1">
                <a:solidFill>
                  <a:srgbClr val="062F5B"/>
                </a:solidFill>
                <a:latin typeface="Apple SD Gothic Neo"/>
                <a:ea typeface="Apple SD Gothic Neo"/>
                <a:cs typeface="Apple SD Gothic Neo"/>
              </a:defRPr>
            </a:lvl6pPr>
            <a:lvl7pPr algn="r">
              <a:defRPr sz="1200" b="1">
                <a:solidFill>
                  <a:srgbClr val="062F5B"/>
                </a:solidFill>
                <a:latin typeface="Apple SD Gothic Neo"/>
                <a:ea typeface="Apple SD Gothic Neo"/>
                <a:cs typeface="Apple SD Gothic Neo"/>
              </a:defRPr>
            </a:lvl7pPr>
            <a:lvl8pPr algn="r">
              <a:defRPr sz="1200" b="1">
                <a:solidFill>
                  <a:srgbClr val="062F5B"/>
                </a:solidFill>
                <a:latin typeface="Apple SD Gothic Neo"/>
                <a:ea typeface="Apple SD Gothic Neo"/>
                <a:cs typeface="Apple SD Gothic Neo"/>
              </a:defRPr>
            </a:lvl8pPr>
            <a:lvl9pPr algn="r">
              <a:defRPr sz="1200" b="1">
                <a:solidFill>
                  <a:srgbClr val="062F5B"/>
                </a:solidFill>
                <a:latin typeface="Apple SD Gothic Neo"/>
                <a:ea typeface="Apple SD Gothic Neo"/>
                <a:cs typeface="Apple SD Gothic Neo"/>
              </a:defRPr>
            </a:lvl9pPr>
          </a:lstStyle>
          <a:p xmlns:a="http://schemas.openxmlformats.org/drawingml/2006/main">
            <a:pPr marL="0" marR="0" lvl="0" indent="0" algn="r">
              <a:lnSpc>
                <a:spcPct val="110000"/>
              </a:lnSpc>
              <a:spcBef>
                <a:spcPts val="0"/>
              </a:spcBef>
              <a:spcAft>
                <a:spcPts val="0"/>
              </a:spcAft>
              <a:buClr>
                <a:srgbClr val="062F5B"/>
              </a:buClr>
              <a:buSzPts val="1200"/>
              <a:buFont typeface="Arial"/>
              <a:buNone/>
              <a:defRPr sz="1200" b="1">
                <a:solidFill>
                  <a:srgbClr val="062F5B"/>
                </a:solidFill>
                <a:latin typeface="Apple SD Gothic Neo"/>
                <a:ea typeface="Apple SD Gothic Neo"/>
                <a:cs typeface="Apple SD Gothic Neo"/>
              </a:defRPr>
            </a:pPr>
            <a:r>
              <a:rPr sz="1200" b="1">
                <a:solidFill>
                  <a:srgbClr val="062F5B"/>
                </a:solidFill>
                <a:latin typeface="Apple SD Gothic Neo"/>
                <a:ea typeface="Apple SD Gothic Neo"/>
                <a:cs typeface="Apple SD Gothic Neo"/>
              </a:rPr>
              <a:t>10</a:t>
            </a:r>
            <a:endParaRPr sz="1400" b="0" i="0" u="none" strike="noStrike" cap="none" spc="0">
              <a:solidFill>
                <a:srgbClr val="000000"/>
              </a:solidFill>
              <a:latin typeface="Arial"/>
              <a:ea typeface="Arial"/>
              <a:cs typeface="Arial"/>
            </a:endParaRPr>
          </a:p>
        </p:txBody>
      </p:sp>
      <p:sp>
        <p:nvSpPr>
          <p:cNvPr id="447" name="Google Shape;447;p11">
            <a:extLst xmlns:a="http://schemas.openxmlformats.org/drawingml/2006/main">
              <a:ext uri="{FF2B5EF4-FFF2-40B4-BE49-F238E27FC236}">
                <a16:creationId xmlns:a16="http://schemas.microsoft.com/office/drawing/2014/main" id="{46BC1B3C-BA96-40D6-B470-79263DE5698B}"/>
              </a:ext>
            </a:extLst>
          </p:cNvPr>
          <p:cNvSpPr>
            <a:spLocks xmlns:a="http://schemas.openxmlformats.org/drawingml/2006/main" noGrp="1"/>
          </p:cNvSpPr>
          <p:nvPr/>
        </p:nvSpPr>
        <p:spPr>
          <a:xfrm xmlns:a="http://schemas.openxmlformats.org/drawingml/2006/main">
            <a:off x="609600" y="457200"/>
            <a:ext cx="10972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defPPr>
              <a:defRPr sz="2700" b="1">
                <a:solidFill>
                  <a:srgbClr val="062F5B"/>
                </a:solidFill>
                <a:latin typeface="Apple SD Gothic Neo"/>
                <a:ea typeface="Apple SD Gothic Neo"/>
                <a:cs typeface="Apple SD Gothic Neo"/>
              </a:defRPr>
            </a:defPPr>
            <a:lvl1pPr>
              <a:defRPr sz="2700" b="1">
                <a:solidFill>
                  <a:srgbClr val="062F5B"/>
                </a:solidFill>
                <a:latin typeface="Apple SD Gothic Neo"/>
                <a:ea typeface="Apple SD Gothic Neo"/>
                <a:cs typeface="Apple SD Gothic Neo"/>
              </a:defRPr>
            </a:lvl1pPr>
            <a:lvl2pPr>
              <a:defRPr sz="2700" b="1">
                <a:solidFill>
                  <a:srgbClr val="062F5B"/>
                </a:solidFill>
                <a:latin typeface="Apple SD Gothic Neo"/>
                <a:ea typeface="Apple SD Gothic Neo"/>
                <a:cs typeface="Apple SD Gothic Neo"/>
              </a:defRPr>
            </a:lvl2pPr>
            <a:lvl3pPr>
              <a:defRPr sz="2700" b="1">
                <a:solidFill>
                  <a:srgbClr val="062F5B"/>
                </a:solidFill>
                <a:latin typeface="Apple SD Gothic Neo"/>
                <a:ea typeface="Apple SD Gothic Neo"/>
                <a:cs typeface="Apple SD Gothic Neo"/>
              </a:defRPr>
            </a:lvl3pPr>
            <a:lvl4pPr>
              <a:defRPr sz="2700" b="1">
                <a:solidFill>
                  <a:srgbClr val="062F5B"/>
                </a:solidFill>
                <a:latin typeface="Apple SD Gothic Neo"/>
                <a:ea typeface="Apple SD Gothic Neo"/>
                <a:cs typeface="Apple SD Gothic Neo"/>
              </a:defRPr>
            </a:lvl4pPr>
            <a:lvl5pPr>
              <a:defRPr sz="2700" b="1">
                <a:solidFill>
                  <a:srgbClr val="062F5B"/>
                </a:solidFill>
                <a:latin typeface="Apple SD Gothic Neo"/>
                <a:ea typeface="Apple SD Gothic Neo"/>
                <a:cs typeface="Apple SD Gothic Neo"/>
              </a:defRPr>
            </a:lvl5pPr>
            <a:lvl6pPr>
              <a:defRPr sz="2700" b="1">
                <a:solidFill>
                  <a:srgbClr val="062F5B"/>
                </a:solidFill>
                <a:latin typeface="Apple SD Gothic Neo"/>
                <a:ea typeface="Apple SD Gothic Neo"/>
                <a:cs typeface="Apple SD Gothic Neo"/>
              </a:defRPr>
            </a:lvl6pPr>
            <a:lvl7pPr>
              <a:defRPr sz="2700" b="1">
                <a:solidFill>
                  <a:srgbClr val="062F5B"/>
                </a:solidFill>
                <a:latin typeface="Apple SD Gothic Neo"/>
                <a:ea typeface="Apple SD Gothic Neo"/>
                <a:cs typeface="Apple SD Gothic Neo"/>
              </a:defRPr>
            </a:lvl7pPr>
            <a:lvl8pPr>
              <a:defRPr sz="2700" b="1">
                <a:solidFill>
                  <a:srgbClr val="062F5B"/>
                </a:solidFill>
                <a:latin typeface="Apple SD Gothic Neo"/>
                <a:ea typeface="Apple SD Gothic Neo"/>
                <a:cs typeface="Apple SD Gothic Neo"/>
              </a:defRPr>
            </a:lvl8pPr>
            <a:lvl9pPr>
              <a:defRPr sz="2700" b="1">
                <a:solidFill>
                  <a:srgbClr val="062F5B"/>
                </a:solidFill>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062F5B"/>
              </a:buClr>
              <a:buSzPts val="3400"/>
              <a:buFont typeface="Arial"/>
              <a:buNone/>
              <a:defRPr sz="2700" b="1">
                <a:solidFill>
                  <a:srgbClr val="062F5B"/>
                </a:solidFill>
                <a:latin typeface="Apple SD Gothic Neo"/>
                <a:ea typeface="Apple SD Gothic Neo"/>
                <a:cs typeface="Apple SD Gothic Neo"/>
              </a:defRPr>
            </a:pPr>
            <a:r>
              <a:rPr sz="2700" b="1" i="0" u="none" strike="noStrike" cap="none" spc="0">
                <a:solidFill>
                  <a:srgbClr val="062F5B"/>
                </a:solidFill>
                <a:latin typeface="Apple SD Gothic Neo"/>
                <a:ea typeface="Apple SD Gothic Neo"/>
                <a:cs typeface="Apple SD Gothic Neo"/>
              </a:rPr>
              <a:t>기대 효과와 확장 가능성</a:t>
            </a:r>
            <a:endParaRPr sz="2625" b="1" i="0" u="none" strike="noStrike" cap="none" spc="0">
              <a:solidFill>
                <a:srgbClr val="132A44"/>
              </a:solidFill>
              <a:latin typeface="Arial"/>
              <a:ea typeface="Arial"/>
              <a:cs typeface="Arial"/>
            </a:endParaRPr>
          </a:p>
        </p:txBody>
      </p:sp>
      <p:sp>
        <p:nvSpPr>
          <p:cNvPr id="448" name="Google Shape;448;p11">
            <a:extLst xmlns:a="http://schemas.openxmlformats.org/drawingml/2006/main">
              <a:ext uri="{FF2B5EF4-FFF2-40B4-BE49-F238E27FC236}">
                <a16:creationId xmlns:a16="http://schemas.microsoft.com/office/drawing/2014/main" id="{99CB6EFD-BB02-4895-BA06-F7A27D09B9F9}"/>
              </a:ext>
            </a:extLst>
          </p:cNvPr>
          <p:cNvSpPr>
            <a:spLocks xmlns:a="http://schemas.openxmlformats.org/drawingml/2006/main" noGrp="1"/>
          </p:cNvSpPr>
          <p:nvPr/>
        </p:nvSpPr>
        <p:spPr>
          <a:xfrm xmlns:a="http://schemas.openxmlformats.org/drawingml/2006/main">
            <a:off x="609600" y="1066800"/>
            <a:ext cx="109728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1425">
                <a:solidFill>
                  <a:srgbClr val="65707C"/>
                </a:solidFill>
                <a:latin typeface="Apple SD Gothic Neo"/>
                <a:ea typeface="Apple SD Gothic Neo"/>
                <a:cs typeface="Apple SD Gothic Neo"/>
              </a:defRPr>
            </a:defPPr>
            <a:lvl1pPr>
              <a:defRPr sz="1425">
                <a:solidFill>
                  <a:srgbClr val="65707C"/>
                </a:solidFill>
                <a:latin typeface="Apple SD Gothic Neo"/>
                <a:ea typeface="Apple SD Gothic Neo"/>
                <a:cs typeface="Apple SD Gothic Neo"/>
              </a:defRPr>
            </a:lvl1pPr>
            <a:lvl2pPr>
              <a:defRPr sz="1425">
                <a:solidFill>
                  <a:srgbClr val="65707C"/>
                </a:solidFill>
                <a:latin typeface="Apple SD Gothic Neo"/>
                <a:ea typeface="Apple SD Gothic Neo"/>
                <a:cs typeface="Apple SD Gothic Neo"/>
              </a:defRPr>
            </a:lvl2pPr>
            <a:lvl3pPr>
              <a:defRPr sz="1425">
                <a:solidFill>
                  <a:srgbClr val="65707C"/>
                </a:solidFill>
                <a:latin typeface="Apple SD Gothic Neo"/>
                <a:ea typeface="Apple SD Gothic Neo"/>
                <a:cs typeface="Apple SD Gothic Neo"/>
              </a:defRPr>
            </a:lvl3pPr>
            <a:lvl4pPr>
              <a:defRPr sz="1425">
                <a:solidFill>
                  <a:srgbClr val="65707C"/>
                </a:solidFill>
                <a:latin typeface="Apple SD Gothic Neo"/>
                <a:ea typeface="Apple SD Gothic Neo"/>
                <a:cs typeface="Apple SD Gothic Neo"/>
              </a:defRPr>
            </a:lvl4pPr>
            <a:lvl5pPr>
              <a:defRPr sz="1425">
                <a:solidFill>
                  <a:srgbClr val="65707C"/>
                </a:solidFill>
                <a:latin typeface="Apple SD Gothic Neo"/>
                <a:ea typeface="Apple SD Gothic Neo"/>
                <a:cs typeface="Apple SD Gothic Neo"/>
              </a:defRPr>
            </a:lvl5pPr>
            <a:lvl6pPr>
              <a:defRPr sz="1425">
                <a:solidFill>
                  <a:srgbClr val="65707C"/>
                </a:solidFill>
                <a:latin typeface="Apple SD Gothic Neo"/>
                <a:ea typeface="Apple SD Gothic Neo"/>
                <a:cs typeface="Apple SD Gothic Neo"/>
              </a:defRPr>
            </a:lvl6pPr>
            <a:lvl7pPr>
              <a:defRPr sz="1425">
                <a:solidFill>
                  <a:srgbClr val="65707C"/>
                </a:solidFill>
                <a:latin typeface="Apple SD Gothic Neo"/>
                <a:ea typeface="Apple SD Gothic Neo"/>
                <a:cs typeface="Apple SD Gothic Neo"/>
              </a:defRPr>
            </a:lvl7pPr>
            <a:lvl8pPr>
              <a:defRPr sz="1425">
                <a:solidFill>
                  <a:srgbClr val="65707C"/>
                </a:solidFill>
                <a:latin typeface="Apple SD Gothic Neo"/>
                <a:ea typeface="Apple SD Gothic Neo"/>
                <a:cs typeface="Apple SD Gothic Neo"/>
              </a:defRPr>
            </a:lvl8pPr>
            <a:lvl9pPr>
              <a:defRPr sz="1425">
                <a:solidFill>
                  <a:srgbClr val="65707C"/>
                </a:solidFill>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062F5B"/>
              </a:buClr>
              <a:buSzPts val="2500"/>
              <a:buFont typeface="Arial"/>
              <a:buNone/>
              <a:defRPr sz="1425">
                <a:solidFill>
                  <a:srgbClr val="65707C"/>
                </a:solidFill>
                <a:latin typeface="Apple SD Gothic Neo"/>
                <a:ea typeface="Apple SD Gothic Neo"/>
                <a:cs typeface="Apple SD Gothic Neo"/>
              </a:defRPr>
            </a:pPr>
            <a:r>
              <a:rPr sz="1425" b="0" i="0" u="none" strike="noStrike" cap="none" spc="0">
                <a:solidFill>
                  <a:srgbClr val="65707C"/>
                </a:solidFill>
                <a:latin typeface="Apple SD Gothic Neo"/>
                <a:ea typeface="Apple SD Gothic Neo"/>
                <a:cs typeface="Apple SD Gothic Neo"/>
              </a:rPr>
              <a:t>개인별 대응과 빠른 알림, 서비스 안정성과 재난 대응 범위 확대</a:t>
            </a:r>
            <a:endParaRPr sz="1350" b="0" i="0" u="none" strike="noStrike" cap="none" spc="0">
              <a:solidFill>
                <a:srgbClr val="20324C"/>
              </a:solidFill>
              <a:latin typeface="Arial"/>
              <a:ea typeface="Arial"/>
              <a:cs typeface="Arial"/>
            </a:endParaRPr>
          </a:p>
        </p:txBody>
      </p:sp>
      <p:sp>
        <p:nvSpPr>
          <p:cNvPr id="449" name="Google Shape;449;p11">
            <a:extLst xmlns:a="http://schemas.openxmlformats.org/drawingml/2006/main">
              <a:ext uri="{FF2B5EF4-FFF2-40B4-BE49-F238E27FC236}">
                <a16:creationId xmlns:a16="http://schemas.microsoft.com/office/drawing/2014/main" id="{2D708BBC-7376-43FB-90FA-F22F83A07350}"/>
              </a:ext>
            </a:extLst>
          </p:cNvPr>
          <p:cNvSpPr>
            <a:spLocks xmlns:a="http://schemas.openxmlformats.org/drawingml/2006/main" noGrp="1"/>
          </p:cNvSpPr>
          <p:nvPr/>
        </p:nvSpPr>
        <p:spPr>
          <a:xfrm xmlns:a="http://schemas.openxmlformats.org/drawingml/2006/main">
            <a:off x="6324600" y="2186361"/>
            <a:ext cx="5257800" cy="47700"/>
          </a:xfrm>
          <a:prstGeom xmlns:a="http://schemas.openxmlformats.org/drawingml/2006/main" prst="rect">
            <a:avLst/>
          </a:prstGeom>
          <a:solidFill xmlns:a="http://schemas.openxmlformats.org/drawingml/2006/main">
            <a:srgbClr val="FFB515"/>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spc="0">
              <a:solidFill>
                <a:srgbClr val="000000"/>
              </a:solidFill>
              <a:latin typeface="Arial"/>
              <a:ea typeface="Arial"/>
              <a:cs typeface="Arial"/>
            </a:endParaRPr>
          </a:p>
        </p:txBody>
      </p:sp>
      <p:sp>
        <p:nvSpPr>
          <p:cNvPr id="450" name="Google Shape;450;p11">
            <a:extLst xmlns:a="http://schemas.openxmlformats.org/drawingml/2006/main">
              <a:ext uri="{FF2B5EF4-FFF2-40B4-BE49-F238E27FC236}">
                <a16:creationId xmlns:a16="http://schemas.microsoft.com/office/drawing/2014/main" id="{872AF5BE-BAC9-4537-ACD0-3621E029BF07}"/>
              </a:ext>
            </a:extLst>
          </p:cNvPr>
          <p:cNvSpPr>
            <a:spLocks xmlns:a="http://schemas.openxmlformats.org/drawingml/2006/main" noGrp="1"/>
          </p:cNvSpPr>
          <p:nvPr/>
        </p:nvSpPr>
        <p:spPr>
          <a:xfrm xmlns:a="http://schemas.openxmlformats.org/drawingml/2006/main">
            <a:off x="6324600" y="2310186"/>
            <a:ext cx="52387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062F5B"/>
              </a:buClr>
              <a:buSzPts val="1200"/>
              <a:buFont typeface="Arial"/>
              <a:buNone/>
              <a:defRPr>
                <a:latin typeface="Apple SD Gothic Neo"/>
                <a:ea typeface="Apple SD Gothic Neo"/>
                <a:cs typeface="Apple SD Gothic Neo"/>
              </a:defRPr>
            </a:pPr>
            <a:r>
              <a:rPr sz="1200" b="1" i="0" u="none" strike="noStrike" cap="none" spc="0">
                <a:solidFill>
                  <a:srgbClr val="062F5B"/>
                </a:solidFill>
                <a:latin typeface="Apple SD Gothic Neo"/>
                <a:ea typeface="Apple SD Gothic Neo"/>
                <a:cs typeface="Apple SD Gothic Neo"/>
              </a:rPr>
              <a:t>기대 효과 02</a:t>
            </a:r>
            <a:endParaRPr sz="1400" b="0" i="0" u="none" strike="noStrike" cap="none" spc="0">
              <a:solidFill>
                <a:srgbClr val="000000"/>
              </a:solidFill>
              <a:latin typeface="Arial"/>
              <a:ea typeface="Arial"/>
              <a:cs typeface="Arial"/>
            </a:endParaRPr>
          </a:p>
        </p:txBody>
      </p:sp>
      <p:sp>
        <p:nvSpPr>
          <p:cNvPr id="451" name="Google Shape;451;p11">
            <a:extLst xmlns:a="http://schemas.openxmlformats.org/drawingml/2006/main">
              <a:ext uri="{FF2B5EF4-FFF2-40B4-BE49-F238E27FC236}">
                <a16:creationId xmlns:a16="http://schemas.microsoft.com/office/drawing/2014/main" id="{9462CB61-3152-4A0A-9926-D2733997D239}"/>
              </a:ext>
            </a:extLst>
          </p:cNvPr>
          <p:cNvSpPr>
            <a:spLocks xmlns:a="http://schemas.openxmlformats.org/drawingml/2006/main" noGrp="1"/>
          </p:cNvSpPr>
          <p:nvPr/>
        </p:nvSpPr>
        <p:spPr>
          <a:xfrm xmlns:a="http://schemas.openxmlformats.org/drawingml/2006/main">
            <a:off x="6324600" y="2643561"/>
            <a:ext cx="52578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062F5B"/>
              </a:buClr>
              <a:buSzPts val="2400"/>
              <a:buFont typeface="Arial"/>
              <a:buNone/>
              <a:defRPr>
                <a:latin typeface="Apple SD Gothic Neo"/>
                <a:ea typeface="Apple SD Gothic Neo"/>
                <a:cs typeface="Apple SD Gothic Neo"/>
              </a:defRPr>
            </a:pPr>
            <a:r>
              <a:rPr sz="1725" b="1" i="0" u="none" strike="noStrike" cap="none" spc="0">
                <a:solidFill>
                  <a:srgbClr val="20324C"/>
                </a:solidFill>
                <a:latin typeface="Apple SD Gothic Neo"/>
                <a:ea typeface="Apple SD Gothic Neo"/>
                <a:cs typeface="Apple SD Gothic Neo"/>
              </a:rPr>
              <a:t>재난 발생 전 알림으로 대피 시간 확보</a:t>
            </a:r>
            <a:endParaRPr sz="1725" b="1" i="0" u="none" strike="noStrike" cap="none" spc="0">
              <a:solidFill>
                <a:srgbClr val="20324C"/>
              </a:solidFill>
              <a:latin typeface="Arial"/>
              <a:ea typeface="Arial"/>
              <a:cs typeface="Arial"/>
            </a:endParaRPr>
          </a:p>
        </p:txBody>
      </p:sp>
      <p:sp>
        <p:nvSpPr>
          <p:cNvPr id="452" name="Google Shape;452;p11">
            <a:extLst xmlns:a="http://schemas.openxmlformats.org/drawingml/2006/main">
              <a:ext uri="{FF2B5EF4-FFF2-40B4-BE49-F238E27FC236}">
                <a16:creationId xmlns:a16="http://schemas.microsoft.com/office/drawing/2014/main" id="{8D9D8DAD-FCAE-42F2-B6B8-921771B928F0}"/>
              </a:ext>
            </a:extLst>
          </p:cNvPr>
          <p:cNvSpPr>
            <a:spLocks xmlns:a="http://schemas.openxmlformats.org/drawingml/2006/main" noGrp="1"/>
          </p:cNvSpPr>
          <p:nvPr/>
        </p:nvSpPr>
        <p:spPr>
          <a:xfrm xmlns:a="http://schemas.openxmlformats.org/drawingml/2006/main">
            <a:off x="6324600" y="3190875"/>
            <a:ext cx="5257800" cy="87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1500">
                <a:solidFill>
                  <a:srgbClr val="20324C"/>
                </a:solidFill>
                <a:latin typeface="Apple SD Gothic Neo"/>
                <a:ea typeface="Apple SD Gothic Neo"/>
                <a:cs typeface="Apple SD Gothic Neo"/>
              </a:defRPr>
            </a:defPPr>
            <a:lvl1pPr>
              <a:defRPr sz="1500">
                <a:solidFill>
                  <a:srgbClr val="20324C"/>
                </a:solidFill>
                <a:latin typeface="Apple SD Gothic Neo"/>
                <a:ea typeface="Apple SD Gothic Neo"/>
                <a:cs typeface="Apple SD Gothic Neo"/>
              </a:defRPr>
            </a:lvl1pPr>
            <a:lvl2pPr>
              <a:defRPr sz="1500">
                <a:solidFill>
                  <a:srgbClr val="20324C"/>
                </a:solidFill>
                <a:latin typeface="Apple SD Gothic Neo"/>
                <a:ea typeface="Apple SD Gothic Neo"/>
                <a:cs typeface="Apple SD Gothic Neo"/>
              </a:defRPr>
            </a:lvl2pPr>
            <a:lvl3pPr>
              <a:defRPr sz="1500">
                <a:solidFill>
                  <a:srgbClr val="20324C"/>
                </a:solidFill>
                <a:latin typeface="Apple SD Gothic Neo"/>
                <a:ea typeface="Apple SD Gothic Neo"/>
                <a:cs typeface="Apple SD Gothic Neo"/>
              </a:defRPr>
            </a:lvl3pPr>
            <a:lvl4pPr>
              <a:defRPr sz="1500">
                <a:solidFill>
                  <a:srgbClr val="20324C"/>
                </a:solidFill>
                <a:latin typeface="Apple SD Gothic Neo"/>
                <a:ea typeface="Apple SD Gothic Neo"/>
                <a:cs typeface="Apple SD Gothic Neo"/>
              </a:defRPr>
            </a:lvl4pPr>
            <a:lvl5pPr>
              <a:defRPr sz="1500">
                <a:solidFill>
                  <a:srgbClr val="20324C"/>
                </a:solidFill>
                <a:latin typeface="Apple SD Gothic Neo"/>
                <a:ea typeface="Apple SD Gothic Neo"/>
                <a:cs typeface="Apple SD Gothic Neo"/>
              </a:defRPr>
            </a:lvl5pPr>
            <a:lvl6pPr>
              <a:defRPr sz="1500">
                <a:solidFill>
                  <a:srgbClr val="20324C"/>
                </a:solidFill>
                <a:latin typeface="Apple SD Gothic Neo"/>
                <a:ea typeface="Apple SD Gothic Neo"/>
                <a:cs typeface="Apple SD Gothic Neo"/>
              </a:defRPr>
            </a:lvl6pPr>
            <a:lvl7pPr>
              <a:defRPr sz="1500">
                <a:solidFill>
                  <a:srgbClr val="20324C"/>
                </a:solidFill>
                <a:latin typeface="Apple SD Gothic Neo"/>
                <a:ea typeface="Apple SD Gothic Neo"/>
                <a:cs typeface="Apple SD Gothic Neo"/>
              </a:defRPr>
            </a:lvl7pPr>
            <a:lvl8pPr>
              <a:defRPr sz="1500">
                <a:solidFill>
                  <a:srgbClr val="20324C"/>
                </a:solidFill>
                <a:latin typeface="Apple SD Gothic Neo"/>
                <a:ea typeface="Apple SD Gothic Neo"/>
                <a:cs typeface="Apple SD Gothic Neo"/>
              </a:defRPr>
            </a:lvl8pPr>
            <a:lvl9pPr>
              <a:defRPr sz="1500">
                <a:solidFill>
                  <a:srgbClr val="20324C"/>
                </a:solidFill>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65707C"/>
              </a:buClr>
              <a:buSzPts val="1800"/>
              <a:buFont typeface="Arial"/>
              <a:buNone/>
              <a:defRPr sz="1500">
                <a:solidFill>
                  <a:srgbClr val="20324C"/>
                </a:solidFill>
                <a:latin typeface="Apple SD Gothic Neo"/>
                <a:ea typeface="Apple SD Gothic Neo"/>
                <a:cs typeface="Apple SD Gothic Neo"/>
              </a:defRPr>
            </a:pPr>
            <a:r>
              <a:rPr sz="1500" b="0" i="0" u="none" strike="noStrike" cap="none" spc="0">
                <a:solidFill>
                  <a:srgbClr val="20324C"/>
                </a:solidFill>
                <a:latin typeface="Apple SD Gothic Neo"/>
                <a:ea typeface="Apple SD Gothic Neo"/>
                <a:cs typeface="Apple SD Gothic Neo"/>
              </a:rPr>
              <a:t>재난이 발생하기 전에 위험을 빠르게 알려</a:t>
            </a:r>
            <a:endParaRPr sz="1350" b="0" i="0" u="none" strike="noStrike" cap="none" spc="0">
              <a:solidFill>
                <a:srgbClr val="20324C"/>
              </a:solidFill>
              <a:latin typeface="Arial"/>
              <a:ea typeface="Arial"/>
              <a:cs typeface="Arial"/>
            </a:endParaRPr>
          </a:p>
          <a:p xmlns:a="http://schemas.openxmlformats.org/drawingml/2006/main">
            <a:pPr marL="0" marR="0" lvl="0" indent="0" algn="l">
              <a:lnSpc>
                <a:spcPct val="110000"/>
              </a:lnSpc>
              <a:spcBef>
                <a:spcPts val="0"/>
              </a:spcBef>
              <a:spcAft>
                <a:spcPts val="0"/>
              </a:spcAft>
              <a:buClr>
                <a:srgbClr val="65707C"/>
              </a:buClr>
              <a:buSzPts val="1800"/>
              <a:buFont typeface="Arial"/>
              <a:buNone/>
              <a:defRPr sz="1500">
                <a:solidFill>
                  <a:srgbClr val="20324C"/>
                </a:solidFill>
                <a:latin typeface="Apple SD Gothic Neo"/>
                <a:ea typeface="Apple SD Gothic Neo"/>
                <a:cs typeface="Apple SD Gothic Neo"/>
              </a:defRPr>
            </a:pPr>
            <a:r>
              <a:rPr sz="1500" b="0" i="0" u="none" strike="noStrike" cap="none" spc="0">
                <a:solidFill>
                  <a:srgbClr val="20324C"/>
                </a:solidFill>
                <a:latin typeface="Apple SD Gothic Neo"/>
                <a:ea typeface="Apple SD Gothic Neo"/>
                <a:cs typeface="Apple SD Gothic Neo"/>
              </a:rPr>
              <a:t>사용자가 대피할 시간을 확보</a:t>
            </a:r>
            <a:endParaRPr sz="1350" b="0" i="0" u="none" strike="noStrike" cap="none" spc="0">
              <a:solidFill>
                <a:srgbClr val="20324C"/>
              </a:solidFill>
              <a:latin typeface="Arial"/>
              <a:ea typeface="Arial"/>
              <a:cs typeface="Arial"/>
            </a:endParaRPr>
          </a:p>
        </p:txBody>
      </p:sp>
      <p:sp>
        <p:nvSpPr>
          <p:cNvPr id="453" name="Google Shape;453;p11">
            <a:extLst xmlns:a="http://schemas.openxmlformats.org/drawingml/2006/main">
              <a:ext uri="{FF2B5EF4-FFF2-40B4-BE49-F238E27FC236}">
                <a16:creationId xmlns:a16="http://schemas.microsoft.com/office/drawing/2014/main" id="{0F3F20E6-E3A7-4254-9325-CFAA981DA5D1}"/>
              </a:ext>
            </a:extLst>
          </p:cNvPr>
          <p:cNvSpPr>
            <a:spLocks xmlns:a="http://schemas.openxmlformats.org/drawingml/2006/main" noGrp="1"/>
          </p:cNvSpPr>
          <p:nvPr/>
        </p:nvSpPr>
        <p:spPr>
          <a:xfrm xmlns:a="http://schemas.openxmlformats.org/drawingml/2006/main">
            <a:off x="609600" y="4543425"/>
            <a:ext cx="10972800" cy="9525"/>
          </a:xfrm>
          <a:prstGeom xmlns:a="http://schemas.openxmlformats.org/drawingml/2006/main" prst="rect">
            <a:avLst/>
          </a:prstGeom>
          <a:solidFill xmlns:a="http://schemas.openxmlformats.org/drawingml/2006/main">
            <a:srgbClr val="CCD3D8"/>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spc="0">
              <a:solidFill>
                <a:srgbClr val="000000"/>
              </a:solidFill>
              <a:latin typeface="Arial"/>
              <a:ea typeface="Arial"/>
              <a:cs typeface="Arial"/>
            </a:endParaRPr>
          </a:p>
        </p:txBody>
      </p:sp>
      <p:sp>
        <p:nvSpPr>
          <p:cNvPr id="454" name="Google Shape;454;p11">
            <a:extLst xmlns:a="http://schemas.openxmlformats.org/drawingml/2006/main">
              <a:ext uri="{FF2B5EF4-FFF2-40B4-BE49-F238E27FC236}">
                <a16:creationId xmlns:a16="http://schemas.microsoft.com/office/drawing/2014/main" id="{836E3E38-2085-41C2-BFE8-7FD657591ADC}"/>
              </a:ext>
            </a:extLst>
          </p:cNvPr>
          <p:cNvSpPr>
            <a:spLocks xmlns:a="http://schemas.openxmlformats.org/drawingml/2006/main" noGrp="1"/>
          </p:cNvSpPr>
          <p:nvPr/>
        </p:nvSpPr>
        <p:spPr>
          <a:xfrm xmlns:a="http://schemas.openxmlformats.org/drawingml/2006/main">
            <a:off x="609600" y="4724400"/>
            <a:ext cx="52578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1575" b="1">
                <a:solidFill>
                  <a:srgbClr val="062F5B"/>
                </a:solidFill>
                <a:latin typeface="Apple SD Gothic Neo"/>
                <a:ea typeface="Apple SD Gothic Neo"/>
                <a:cs typeface="Apple SD Gothic Neo"/>
              </a:defRPr>
            </a:defPPr>
            <a:lvl1pPr>
              <a:defRPr sz="1575" b="1">
                <a:solidFill>
                  <a:srgbClr val="062F5B"/>
                </a:solidFill>
                <a:latin typeface="Apple SD Gothic Neo"/>
                <a:ea typeface="Apple SD Gothic Neo"/>
                <a:cs typeface="Apple SD Gothic Neo"/>
              </a:defRPr>
            </a:lvl1pPr>
            <a:lvl2pPr>
              <a:defRPr sz="1575" b="1">
                <a:solidFill>
                  <a:srgbClr val="062F5B"/>
                </a:solidFill>
                <a:latin typeface="Apple SD Gothic Neo"/>
                <a:ea typeface="Apple SD Gothic Neo"/>
                <a:cs typeface="Apple SD Gothic Neo"/>
              </a:defRPr>
            </a:lvl2pPr>
            <a:lvl3pPr>
              <a:defRPr sz="1575" b="1">
                <a:solidFill>
                  <a:srgbClr val="062F5B"/>
                </a:solidFill>
                <a:latin typeface="Apple SD Gothic Neo"/>
                <a:ea typeface="Apple SD Gothic Neo"/>
                <a:cs typeface="Apple SD Gothic Neo"/>
              </a:defRPr>
            </a:lvl3pPr>
            <a:lvl4pPr>
              <a:defRPr sz="1575" b="1">
                <a:solidFill>
                  <a:srgbClr val="062F5B"/>
                </a:solidFill>
                <a:latin typeface="Apple SD Gothic Neo"/>
                <a:ea typeface="Apple SD Gothic Neo"/>
                <a:cs typeface="Apple SD Gothic Neo"/>
              </a:defRPr>
            </a:lvl4pPr>
            <a:lvl5pPr>
              <a:defRPr sz="1575" b="1">
                <a:solidFill>
                  <a:srgbClr val="062F5B"/>
                </a:solidFill>
                <a:latin typeface="Apple SD Gothic Neo"/>
                <a:ea typeface="Apple SD Gothic Neo"/>
                <a:cs typeface="Apple SD Gothic Neo"/>
              </a:defRPr>
            </a:lvl5pPr>
            <a:lvl6pPr>
              <a:defRPr sz="1575" b="1">
                <a:solidFill>
                  <a:srgbClr val="062F5B"/>
                </a:solidFill>
                <a:latin typeface="Apple SD Gothic Neo"/>
                <a:ea typeface="Apple SD Gothic Neo"/>
                <a:cs typeface="Apple SD Gothic Neo"/>
              </a:defRPr>
            </a:lvl6pPr>
            <a:lvl7pPr>
              <a:defRPr sz="1575" b="1">
                <a:solidFill>
                  <a:srgbClr val="062F5B"/>
                </a:solidFill>
                <a:latin typeface="Apple SD Gothic Neo"/>
                <a:ea typeface="Apple SD Gothic Neo"/>
                <a:cs typeface="Apple SD Gothic Neo"/>
              </a:defRPr>
            </a:lvl7pPr>
            <a:lvl8pPr>
              <a:defRPr sz="1575" b="1">
                <a:solidFill>
                  <a:srgbClr val="062F5B"/>
                </a:solidFill>
                <a:latin typeface="Apple SD Gothic Neo"/>
                <a:ea typeface="Apple SD Gothic Neo"/>
                <a:cs typeface="Apple SD Gothic Neo"/>
              </a:defRPr>
            </a:lvl8pPr>
            <a:lvl9pPr>
              <a:defRPr sz="1575" b="1">
                <a:solidFill>
                  <a:srgbClr val="062F5B"/>
                </a:solidFill>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062F5B"/>
              </a:buClr>
              <a:buSzPts val="2000"/>
              <a:buFont typeface="Arial"/>
              <a:buNone/>
              <a:defRPr sz="1575" b="1">
                <a:solidFill>
                  <a:srgbClr val="062F5B"/>
                </a:solidFill>
                <a:latin typeface="Apple SD Gothic Neo"/>
                <a:ea typeface="Apple SD Gothic Neo"/>
                <a:cs typeface="Apple SD Gothic Neo"/>
              </a:defRPr>
            </a:pPr>
            <a:r>
              <a:rPr sz="1575" b="1" i="0" u="none" strike="noStrike" cap="none" spc="0">
                <a:solidFill>
                  <a:srgbClr val="062F5B"/>
                </a:solidFill>
                <a:latin typeface="Apple SD Gothic Neo"/>
                <a:ea typeface="Apple SD Gothic Neo"/>
                <a:cs typeface="Apple SD Gothic Neo"/>
              </a:rPr>
              <a:t>확장 가능성 · 클라우드와 대피지도</a:t>
            </a:r>
            <a:endParaRPr sz="1500" b="1" i="0" u="none" strike="noStrike" cap="none" spc="0">
              <a:solidFill>
                <a:srgbClr val="20324C"/>
              </a:solidFill>
              <a:latin typeface="Arial"/>
              <a:ea typeface="Arial"/>
              <a:cs typeface="Arial"/>
            </a:endParaRPr>
          </a:p>
        </p:txBody>
      </p:sp>
      <p:sp>
        <p:nvSpPr>
          <p:cNvPr id="455" name="Google Shape;455;p11">
            <a:extLst xmlns:a="http://schemas.openxmlformats.org/drawingml/2006/main">
              <a:ext uri="{FF2B5EF4-FFF2-40B4-BE49-F238E27FC236}">
                <a16:creationId xmlns:a16="http://schemas.microsoft.com/office/drawing/2014/main" id="{9033091A-DEB9-4A9B-A110-00C461D30A08}"/>
              </a:ext>
            </a:extLst>
          </p:cNvPr>
          <p:cNvSpPr>
            <a:spLocks xmlns:a="http://schemas.openxmlformats.org/drawingml/2006/main" noGrp="1"/>
          </p:cNvSpPr>
          <p:nvPr/>
        </p:nvSpPr>
        <p:spPr>
          <a:xfrm xmlns:a="http://schemas.openxmlformats.org/drawingml/2006/main">
            <a:off x="609600" y="5143500"/>
            <a:ext cx="5257800" cy="60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1350">
                <a:solidFill>
                  <a:srgbClr val="20324C"/>
                </a:solidFill>
                <a:latin typeface="Apple SD Gothic Neo"/>
                <a:ea typeface="Apple SD Gothic Neo"/>
                <a:cs typeface="Apple SD Gothic Neo"/>
              </a:defRPr>
            </a:defPPr>
            <a:lvl1pPr>
              <a:defRPr sz="1350">
                <a:solidFill>
                  <a:srgbClr val="20324C"/>
                </a:solidFill>
                <a:latin typeface="Apple SD Gothic Neo"/>
                <a:ea typeface="Apple SD Gothic Neo"/>
                <a:cs typeface="Apple SD Gothic Neo"/>
              </a:defRPr>
            </a:lvl1pPr>
            <a:lvl2pPr>
              <a:defRPr sz="1350">
                <a:solidFill>
                  <a:srgbClr val="20324C"/>
                </a:solidFill>
                <a:latin typeface="Apple SD Gothic Neo"/>
                <a:ea typeface="Apple SD Gothic Neo"/>
                <a:cs typeface="Apple SD Gothic Neo"/>
              </a:defRPr>
            </a:lvl2pPr>
            <a:lvl3pPr>
              <a:defRPr sz="1350">
                <a:solidFill>
                  <a:srgbClr val="20324C"/>
                </a:solidFill>
                <a:latin typeface="Apple SD Gothic Neo"/>
                <a:ea typeface="Apple SD Gothic Neo"/>
                <a:cs typeface="Apple SD Gothic Neo"/>
              </a:defRPr>
            </a:lvl3pPr>
            <a:lvl4pPr>
              <a:defRPr sz="1350">
                <a:solidFill>
                  <a:srgbClr val="20324C"/>
                </a:solidFill>
                <a:latin typeface="Apple SD Gothic Neo"/>
                <a:ea typeface="Apple SD Gothic Neo"/>
                <a:cs typeface="Apple SD Gothic Neo"/>
              </a:defRPr>
            </a:lvl4pPr>
            <a:lvl5pPr>
              <a:defRPr sz="1350">
                <a:solidFill>
                  <a:srgbClr val="20324C"/>
                </a:solidFill>
                <a:latin typeface="Apple SD Gothic Neo"/>
                <a:ea typeface="Apple SD Gothic Neo"/>
                <a:cs typeface="Apple SD Gothic Neo"/>
              </a:defRPr>
            </a:lvl5pPr>
            <a:lvl6pPr>
              <a:defRPr sz="1350">
                <a:solidFill>
                  <a:srgbClr val="20324C"/>
                </a:solidFill>
                <a:latin typeface="Apple SD Gothic Neo"/>
                <a:ea typeface="Apple SD Gothic Neo"/>
                <a:cs typeface="Apple SD Gothic Neo"/>
              </a:defRPr>
            </a:lvl6pPr>
            <a:lvl7pPr>
              <a:defRPr sz="1350">
                <a:solidFill>
                  <a:srgbClr val="20324C"/>
                </a:solidFill>
                <a:latin typeface="Apple SD Gothic Neo"/>
                <a:ea typeface="Apple SD Gothic Neo"/>
                <a:cs typeface="Apple SD Gothic Neo"/>
              </a:defRPr>
            </a:lvl7pPr>
            <a:lvl8pPr>
              <a:defRPr sz="1350">
                <a:solidFill>
                  <a:srgbClr val="20324C"/>
                </a:solidFill>
                <a:latin typeface="Apple SD Gothic Neo"/>
                <a:ea typeface="Apple SD Gothic Neo"/>
                <a:cs typeface="Apple SD Gothic Neo"/>
              </a:defRPr>
            </a:lvl8pPr>
            <a:lvl9pPr>
              <a:defRPr sz="1350">
                <a:solidFill>
                  <a:srgbClr val="20324C"/>
                </a:solidFill>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65707C"/>
              </a:buClr>
              <a:buSzPts val="1700"/>
              <a:buFont typeface="Arial"/>
              <a:buNone/>
              <a:defRPr sz="1350">
                <a:solidFill>
                  <a:srgbClr val="20324C"/>
                </a:solidFill>
                <a:latin typeface="Apple SD Gothic Neo"/>
                <a:ea typeface="Apple SD Gothic Neo"/>
                <a:cs typeface="Apple SD Gothic Neo"/>
              </a:defRPr>
            </a:pPr>
            <a:r>
              <a:rPr sz="1350" b="0" i="0" u="none" strike="noStrike" cap="none" spc="0">
                <a:solidFill>
                  <a:srgbClr val="20324C"/>
                </a:solidFill>
                <a:latin typeface="Apple SD Gothic Neo"/>
                <a:ea typeface="Apple SD Gothic Neo"/>
                <a:cs typeface="Apple SD Gothic Neo"/>
              </a:rPr>
              <a:t>클라우드 간 하이브리드 전략으로 장애에 대응</a:t>
            </a:r>
            <a:endParaRPr sz="1200" b="0" i="0" u="none" strike="noStrike" cap="none" spc="0">
              <a:solidFill>
                <a:srgbClr val="20324C"/>
              </a:solidFill>
              <a:latin typeface="Arial"/>
              <a:ea typeface="Arial"/>
              <a:cs typeface="Arial"/>
            </a:endParaRPr>
          </a:p>
          <a:p xmlns:a="http://schemas.openxmlformats.org/drawingml/2006/main">
            <a:pPr marL="0" marR="0" lvl="0" indent="0" algn="l">
              <a:lnSpc>
                <a:spcPct val="110000"/>
              </a:lnSpc>
              <a:spcBef>
                <a:spcPts val="0"/>
              </a:spcBef>
              <a:spcAft>
                <a:spcPts val="0"/>
              </a:spcAft>
              <a:buClr>
                <a:srgbClr val="65707C"/>
              </a:buClr>
              <a:buSzPts val="1700"/>
              <a:buFont typeface="Arial"/>
              <a:buNone/>
              <a:defRPr sz="1350">
                <a:solidFill>
                  <a:srgbClr val="20324C"/>
                </a:solidFill>
                <a:latin typeface="Apple SD Gothic Neo"/>
                <a:ea typeface="Apple SD Gothic Neo"/>
                <a:cs typeface="Apple SD Gothic Neo"/>
              </a:defRPr>
            </a:pPr>
            <a:r>
              <a:rPr sz="1350" b="0" i="0" u="none" strike="noStrike" cap="none" spc="0">
                <a:solidFill>
                  <a:srgbClr val="20324C"/>
                </a:solidFill>
                <a:latin typeface="Apple SD Gothic Neo"/>
                <a:ea typeface="Apple SD Gothic Neo"/>
                <a:cs typeface="Apple SD Gothic Neo"/>
              </a:rPr>
              <a:t>대피지도를 3D로 구현해 더 정확한 대피경로 제시</a:t>
            </a:r>
            <a:endParaRPr sz="1200" b="0" i="0" u="none" strike="noStrike" cap="none" spc="0">
              <a:solidFill>
                <a:srgbClr val="20324C"/>
              </a:solidFill>
              <a:latin typeface="Arial"/>
              <a:ea typeface="Arial"/>
              <a:cs typeface="Arial"/>
            </a:endParaRPr>
          </a:p>
        </p:txBody>
      </p:sp>
      <p:sp>
        <p:nvSpPr>
          <p:cNvPr id="456" name="Google Shape;456;p11">
            <a:extLst xmlns:a="http://schemas.openxmlformats.org/drawingml/2006/main">
              <a:ext uri="{FF2B5EF4-FFF2-40B4-BE49-F238E27FC236}">
                <a16:creationId xmlns:a16="http://schemas.microsoft.com/office/drawing/2014/main" id="{C4830ED0-24DA-42BF-9D71-D673DA2797D8}"/>
              </a:ext>
            </a:extLst>
          </p:cNvPr>
          <p:cNvSpPr>
            <a:spLocks xmlns:a="http://schemas.openxmlformats.org/drawingml/2006/main" noGrp="1"/>
          </p:cNvSpPr>
          <p:nvPr/>
        </p:nvSpPr>
        <p:spPr>
          <a:xfrm xmlns:a="http://schemas.openxmlformats.org/drawingml/2006/main">
            <a:off x="6324600" y="4724400"/>
            <a:ext cx="52578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1575" b="1">
                <a:solidFill>
                  <a:srgbClr val="062F5B"/>
                </a:solidFill>
                <a:latin typeface="Apple SD Gothic Neo"/>
                <a:ea typeface="Apple SD Gothic Neo"/>
                <a:cs typeface="Apple SD Gothic Neo"/>
              </a:defRPr>
            </a:defPPr>
            <a:lvl1pPr>
              <a:defRPr sz="1575" b="1">
                <a:solidFill>
                  <a:srgbClr val="062F5B"/>
                </a:solidFill>
                <a:latin typeface="Apple SD Gothic Neo"/>
                <a:ea typeface="Apple SD Gothic Neo"/>
                <a:cs typeface="Apple SD Gothic Neo"/>
              </a:defRPr>
            </a:lvl1pPr>
            <a:lvl2pPr>
              <a:defRPr sz="1575" b="1">
                <a:solidFill>
                  <a:srgbClr val="062F5B"/>
                </a:solidFill>
                <a:latin typeface="Apple SD Gothic Neo"/>
                <a:ea typeface="Apple SD Gothic Neo"/>
                <a:cs typeface="Apple SD Gothic Neo"/>
              </a:defRPr>
            </a:lvl2pPr>
            <a:lvl3pPr>
              <a:defRPr sz="1575" b="1">
                <a:solidFill>
                  <a:srgbClr val="062F5B"/>
                </a:solidFill>
                <a:latin typeface="Apple SD Gothic Neo"/>
                <a:ea typeface="Apple SD Gothic Neo"/>
                <a:cs typeface="Apple SD Gothic Neo"/>
              </a:defRPr>
            </a:lvl3pPr>
            <a:lvl4pPr>
              <a:defRPr sz="1575" b="1">
                <a:solidFill>
                  <a:srgbClr val="062F5B"/>
                </a:solidFill>
                <a:latin typeface="Apple SD Gothic Neo"/>
                <a:ea typeface="Apple SD Gothic Neo"/>
                <a:cs typeface="Apple SD Gothic Neo"/>
              </a:defRPr>
            </a:lvl4pPr>
            <a:lvl5pPr>
              <a:defRPr sz="1575" b="1">
                <a:solidFill>
                  <a:srgbClr val="062F5B"/>
                </a:solidFill>
                <a:latin typeface="Apple SD Gothic Neo"/>
                <a:ea typeface="Apple SD Gothic Neo"/>
                <a:cs typeface="Apple SD Gothic Neo"/>
              </a:defRPr>
            </a:lvl5pPr>
            <a:lvl6pPr>
              <a:defRPr sz="1575" b="1">
                <a:solidFill>
                  <a:srgbClr val="062F5B"/>
                </a:solidFill>
                <a:latin typeface="Apple SD Gothic Neo"/>
                <a:ea typeface="Apple SD Gothic Neo"/>
                <a:cs typeface="Apple SD Gothic Neo"/>
              </a:defRPr>
            </a:lvl6pPr>
            <a:lvl7pPr>
              <a:defRPr sz="1575" b="1">
                <a:solidFill>
                  <a:srgbClr val="062F5B"/>
                </a:solidFill>
                <a:latin typeface="Apple SD Gothic Neo"/>
                <a:ea typeface="Apple SD Gothic Neo"/>
                <a:cs typeface="Apple SD Gothic Neo"/>
              </a:defRPr>
            </a:lvl7pPr>
            <a:lvl8pPr>
              <a:defRPr sz="1575" b="1">
                <a:solidFill>
                  <a:srgbClr val="062F5B"/>
                </a:solidFill>
                <a:latin typeface="Apple SD Gothic Neo"/>
                <a:ea typeface="Apple SD Gothic Neo"/>
                <a:cs typeface="Apple SD Gothic Neo"/>
              </a:defRPr>
            </a:lvl8pPr>
            <a:lvl9pPr>
              <a:defRPr sz="1575" b="1">
                <a:solidFill>
                  <a:srgbClr val="062F5B"/>
                </a:solidFill>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062F5B"/>
              </a:buClr>
              <a:buSzPts val="2000"/>
              <a:buFont typeface="Arial"/>
              <a:buNone/>
              <a:defRPr sz="1575" b="1">
                <a:solidFill>
                  <a:srgbClr val="062F5B"/>
                </a:solidFill>
                <a:latin typeface="Apple SD Gothic Neo"/>
                <a:ea typeface="Apple SD Gothic Neo"/>
                <a:cs typeface="Apple SD Gothic Neo"/>
              </a:defRPr>
            </a:pPr>
            <a:r>
              <a:rPr sz="1575" b="1" i="0" u="none" strike="noStrike" cap="none" spc="0">
                <a:solidFill>
                  <a:srgbClr val="062F5B"/>
                </a:solidFill>
                <a:latin typeface="Apple SD Gothic Neo"/>
                <a:ea typeface="Apple SD Gothic Neo"/>
                <a:cs typeface="Apple SD Gothic Neo"/>
              </a:rPr>
              <a:t>확장 가능성 · 위치와 사용자 모드</a:t>
            </a:r>
            <a:endParaRPr sz="1500" b="1" i="0" u="none" strike="noStrike" cap="none" spc="0">
              <a:solidFill>
                <a:srgbClr val="20324C"/>
              </a:solidFill>
              <a:latin typeface="Arial"/>
              <a:ea typeface="Arial"/>
              <a:cs typeface="Arial"/>
            </a:endParaRPr>
          </a:p>
        </p:txBody>
      </p:sp>
      <p:sp>
        <p:nvSpPr>
          <p:cNvPr id="457" name="Google Shape;457;p11">
            <a:extLst xmlns:a="http://schemas.openxmlformats.org/drawingml/2006/main">
              <a:ext uri="{FF2B5EF4-FFF2-40B4-BE49-F238E27FC236}">
                <a16:creationId xmlns:a16="http://schemas.microsoft.com/office/drawing/2014/main" id="{FB279D44-AB5A-400E-87CA-12B10EDD4327}"/>
              </a:ext>
            </a:extLst>
          </p:cNvPr>
          <p:cNvSpPr>
            <a:spLocks xmlns:a="http://schemas.openxmlformats.org/drawingml/2006/main" noGrp="1"/>
          </p:cNvSpPr>
          <p:nvPr/>
        </p:nvSpPr>
        <p:spPr>
          <a:xfrm xmlns:a="http://schemas.openxmlformats.org/drawingml/2006/main">
            <a:off x="6324600" y="5143500"/>
            <a:ext cx="5257800" cy="60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1350">
                <a:solidFill>
                  <a:srgbClr val="20324C"/>
                </a:solidFill>
                <a:latin typeface="Apple SD Gothic Neo"/>
                <a:ea typeface="Apple SD Gothic Neo"/>
                <a:cs typeface="Apple SD Gothic Neo"/>
              </a:defRPr>
            </a:defPPr>
            <a:lvl1pPr>
              <a:defRPr sz="1350">
                <a:solidFill>
                  <a:srgbClr val="20324C"/>
                </a:solidFill>
                <a:latin typeface="Apple SD Gothic Neo"/>
                <a:ea typeface="Apple SD Gothic Neo"/>
                <a:cs typeface="Apple SD Gothic Neo"/>
              </a:defRPr>
            </a:lvl1pPr>
            <a:lvl2pPr>
              <a:defRPr sz="1350">
                <a:solidFill>
                  <a:srgbClr val="20324C"/>
                </a:solidFill>
                <a:latin typeface="Apple SD Gothic Neo"/>
                <a:ea typeface="Apple SD Gothic Neo"/>
                <a:cs typeface="Apple SD Gothic Neo"/>
              </a:defRPr>
            </a:lvl2pPr>
            <a:lvl3pPr>
              <a:defRPr sz="1350">
                <a:solidFill>
                  <a:srgbClr val="20324C"/>
                </a:solidFill>
                <a:latin typeface="Apple SD Gothic Neo"/>
                <a:ea typeface="Apple SD Gothic Neo"/>
                <a:cs typeface="Apple SD Gothic Neo"/>
              </a:defRPr>
            </a:lvl3pPr>
            <a:lvl4pPr>
              <a:defRPr sz="1350">
                <a:solidFill>
                  <a:srgbClr val="20324C"/>
                </a:solidFill>
                <a:latin typeface="Apple SD Gothic Neo"/>
                <a:ea typeface="Apple SD Gothic Neo"/>
                <a:cs typeface="Apple SD Gothic Neo"/>
              </a:defRPr>
            </a:lvl4pPr>
            <a:lvl5pPr>
              <a:defRPr sz="1350">
                <a:solidFill>
                  <a:srgbClr val="20324C"/>
                </a:solidFill>
                <a:latin typeface="Apple SD Gothic Neo"/>
                <a:ea typeface="Apple SD Gothic Neo"/>
                <a:cs typeface="Apple SD Gothic Neo"/>
              </a:defRPr>
            </a:lvl5pPr>
            <a:lvl6pPr>
              <a:defRPr sz="1350">
                <a:solidFill>
                  <a:srgbClr val="20324C"/>
                </a:solidFill>
                <a:latin typeface="Apple SD Gothic Neo"/>
                <a:ea typeface="Apple SD Gothic Neo"/>
                <a:cs typeface="Apple SD Gothic Neo"/>
              </a:defRPr>
            </a:lvl6pPr>
            <a:lvl7pPr>
              <a:defRPr sz="1350">
                <a:solidFill>
                  <a:srgbClr val="20324C"/>
                </a:solidFill>
                <a:latin typeface="Apple SD Gothic Neo"/>
                <a:ea typeface="Apple SD Gothic Neo"/>
                <a:cs typeface="Apple SD Gothic Neo"/>
              </a:defRPr>
            </a:lvl7pPr>
            <a:lvl8pPr>
              <a:defRPr sz="1350">
                <a:solidFill>
                  <a:srgbClr val="20324C"/>
                </a:solidFill>
                <a:latin typeface="Apple SD Gothic Neo"/>
                <a:ea typeface="Apple SD Gothic Neo"/>
                <a:cs typeface="Apple SD Gothic Neo"/>
              </a:defRPr>
            </a:lvl8pPr>
            <a:lvl9pPr>
              <a:defRPr sz="1350">
                <a:solidFill>
                  <a:srgbClr val="20324C"/>
                </a:solidFill>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65707C"/>
              </a:buClr>
              <a:buSzPts val="1700"/>
              <a:buFont typeface="Arial"/>
              <a:buNone/>
              <a:defRPr sz="1350">
                <a:solidFill>
                  <a:srgbClr val="20324C"/>
                </a:solidFill>
                <a:latin typeface="Apple SD Gothic Neo"/>
                <a:ea typeface="Apple SD Gothic Neo"/>
                <a:cs typeface="Apple SD Gothic Neo"/>
              </a:defRPr>
            </a:pPr>
            <a:r>
              <a:rPr sz="1350" b="0" i="0" u="none" strike="noStrike" cap="none" spc="0">
                <a:solidFill>
                  <a:srgbClr val="20324C"/>
                </a:solidFill>
                <a:latin typeface="Apple SD Gothic Neo"/>
                <a:ea typeface="Apple SD Gothic Neo"/>
                <a:cs typeface="Apple SD Gothic Neo"/>
              </a:rPr>
              <a:t>추가 위치 등록으로 안내 대상 위치 확대</a:t>
            </a:r>
            <a:endParaRPr sz="1200" b="0" i="0" u="none" strike="noStrike" cap="none" spc="0">
              <a:solidFill>
                <a:srgbClr val="20324C"/>
              </a:solidFill>
              <a:latin typeface="Arial"/>
              <a:ea typeface="Arial"/>
              <a:cs typeface="Arial"/>
            </a:endParaRPr>
          </a:p>
          <a:p xmlns:a="http://schemas.openxmlformats.org/drawingml/2006/main">
            <a:pPr marL="0" marR="0" lvl="0" indent="0" algn="l">
              <a:lnSpc>
                <a:spcPct val="110000"/>
              </a:lnSpc>
              <a:spcBef>
                <a:spcPts val="0"/>
              </a:spcBef>
              <a:spcAft>
                <a:spcPts val="0"/>
              </a:spcAft>
              <a:buClr>
                <a:srgbClr val="65707C"/>
              </a:buClr>
              <a:buSzPts val="1700"/>
              <a:buFont typeface="Arial"/>
              <a:buNone/>
              <a:defRPr sz="1350">
                <a:solidFill>
                  <a:srgbClr val="20324C"/>
                </a:solidFill>
                <a:latin typeface="Apple SD Gothic Neo"/>
                <a:ea typeface="Apple SD Gothic Neo"/>
                <a:cs typeface="Apple SD Gothic Neo"/>
              </a:defRPr>
            </a:pPr>
            <a:r>
              <a:rPr sz="1350" b="0" i="0" u="none" strike="noStrike" cap="none" spc="0">
                <a:solidFill>
                  <a:srgbClr val="20324C"/>
                </a:solidFill>
                <a:latin typeface="Apple SD Gothic Neo"/>
                <a:ea typeface="Apple SD Gothic Neo"/>
                <a:cs typeface="Apple SD Gothic Neo"/>
              </a:rPr>
              <a:t>시니어·색약자 버전 등 사용자에 맞는 모드 제공</a:t>
            </a:r>
            <a:endParaRPr sz="1200" b="0" i="0" u="none" strike="noStrike" cap="none" spc="0">
              <a:solidFill>
                <a:srgbClr val="20324C"/>
              </a:solidFill>
              <a:latin typeface="Arial"/>
              <a:ea typeface="Arial"/>
              <a:cs typeface="Arial"/>
            </a:endParaRPr>
          </a:p>
        </p:txBody>
      </p:sp>
      <p:sp>
        <p:nvSpPr>
          <p:cNvPr id="458" name="Google Shape;458;p11">
            <a:extLst xmlns:a="http://schemas.openxmlformats.org/drawingml/2006/main">
              <a:ext uri="{FF2B5EF4-FFF2-40B4-BE49-F238E27FC236}">
                <a16:creationId xmlns:a16="http://schemas.microsoft.com/office/drawing/2014/main" id="{28FEE569-3091-4EE3-864B-297200B46AEB}"/>
              </a:ext>
            </a:extLst>
          </p:cNvPr>
          <p:cNvSpPr>
            <a:spLocks xmlns:a="http://schemas.openxmlformats.org/drawingml/2006/main" noGrp="1"/>
          </p:cNvSpPr>
          <p:nvPr/>
        </p:nvSpPr>
        <p:spPr>
          <a:xfrm xmlns:a="http://schemas.openxmlformats.org/drawingml/2006/main">
            <a:off x="609600" y="5829300"/>
            <a:ext cx="23812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1650">
                <a:solidFill>
                  <a:srgbClr val="062F5B"/>
                </a:solidFill>
                <a:latin typeface="Apple SD Gothic Neo"/>
                <a:ea typeface="Apple SD Gothic Neo"/>
                <a:cs typeface="Apple SD Gothic Neo"/>
              </a:defRPr>
            </a:defPPr>
            <a:lvl1pPr>
              <a:defRPr sz="1650">
                <a:solidFill>
                  <a:srgbClr val="062F5B"/>
                </a:solidFill>
                <a:latin typeface="Apple SD Gothic Neo"/>
                <a:ea typeface="Apple SD Gothic Neo"/>
                <a:cs typeface="Apple SD Gothic Neo"/>
              </a:defRPr>
            </a:lvl1pPr>
            <a:lvl2pPr>
              <a:defRPr sz="1650">
                <a:solidFill>
                  <a:srgbClr val="062F5B"/>
                </a:solidFill>
                <a:latin typeface="Apple SD Gothic Neo"/>
                <a:ea typeface="Apple SD Gothic Neo"/>
                <a:cs typeface="Apple SD Gothic Neo"/>
              </a:defRPr>
            </a:lvl2pPr>
            <a:lvl3pPr>
              <a:defRPr sz="1650">
                <a:solidFill>
                  <a:srgbClr val="062F5B"/>
                </a:solidFill>
                <a:latin typeface="Apple SD Gothic Neo"/>
                <a:ea typeface="Apple SD Gothic Neo"/>
                <a:cs typeface="Apple SD Gothic Neo"/>
              </a:defRPr>
            </a:lvl3pPr>
            <a:lvl4pPr>
              <a:defRPr sz="1650">
                <a:solidFill>
                  <a:srgbClr val="062F5B"/>
                </a:solidFill>
                <a:latin typeface="Apple SD Gothic Neo"/>
                <a:ea typeface="Apple SD Gothic Neo"/>
                <a:cs typeface="Apple SD Gothic Neo"/>
              </a:defRPr>
            </a:lvl4pPr>
            <a:lvl5pPr>
              <a:defRPr sz="1650">
                <a:solidFill>
                  <a:srgbClr val="062F5B"/>
                </a:solidFill>
                <a:latin typeface="Apple SD Gothic Neo"/>
                <a:ea typeface="Apple SD Gothic Neo"/>
                <a:cs typeface="Apple SD Gothic Neo"/>
              </a:defRPr>
            </a:lvl5pPr>
            <a:lvl6pPr>
              <a:defRPr sz="1650">
                <a:solidFill>
                  <a:srgbClr val="062F5B"/>
                </a:solidFill>
                <a:latin typeface="Apple SD Gothic Neo"/>
                <a:ea typeface="Apple SD Gothic Neo"/>
                <a:cs typeface="Apple SD Gothic Neo"/>
              </a:defRPr>
            </a:lvl6pPr>
            <a:lvl7pPr>
              <a:defRPr sz="1650">
                <a:solidFill>
                  <a:srgbClr val="062F5B"/>
                </a:solidFill>
                <a:latin typeface="Apple SD Gothic Neo"/>
                <a:ea typeface="Apple SD Gothic Neo"/>
                <a:cs typeface="Apple SD Gothic Neo"/>
              </a:defRPr>
            </a:lvl7pPr>
            <a:lvl8pPr>
              <a:defRPr sz="1650">
                <a:solidFill>
                  <a:srgbClr val="062F5B"/>
                </a:solidFill>
                <a:latin typeface="Apple SD Gothic Neo"/>
                <a:ea typeface="Apple SD Gothic Neo"/>
                <a:cs typeface="Apple SD Gothic Neo"/>
              </a:defRPr>
            </a:lvl8pPr>
            <a:lvl9pPr>
              <a:defRPr sz="1650">
                <a:solidFill>
                  <a:srgbClr val="062F5B"/>
                </a:solidFill>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062F5B"/>
              </a:buClr>
              <a:buSzPts val="1700"/>
              <a:buFont typeface="Arial"/>
              <a:buNone/>
              <a:defRPr sz="1650">
                <a:solidFill>
                  <a:srgbClr val="062F5B"/>
                </a:solidFill>
                <a:latin typeface="Apple SD Gothic Neo"/>
                <a:ea typeface="Apple SD Gothic Neo"/>
                <a:cs typeface="Apple SD Gothic Neo"/>
              </a:defRPr>
            </a:pPr>
            <a:r>
              <a:rPr sz="1650" b="1" i="0" u="none" strike="noStrike" cap="none" spc="0">
                <a:solidFill>
                  <a:srgbClr val="062F5B"/>
                </a:solidFill>
                <a:latin typeface="Apple SD Gothic Neo"/>
                <a:ea typeface="Apple SD Gothic Neo"/>
                <a:cs typeface="Apple SD Gothic Neo"/>
              </a:rPr>
              <a:t>재난 범위 확대</a:t>
            </a:r>
            <a:endParaRPr sz="1400" b="0" i="0" u="none" strike="noStrike" cap="none" spc="0">
              <a:solidFill>
                <a:srgbClr val="000000"/>
              </a:solidFill>
              <a:latin typeface="Arial"/>
              <a:ea typeface="Arial"/>
              <a:cs typeface="Arial"/>
            </a:endParaRPr>
          </a:p>
        </p:txBody>
      </p:sp>
      <p:sp>
        <p:nvSpPr>
          <p:cNvPr id="459" name="Google Shape;459;p11">
            <a:extLst xmlns:a="http://schemas.openxmlformats.org/drawingml/2006/main">
              <a:ext uri="{FF2B5EF4-FFF2-40B4-BE49-F238E27FC236}">
                <a16:creationId xmlns:a16="http://schemas.microsoft.com/office/drawing/2014/main" id="{FDF2E388-86ED-403E-9199-AA3C62F1BAD1}"/>
              </a:ext>
            </a:extLst>
          </p:cNvPr>
          <p:cNvSpPr>
            <a:spLocks xmlns:a="http://schemas.openxmlformats.org/drawingml/2006/main" noGrp="1"/>
          </p:cNvSpPr>
          <p:nvPr/>
        </p:nvSpPr>
        <p:spPr>
          <a:xfrm xmlns:a="http://schemas.openxmlformats.org/drawingml/2006/main">
            <a:off x="3429000" y="5819775"/>
            <a:ext cx="8153400" cy="352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1350">
                <a:solidFill>
                  <a:srgbClr val="062F5B"/>
                </a:solidFill>
                <a:latin typeface="Apple SD Gothic Neo"/>
                <a:ea typeface="Apple SD Gothic Neo"/>
                <a:cs typeface="Apple SD Gothic Neo"/>
              </a:defRPr>
            </a:defPPr>
            <a:lvl1pPr>
              <a:defRPr sz="1350">
                <a:solidFill>
                  <a:srgbClr val="062F5B"/>
                </a:solidFill>
                <a:latin typeface="Apple SD Gothic Neo"/>
                <a:ea typeface="Apple SD Gothic Neo"/>
                <a:cs typeface="Apple SD Gothic Neo"/>
              </a:defRPr>
            </a:lvl1pPr>
            <a:lvl2pPr>
              <a:defRPr sz="1350">
                <a:solidFill>
                  <a:srgbClr val="062F5B"/>
                </a:solidFill>
                <a:latin typeface="Apple SD Gothic Neo"/>
                <a:ea typeface="Apple SD Gothic Neo"/>
                <a:cs typeface="Apple SD Gothic Neo"/>
              </a:defRPr>
            </a:lvl2pPr>
            <a:lvl3pPr>
              <a:defRPr sz="1350">
                <a:solidFill>
                  <a:srgbClr val="062F5B"/>
                </a:solidFill>
                <a:latin typeface="Apple SD Gothic Neo"/>
                <a:ea typeface="Apple SD Gothic Neo"/>
                <a:cs typeface="Apple SD Gothic Neo"/>
              </a:defRPr>
            </a:lvl3pPr>
            <a:lvl4pPr>
              <a:defRPr sz="1350">
                <a:solidFill>
                  <a:srgbClr val="062F5B"/>
                </a:solidFill>
                <a:latin typeface="Apple SD Gothic Neo"/>
                <a:ea typeface="Apple SD Gothic Neo"/>
                <a:cs typeface="Apple SD Gothic Neo"/>
              </a:defRPr>
            </a:lvl4pPr>
            <a:lvl5pPr>
              <a:defRPr sz="1350">
                <a:solidFill>
                  <a:srgbClr val="062F5B"/>
                </a:solidFill>
                <a:latin typeface="Apple SD Gothic Neo"/>
                <a:ea typeface="Apple SD Gothic Neo"/>
                <a:cs typeface="Apple SD Gothic Neo"/>
              </a:defRPr>
            </a:lvl5pPr>
            <a:lvl6pPr>
              <a:defRPr sz="1350">
                <a:solidFill>
                  <a:srgbClr val="062F5B"/>
                </a:solidFill>
                <a:latin typeface="Apple SD Gothic Neo"/>
                <a:ea typeface="Apple SD Gothic Neo"/>
                <a:cs typeface="Apple SD Gothic Neo"/>
              </a:defRPr>
            </a:lvl6pPr>
            <a:lvl7pPr>
              <a:defRPr sz="1350">
                <a:solidFill>
                  <a:srgbClr val="062F5B"/>
                </a:solidFill>
                <a:latin typeface="Apple SD Gothic Neo"/>
                <a:ea typeface="Apple SD Gothic Neo"/>
                <a:cs typeface="Apple SD Gothic Neo"/>
              </a:defRPr>
            </a:lvl7pPr>
            <a:lvl8pPr>
              <a:defRPr sz="1350">
                <a:solidFill>
                  <a:srgbClr val="062F5B"/>
                </a:solidFill>
                <a:latin typeface="Apple SD Gothic Neo"/>
                <a:ea typeface="Apple SD Gothic Neo"/>
                <a:cs typeface="Apple SD Gothic Neo"/>
              </a:defRPr>
            </a:lvl8pPr>
            <a:lvl9pPr>
              <a:defRPr sz="1350">
                <a:solidFill>
                  <a:srgbClr val="062F5B"/>
                </a:solidFill>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65707C"/>
              </a:buClr>
              <a:buSzPts val="1700"/>
              <a:buFont typeface="Arial"/>
              <a:buNone/>
              <a:defRPr sz="1350">
                <a:solidFill>
                  <a:srgbClr val="062F5B"/>
                </a:solidFill>
                <a:latin typeface="Apple SD Gothic Neo"/>
                <a:ea typeface="Apple SD Gothic Neo"/>
                <a:cs typeface="Apple SD Gothic Neo"/>
              </a:defRPr>
            </a:pPr>
            <a:r>
              <a:rPr sz="1350" b="0" i="0" u="none" strike="noStrike" cap="none" spc="0">
                <a:solidFill>
                  <a:srgbClr val="062F5B"/>
                </a:solidFill>
                <a:latin typeface="Apple SD Gothic Neo"/>
                <a:ea typeface="Apple SD Gothic Neo"/>
                <a:cs typeface="Apple SD Gothic Neo"/>
              </a:rPr>
              <a:t>산불에서 홍수·지진·전쟁·태풍 등으로 확장</a:t>
            </a:r>
            <a:endParaRPr sz="1200" b="0" i="0" u="none" strike="noStrike" cap="none" spc="0">
              <a:solidFill>
                <a:srgbClr val="20324C"/>
              </a:solidFill>
              <a:latin typeface="Arial"/>
              <a:ea typeface="Arial"/>
              <a:cs typeface="Arial"/>
            </a:endParaRPr>
          </a:p>
        </p:txBody>
      </p:sp>
      <p:sp>
        <p:nvSpPr>
          <p:cNvPr id="460" name="Google Shape;460;p11">
            <a:extLst xmlns:a="http://schemas.openxmlformats.org/drawingml/2006/main">
              <a:ext uri="{FF2B5EF4-FFF2-40B4-BE49-F238E27FC236}">
                <a16:creationId xmlns:a16="http://schemas.microsoft.com/office/drawing/2014/main" id="{775DDFC0-5BD9-4D63-876E-E49D5C00C88E}"/>
              </a:ext>
            </a:extLst>
          </p:cNvPr>
          <p:cNvSpPr>
            <a:spLocks xmlns:a="http://schemas.openxmlformats.org/drawingml/2006/main" noGrp="1"/>
          </p:cNvSpPr>
          <p:nvPr/>
        </p:nvSpPr>
        <p:spPr>
          <a:xfrm xmlns:a="http://schemas.openxmlformats.org/drawingml/2006/main">
            <a:off x="609600" y="2310186"/>
            <a:ext cx="52387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062F5B"/>
              </a:buClr>
              <a:buSzPts val="1200"/>
              <a:buFont typeface="Arial"/>
              <a:buNone/>
              <a:defRPr>
                <a:latin typeface="Apple SD Gothic Neo"/>
                <a:ea typeface="Apple SD Gothic Neo"/>
                <a:cs typeface="Apple SD Gothic Neo"/>
              </a:defRPr>
            </a:pPr>
            <a:r>
              <a:rPr sz="1200" b="1" i="0" u="none" strike="noStrike" cap="none" spc="0">
                <a:solidFill>
                  <a:srgbClr val="062F5B"/>
                </a:solidFill>
                <a:latin typeface="Apple SD Gothic Neo"/>
                <a:ea typeface="Apple SD Gothic Neo"/>
                <a:cs typeface="Apple SD Gothic Neo"/>
              </a:rPr>
              <a:t>기대 효과 01</a:t>
            </a:r>
            <a:endParaRPr sz="1400" b="0" i="0" u="none" strike="noStrike" cap="none" spc="0">
              <a:solidFill>
                <a:srgbClr val="000000"/>
              </a:solidFill>
              <a:latin typeface="Arial"/>
              <a:ea typeface="Arial"/>
              <a:cs typeface="Arial"/>
            </a:endParaRPr>
          </a:p>
        </p:txBody>
      </p:sp>
      <p:sp>
        <p:nvSpPr>
          <p:cNvPr id="461" name="Google Shape;461;p11">
            <a:extLst xmlns:a="http://schemas.openxmlformats.org/drawingml/2006/main">
              <a:ext uri="{FF2B5EF4-FFF2-40B4-BE49-F238E27FC236}">
                <a16:creationId xmlns:a16="http://schemas.microsoft.com/office/drawing/2014/main" id="{FB003684-8AFA-434A-88EA-409BA137F65E}"/>
              </a:ext>
            </a:extLst>
          </p:cNvPr>
          <p:cNvSpPr>
            <a:spLocks xmlns:a="http://schemas.openxmlformats.org/drawingml/2006/main" noGrp="1"/>
          </p:cNvSpPr>
          <p:nvPr/>
        </p:nvSpPr>
        <p:spPr>
          <a:xfrm xmlns:a="http://schemas.openxmlformats.org/drawingml/2006/main">
            <a:off x="609600" y="2643561"/>
            <a:ext cx="52578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a:latin typeface="Apple SD Gothic Neo"/>
                <a:ea typeface="Apple SD Gothic Neo"/>
                <a:cs typeface="Apple SD Gothic Neo"/>
              </a:defRPr>
            </a:defPPr>
            <a:lvl1pPr>
              <a:defRPr>
                <a:latin typeface="Apple SD Gothic Neo"/>
                <a:ea typeface="Apple SD Gothic Neo"/>
                <a:cs typeface="Apple SD Gothic Neo"/>
              </a:defRPr>
            </a:lvl1pPr>
            <a:lvl2pPr>
              <a:defRPr>
                <a:latin typeface="Apple SD Gothic Neo"/>
                <a:ea typeface="Apple SD Gothic Neo"/>
                <a:cs typeface="Apple SD Gothic Neo"/>
              </a:defRPr>
            </a:lvl2pPr>
            <a:lvl3pPr>
              <a:defRPr>
                <a:latin typeface="Apple SD Gothic Neo"/>
                <a:ea typeface="Apple SD Gothic Neo"/>
                <a:cs typeface="Apple SD Gothic Neo"/>
              </a:defRPr>
            </a:lvl3pPr>
            <a:lvl4pPr>
              <a:defRPr>
                <a:latin typeface="Apple SD Gothic Neo"/>
                <a:ea typeface="Apple SD Gothic Neo"/>
                <a:cs typeface="Apple SD Gothic Neo"/>
              </a:defRPr>
            </a:lvl4pPr>
            <a:lvl5pPr>
              <a:defRPr>
                <a:latin typeface="Apple SD Gothic Neo"/>
                <a:ea typeface="Apple SD Gothic Neo"/>
                <a:cs typeface="Apple SD Gothic Neo"/>
              </a:defRPr>
            </a:lvl5pPr>
            <a:lvl6pPr>
              <a:defRPr>
                <a:latin typeface="Apple SD Gothic Neo"/>
                <a:ea typeface="Apple SD Gothic Neo"/>
                <a:cs typeface="Apple SD Gothic Neo"/>
              </a:defRPr>
            </a:lvl6pPr>
            <a:lvl7pPr>
              <a:defRPr>
                <a:latin typeface="Apple SD Gothic Neo"/>
                <a:ea typeface="Apple SD Gothic Neo"/>
                <a:cs typeface="Apple SD Gothic Neo"/>
              </a:defRPr>
            </a:lvl7pPr>
            <a:lvl8pPr>
              <a:defRPr>
                <a:latin typeface="Apple SD Gothic Neo"/>
                <a:ea typeface="Apple SD Gothic Neo"/>
                <a:cs typeface="Apple SD Gothic Neo"/>
              </a:defRPr>
            </a:lvl8pPr>
            <a:lvl9pPr>
              <a:defRPr>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062F5B"/>
              </a:buClr>
              <a:buSzPts val="2400"/>
              <a:buFont typeface="Arial"/>
              <a:buNone/>
              <a:defRPr>
                <a:latin typeface="Apple SD Gothic Neo"/>
                <a:ea typeface="Apple SD Gothic Neo"/>
                <a:cs typeface="Apple SD Gothic Neo"/>
              </a:defRPr>
            </a:pPr>
            <a:r>
              <a:rPr sz="1725" b="1" i="0" u="none" strike="noStrike" cap="none" spc="0">
                <a:solidFill>
                  <a:srgbClr val="20324C"/>
                </a:solidFill>
                <a:latin typeface="Apple SD Gothic Neo"/>
                <a:ea typeface="Apple SD Gothic Neo"/>
                <a:cs typeface="Apple SD Gothic Neo"/>
              </a:rPr>
              <a:t>10m 이내에서도 사람마다 다른 대응</a:t>
            </a:r>
            <a:endParaRPr sz="1725" b="1" i="0" u="none" strike="noStrike" cap="none" spc="0">
              <a:solidFill>
                <a:srgbClr val="20324C"/>
              </a:solidFill>
              <a:latin typeface="Arial"/>
              <a:ea typeface="Arial"/>
              <a:cs typeface="Arial"/>
            </a:endParaRPr>
          </a:p>
        </p:txBody>
      </p:sp>
      <p:sp>
        <p:nvSpPr>
          <p:cNvPr id="462" name="Google Shape;462;p11">
            <a:extLst xmlns:a="http://schemas.openxmlformats.org/drawingml/2006/main">
              <a:ext uri="{FF2B5EF4-FFF2-40B4-BE49-F238E27FC236}">
                <a16:creationId xmlns:a16="http://schemas.microsoft.com/office/drawing/2014/main" id="{29EDEBB2-737A-4E5E-8397-17F92D60466F}"/>
              </a:ext>
            </a:extLst>
          </p:cNvPr>
          <p:cNvSpPr>
            <a:spLocks xmlns:a="http://schemas.openxmlformats.org/drawingml/2006/main" noGrp="1"/>
          </p:cNvSpPr>
          <p:nvPr/>
        </p:nvSpPr>
        <p:spPr>
          <a:xfrm xmlns:a="http://schemas.openxmlformats.org/drawingml/2006/main">
            <a:off x="609600" y="3190875"/>
            <a:ext cx="5257800" cy="87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1500">
                <a:solidFill>
                  <a:srgbClr val="20324C"/>
                </a:solidFill>
                <a:latin typeface="Apple SD Gothic Neo"/>
                <a:ea typeface="Apple SD Gothic Neo"/>
                <a:cs typeface="Apple SD Gothic Neo"/>
              </a:defRPr>
            </a:defPPr>
            <a:lvl1pPr>
              <a:defRPr sz="1500">
                <a:solidFill>
                  <a:srgbClr val="20324C"/>
                </a:solidFill>
                <a:latin typeface="Apple SD Gothic Neo"/>
                <a:ea typeface="Apple SD Gothic Neo"/>
                <a:cs typeface="Apple SD Gothic Neo"/>
              </a:defRPr>
            </a:lvl1pPr>
            <a:lvl2pPr>
              <a:defRPr sz="1500">
                <a:solidFill>
                  <a:srgbClr val="20324C"/>
                </a:solidFill>
                <a:latin typeface="Apple SD Gothic Neo"/>
                <a:ea typeface="Apple SD Gothic Neo"/>
                <a:cs typeface="Apple SD Gothic Neo"/>
              </a:defRPr>
            </a:lvl2pPr>
            <a:lvl3pPr>
              <a:defRPr sz="1500">
                <a:solidFill>
                  <a:srgbClr val="20324C"/>
                </a:solidFill>
                <a:latin typeface="Apple SD Gothic Neo"/>
                <a:ea typeface="Apple SD Gothic Neo"/>
                <a:cs typeface="Apple SD Gothic Neo"/>
              </a:defRPr>
            </a:lvl3pPr>
            <a:lvl4pPr>
              <a:defRPr sz="1500">
                <a:solidFill>
                  <a:srgbClr val="20324C"/>
                </a:solidFill>
                <a:latin typeface="Apple SD Gothic Neo"/>
                <a:ea typeface="Apple SD Gothic Neo"/>
                <a:cs typeface="Apple SD Gothic Neo"/>
              </a:defRPr>
            </a:lvl4pPr>
            <a:lvl5pPr>
              <a:defRPr sz="1500">
                <a:solidFill>
                  <a:srgbClr val="20324C"/>
                </a:solidFill>
                <a:latin typeface="Apple SD Gothic Neo"/>
                <a:ea typeface="Apple SD Gothic Neo"/>
                <a:cs typeface="Apple SD Gothic Neo"/>
              </a:defRPr>
            </a:lvl5pPr>
            <a:lvl6pPr>
              <a:defRPr sz="1500">
                <a:solidFill>
                  <a:srgbClr val="20324C"/>
                </a:solidFill>
                <a:latin typeface="Apple SD Gothic Neo"/>
                <a:ea typeface="Apple SD Gothic Neo"/>
                <a:cs typeface="Apple SD Gothic Neo"/>
              </a:defRPr>
            </a:lvl6pPr>
            <a:lvl7pPr>
              <a:defRPr sz="1500">
                <a:solidFill>
                  <a:srgbClr val="20324C"/>
                </a:solidFill>
                <a:latin typeface="Apple SD Gothic Neo"/>
                <a:ea typeface="Apple SD Gothic Neo"/>
                <a:cs typeface="Apple SD Gothic Neo"/>
              </a:defRPr>
            </a:lvl7pPr>
            <a:lvl8pPr>
              <a:defRPr sz="1500">
                <a:solidFill>
                  <a:srgbClr val="20324C"/>
                </a:solidFill>
                <a:latin typeface="Apple SD Gothic Neo"/>
                <a:ea typeface="Apple SD Gothic Neo"/>
                <a:cs typeface="Apple SD Gothic Neo"/>
              </a:defRPr>
            </a:lvl8pPr>
            <a:lvl9pPr>
              <a:defRPr sz="1500">
                <a:solidFill>
                  <a:srgbClr val="20324C"/>
                </a:solidFill>
                <a:latin typeface="Apple SD Gothic Neo"/>
                <a:ea typeface="Apple SD Gothic Neo"/>
                <a:cs typeface="Apple SD Gothic Neo"/>
              </a:defRPr>
            </a:lvl9pPr>
          </a:lstStyle>
          <a:p xmlns:a="http://schemas.openxmlformats.org/drawingml/2006/main">
            <a:pPr marL="0" marR="0" lvl="0" indent="0" algn="l">
              <a:lnSpc>
                <a:spcPct val="110000"/>
              </a:lnSpc>
              <a:spcBef>
                <a:spcPts val="0"/>
              </a:spcBef>
              <a:spcAft>
                <a:spcPts val="0"/>
              </a:spcAft>
              <a:buClr>
                <a:srgbClr val="65707C"/>
              </a:buClr>
              <a:buSzPts val="1800"/>
              <a:buFont typeface="Arial"/>
              <a:buNone/>
              <a:defRPr sz="1500">
                <a:solidFill>
                  <a:srgbClr val="20324C"/>
                </a:solidFill>
                <a:latin typeface="Apple SD Gothic Neo"/>
                <a:ea typeface="Apple SD Gothic Neo"/>
                <a:cs typeface="Apple SD Gothic Neo"/>
              </a:defRPr>
            </a:pPr>
            <a:r>
              <a:rPr sz="1500" b="0" i="0" u="none" strike="noStrike" cap="none" spc="0">
                <a:solidFill>
                  <a:srgbClr val="20324C"/>
                </a:solidFill>
                <a:latin typeface="Apple SD Gothic Neo"/>
                <a:ea typeface="Apple SD Gothic Neo"/>
                <a:cs typeface="Apple SD Gothic Neo"/>
              </a:rPr>
              <a:t>10m 이내에 있는 사람도 각자의 상황이 다르므로</a:t>
            </a:r>
            <a:endParaRPr sz="1350" b="0" i="0" u="none" strike="noStrike" cap="none" spc="0">
              <a:solidFill>
                <a:srgbClr val="20324C"/>
              </a:solidFill>
              <a:latin typeface="Arial"/>
              <a:ea typeface="Arial"/>
              <a:cs typeface="Arial"/>
            </a:endParaRPr>
          </a:p>
          <a:p xmlns:a="http://schemas.openxmlformats.org/drawingml/2006/main">
            <a:pPr marL="0" marR="0" lvl="0" indent="0" algn="l">
              <a:lnSpc>
                <a:spcPct val="110000"/>
              </a:lnSpc>
              <a:spcBef>
                <a:spcPts val="0"/>
              </a:spcBef>
              <a:spcAft>
                <a:spcPts val="0"/>
              </a:spcAft>
              <a:buClr>
                <a:srgbClr val="65707C"/>
              </a:buClr>
              <a:buSzPts val="1800"/>
              <a:buFont typeface="Arial"/>
              <a:buNone/>
              <a:defRPr sz="1500">
                <a:solidFill>
                  <a:srgbClr val="20324C"/>
                </a:solidFill>
                <a:latin typeface="Apple SD Gothic Neo"/>
                <a:ea typeface="Apple SD Gothic Neo"/>
                <a:cs typeface="Apple SD Gothic Neo"/>
              </a:defRPr>
            </a:pPr>
            <a:r>
              <a:rPr sz="1500" b="0" i="0" u="none" strike="noStrike" cap="none" spc="0">
                <a:solidFill>
                  <a:srgbClr val="20324C"/>
                </a:solidFill>
                <a:latin typeface="Apple SD Gothic Neo"/>
                <a:ea typeface="Apple SD Gothic Neo"/>
                <a:cs typeface="Apple SD Gothic Neo"/>
              </a:rPr>
              <a:t>개인별 상태를 반영한 대응 절차를 제시</a:t>
            </a:r>
            <a:endParaRPr sz="1350" b="0" i="0" u="none" strike="noStrike" cap="none" spc="0">
              <a:solidFill>
                <a:srgbClr val="20324C"/>
              </a:solidFill>
              <a:latin typeface="Arial"/>
              <a:ea typeface="Arial"/>
              <a:cs typeface="Arial"/>
            </a:endParaRPr>
          </a:p>
        </p:txBody>
      </p:sp>
      <p:sp>
        <p:nvSpPr>
          <p:cNvPr id="463" name="Google Shape;463;p11">
            <a:extLst xmlns:a="http://schemas.openxmlformats.org/drawingml/2006/main">
              <a:ext uri="{FF2B5EF4-FFF2-40B4-BE49-F238E27FC236}">
                <a16:creationId xmlns:a16="http://schemas.microsoft.com/office/drawing/2014/main" id="{AF7215B5-55E2-4CB7-A8C5-C467B53C8629}"/>
              </a:ext>
            </a:extLst>
          </p:cNvPr>
          <p:cNvSpPr>
            <a:spLocks xmlns:a="http://schemas.openxmlformats.org/drawingml/2006/main" noGrp="1"/>
          </p:cNvSpPr>
          <p:nvPr/>
        </p:nvSpPr>
        <p:spPr>
          <a:xfrm xmlns:a="http://schemas.openxmlformats.org/drawingml/2006/main">
            <a:off x="609600" y="2186361"/>
            <a:ext cx="4191000" cy="19200"/>
          </a:xfrm>
          <a:prstGeom xmlns:a="http://schemas.openxmlformats.org/drawingml/2006/main" prst="rect">
            <a:avLst/>
          </a:prstGeom>
          <a:solidFill xmlns:a="http://schemas.openxmlformats.org/drawingml/2006/main">
            <a:srgbClr val="CCD3D8"/>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defPPr>
              <a:defRPr>
                <a:solidFill>
                  <a:srgbClr val="20324C"/>
                </a:solidFill>
                <a:latin typeface="Apple SD Gothic Neo"/>
                <a:ea typeface="Apple SD Gothic Neo"/>
                <a:cs typeface="Apple SD Gothic Neo"/>
              </a:defRPr>
            </a:defPPr>
            <a:lvl1pPr>
              <a:defRPr>
                <a:solidFill>
                  <a:srgbClr val="20324C"/>
                </a:solidFill>
                <a:latin typeface="Apple SD Gothic Neo"/>
                <a:ea typeface="Apple SD Gothic Neo"/>
                <a:cs typeface="Apple SD Gothic Neo"/>
              </a:defRPr>
            </a:lvl1pPr>
            <a:lvl2pPr>
              <a:defRPr>
                <a:solidFill>
                  <a:srgbClr val="20324C"/>
                </a:solidFill>
                <a:latin typeface="Apple SD Gothic Neo"/>
                <a:ea typeface="Apple SD Gothic Neo"/>
                <a:cs typeface="Apple SD Gothic Neo"/>
              </a:defRPr>
            </a:lvl2pPr>
            <a:lvl3pPr>
              <a:defRPr>
                <a:solidFill>
                  <a:srgbClr val="20324C"/>
                </a:solidFill>
                <a:latin typeface="Apple SD Gothic Neo"/>
                <a:ea typeface="Apple SD Gothic Neo"/>
                <a:cs typeface="Apple SD Gothic Neo"/>
              </a:defRPr>
            </a:lvl3pPr>
            <a:lvl4pPr>
              <a:defRPr>
                <a:solidFill>
                  <a:srgbClr val="20324C"/>
                </a:solidFill>
                <a:latin typeface="Apple SD Gothic Neo"/>
                <a:ea typeface="Apple SD Gothic Neo"/>
                <a:cs typeface="Apple SD Gothic Neo"/>
              </a:defRPr>
            </a:lvl4pPr>
            <a:lvl5pPr>
              <a:defRPr>
                <a:solidFill>
                  <a:srgbClr val="20324C"/>
                </a:solidFill>
                <a:latin typeface="Apple SD Gothic Neo"/>
                <a:ea typeface="Apple SD Gothic Neo"/>
                <a:cs typeface="Apple SD Gothic Neo"/>
              </a:defRPr>
            </a:lvl5pPr>
            <a:lvl6pPr>
              <a:defRPr>
                <a:solidFill>
                  <a:srgbClr val="20324C"/>
                </a:solidFill>
                <a:latin typeface="Apple SD Gothic Neo"/>
                <a:ea typeface="Apple SD Gothic Neo"/>
                <a:cs typeface="Apple SD Gothic Neo"/>
              </a:defRPr>
            </a:lvl6pPr>
            <a:lvl7pPr>
              <a:defRPr>
                <a:solidFill>
                  <a:srgbClr val="20324C"/>
                </a:solidFill>
                <a:latin typeface="Apple SD Gothic Neo"/>
                <a:ea typeface="Apple SD Gothic Neo"/>
                <a:cs typeface="Apple SD Gothic Neo"/>
              </a:defRPr>
            </a:lvl7pPr>
            <a:lvl8pPr>
              <a:defRPr>
                <a:solidFill>
                  <a:srgbClr val="20324C"/>
                </a:solidFill>
                <a:latin typeface="Apple SD Gothic Neo"/>
                <a:ea typeface="Apple SD Gothic Neo"/>
                <a:cs typeface="Apple SD Gothic Neo"/>
              </a:defRPr>
            </a:lvl8pPr>
            <a:lvl9pPr>
              <a:defRPr>
                <a:solidFill>
                  <a:srgbClr val="20324C"/>
                </a:solidFill>
                <a:latin typeface="Apple SD Gothic Neo"/>
                <a:ea typeface="Apple SD Gothic Neo"/>
                <a:cs typeface="Apple SD Gothic Neo"/>
              </a:defRPr>
            </a:lvl9pPr>
          </a:lstStyle>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spc="0">
              <a:solidFill>
                <a:srgbClr val="000000"/>
              </a:solidFill>
              <a:latin typeface="Arial"/>
              <a:ea typeface="Arial"/>
              <a:cs typeface="Arial"/>
            </a:endParaRPr>
          </a:p>
        </p:txBody>
      </p:sp>
    </p:spTree>
    <p:extLst>
      <p:ext uri="{BB962C8B-B14F-4D97-AF65-F5344CB8AC3E}">
        <p14:creationId xmlns:p14="http://schemas.microsoft.com/office/powerpoint/2010/main" val="2056465584"/>
      </p:ext>
    </p:extLst>
  </p:cSld>
</p:sld>
</file>

<file path=ppt/theme/theme1.xml><?xml version="1.0" encoding="utf-8"?>
<a:theme xmlns:a="http://schemas.openxmlformats.org/drawingml/2006/main" name="ChatGPT">
  <a:themeElements>
    <a:clrScheme name="CODYSSEY Navy Yellow">
      <a:dk1>
        <a:srgbClr val="202020"/>
      </a:dk1>
      <a:lt1>
        <a:srgbClr val="FFFFFF"/>
      </a:lt1>
      <a:dk2>
        <a:srgbClr val="062F5B"/>
      </a:dk2>
      <a:lt2>
        <a:srgbClr val="F7F6F2"/>
      </a:lt2>
      <a:accent1>
        <a:srgbClr val="062F5B"/>
      </a:accent1>
      <a:accent2>
        <a:srgbClr val="FFB515"/>
      </a:accent2>
      <a:accent3>
        <a:srgbClr val="65707C"/>
      </a:accent3>
      <a:accent4>
        <a:srgbClr val="EAEDEB"/>
      </a:accent4>
      <a:accent5>
        <a:srgbClr val="202020"/>
      </a:accent5>
      <a:accent6>
        <a:srgbClr val="CCD6E1"/>
      </a:accent6>
      <a:hlink>
        <a:srgbClr val="062F5B"/>
      </a:hlink>
      <a:folHlink>
        <a:srgbClr val="062F5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DYSSEY Navy Yellow">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2026-10-31T20:20:45.1450000Z</dcterms:created>
  <dcterms:modified xsi:type="dcterms:W3CDTF">2026-10-31T20:20:45.1450000Z</dcterms:modified>
</coreProperties>
</file>