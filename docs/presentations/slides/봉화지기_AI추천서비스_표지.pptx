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25d38572974f01" /><Relationship Type="http://schemas.openxmlformats.org/officeDocument/2006/relationships/extended-properties" Target="/docProps/app.xml" Id="R0cb88ed70c454498" /><Relationship Type="http://schemas.openxmlformats.org/officeDocument/2006/relationships/officeDocument" Target="/ppt/presentation.xml" Id="R59e1c303524240ba" /></Relationships>
</file>

<file path=ppt/presentation.xml><?xml version="1.0" encoding="utf-8"?>
<p:presentation xmlns:p="http://schemas.openxmlformats.org/presentationml/2006/main">
  <p:sldMasterIdLst>
    <p:sldMasterId xmlns:r="http://schemas.openxmlformats.org/officeDocument/2006/relationships" id="2147483648" r:id="R472d5895ab0a458a"/>
  </p:sldMasterIdLst>
  <p:notesMasterIdLst>
    <p:notesMasterId xmlns:r="http://schemas.openxmlformats.org/officeDocument/2006/relationships" r:id="R7c6eeb36f3854b33"/>
  </p:notesMasterIdLst>
  <p:sldIdLst>
    <p:sldId xmlns:r="http://schemas.openxmlformats.org/officeDocument/2006/relationships" id="256" r:id="Reb79ebfc47ee4a7b"/>
  </p:sldIdLst>
  <p:sldSz cx="12192000" cy="685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5738E33-45E3-4656-82C1-05467E921EFD}">
  <a:tblStyle styleId="{55738E33-45E3-4656-82C1-05467E921EF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ad42aa7f9b4f4fa2" /><Relationship Type="http://schemas.openxmlformats.org/officeDocument/2006/relationships/slideMaster" Target="/ppt/slideMasters/slideMaster1.xml" Id="R472d5895ab0a458a" /><Relationship Type="http://schemas.openxmlformats.org/officeDocument/2006/relationships/notesMaster" Target="/ppt/notesMasters/notesMaster1.xml" Id="R7c6eeb36f3854b33" /><Relationship Type="http://schemas.openxmlformats.org/officeDocument/2006/relationships/presProps" Target="/ppt/presProps.xml" Id="Re7077f7d48b74eeb" /><Relationship Type="http://schemas.openxmlformats.org/officeDocument/2006/relationships/viewProps" Target="/ppt/viewProps.xml" Id="Rd1e72e3c4bfd4e2b" /><Relationship Type="http://schemas.openxmlformats.org/officeDocument/2006/relationships/tableStyles" Target="/ppt/tableStyles.xml" Id="Rd3655fec444143ca" /><Relationship Type="http://schemas.openxmlformats.org/officeDocument/2006/relationships/slide" Target="/ppt/slides/slide1.xml" Id="Reb79ebfc47ee4a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582137051a42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ODYSSEY Navy Yellow">
      <a:dk1>
        <a:srgbClr val="202020"/>
      </a:dk1>
      <a:lt1>
        <a:srgbClr val="FFFFFF"/>
      </a:lt1>
      <a:dk2>
        <a:srgbClr val="062F5B"/>
      </a:dk2>
      <a:lt2>
        <a:srgbClr val="F7F6F2"/>
      </a:lt2>
      <a:accent1>
        <a:srgbClr val="062F5B"/>
      </a:accent1>
      <a:accent2>
        <a:srgbClr val="FFB515"/>
      </a:accent2>
      <a:accent3>
        <a:srgbClr val="65707C"/>
      </a:accent3>
      <a:accent4>
        <a:srgbClr val="EAEDEB"/>
      </a:accent4>
      <a:accent5>
        <a:srgbClr val="202020"/>
      </a:accent5>
      <a:accent6>
        <a:srgbClr val="CCD6E1"/>
      </a:accent6>
      <a:hlink>
        <a:srgbClr val="062F5B"/>
      </a:hlink>
      <a:folHlink>
        <a:srgbClr val="062F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DYSSEY Navy Yel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4176025c884fde" /><Relationship Type="http://schemas.openxmlformats.org/officeDocument/2006/relationships/notesMaster" Target="/ppt/notesMasters/notesMaster1.xml" Id="R21906575de2a459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봉화지기는 사용자의 위치와 이동·지원 조건을 반영해 지금 필요한 대응을 추천하는 AI 기반 재난 대응 가이드를 목표로 합니다. 산불을 MVP 대상으로 준비하고 있습니다. 공식 지시를 우선하며, 추천 정책과 모델 성능은 별도 검증이 필요합니다.</a:t>
            </a:r>
            <a:endParaRPr sz="1200"/>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ffacdee821444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24495a0d976427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9bf103ad332474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8dab7578e3a4f7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a13998c737f493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65a8676d21a4496"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2" name="Google Shape;12;p14">
            <a:extLst xmlns:a="http://schemas.openxmlformats.org/drawingml/2006/main">
              <a:ext uri="{FF2B5EF4-FFF2-40B4-BE49-F238E27FC236}">
                <a16:creationId xmlns:a16="http://schemas.microsoft.com/office/drawing/2014/main" id="{B746DA46-2DEC-4FB2-8FCB-DB112360A9E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ctr">
              <a:lnSpc>
                <a:spcPct val="110000"/>
              </a:lnSpc>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defRPr>
            </a:lvl1pPr>
            <a:lvl2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2pPr>
            <a:lvl3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3pPr>
            <a:lvl4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4pPr>
            <a:lvl5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5pPr>
            <a:lvl6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6pPr>
            <a:lvl7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7pPr>
            <a:lvl8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8pPr>
            <a:lvl9pPr algn="ctr">
              <a:lnSpc>
                <a:spcPct val="110000"/>
              </a:lnSpc>
              <a:spcBef>
                <a:spcPts val="0"/>
              </a:spcBef>
              <a:spcAft>
                <a:spcPts val="0"/>
              </a:spcAft>
              <a:buClr>
                <a:schemeClr val="dk1"/>
              </a:buClr>
              <a:buSzPts val="4800"/>
              <a:buFont typeface="Arial"/>
              <a:buNone/>
              <a:defRPr sz="4800" b="1">
                <a:solidFill>
                  <a:schemeClr val="dk1"/>
                </a:solidFill>
                <a:latin typeface="Arial"/>
                <a:ea typeface="Arial"/>
                <a:cs typeface="Arial"/>
              </a:defRPr>
            </a:lvl9pPr>
          </a:lstStyle>
          <a:p xmlns:a="http://schemas.openxmlformats.org/drawingml/2006/main">
            <a:endParaRPr/>
          </a:p>
        </p:txBody>
      </p:sp>
      <p:sp>
        <p:nvSpPr>
          <p:cNvPr id="13" name="Google Shape;13;p14">
            <a:extLst xmlns:a="http://schemas.openxmlformats.org/drawingml/2006/main">
              <a:ext uri="{FF2B5EF4-FFF2-40B4-BE49-F238E27FC236}">
                <a16:creationId xmlns:a16="http://schemas.microsoft.com/office/drawing/2014/main" id="{AD1B8F23-2F24-453D-B19E-1117593B6FF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1pPr>
            <a:lvl2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2pPr>
            <a:lvl3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3pPr>
            <a:lvl4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4pPr>
            <a:lvl5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5pPr>
            <a:lvl6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6pPr>
            <a:lvl7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7pPr>
            <a:lvl8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8pPr>
            <a:lvl9pPr marR="0" algn="ctr">
              <a:lnSpc>
                <a:spcPct val="110000"/>
              </a:lnSpc>
              <a:spcBef>
                <a:spcPts val="0"/>
              </a:spcBef>
              <a:spcAft>
                <a:spcPts val="0"/>
              </a:spcAft>
              <a:buClr>
                <a:schemeClr val="dk1"/>
              </a:buClr>
              <a:buSzPts val="2100"/>
              <a:buFont typeface="Arial"/>
              <a:buNone/>
              <a:defRPr sz="2100" b="0" i="0" u="none" strike="noStrike" cap="none">
                <a:solidFill>
                  <a:schemeClr val="dk1"/>
                </a:solidFill>
                <a:latin typeface="Arial"/>
                <a:ea typeface="Arial"/>
                <a:cs typeface="Arial"/>
              </a:defRPr>
            </a:lvl9pPr>
          </a:lstStyle>
          <a:p xmlns:a="http://schemas.openxmlformats.org/drawingml/2006/main">
            <a:endParaRPr/>
          </a:p>
        </p:txBody>
      </p:sp>
    </p:spTree>
  </p:cSld>
</p:sldLayout>
</file>

<file path=ppt/slideLayouts/slideLayout3.xml><?xml version="1.0" encoding="utf-8"?>
<p:sldLayout xmlns:p="http://schemas.openxmlformats.org/presentationml/2006/main" matchingName="Section Header">
  <p:cSld name="Section Header">
    <p:spTree>
      <p:nvGrpSpPr>
        <p:cNvPr id="1" name=""/>
        <p:cNvGrpSpPr/>
        <p:nvPr/>
      </p:nvGrpSpPr>
      <p:grpSpPr>
        <a:xfrm xmlns:a="http://schemas.openxmlformats.org/drawingml/2006/main"/>
      </p:grpSpPr>
      <p:sp>
        <p:nvSpPr>
          <p:cNvPr id="15" name="Google Shape;15;p15">
            <a:extLst xmlns:a="http://schemas.openxmlformats.org/drawingml/2006/main">
              <a:ext uri="{FF2B5EF4-FFF2-40B4-BE49-F238E27FC236}">
                <a16:creationId xmlns:a16="http://schemas.microsoft.com/office/drawing/2014/main" id="{862A043D-538C-4762-8AE2-F788764CE03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ctr">
              <a:lnSpc>
                <a:spcPct val="110000"/>
              </a:lnSpc>
              <a:spcBef>
                <a:spcPts val="0"/>
              </a:spcBef>
              <a:spcAft>
                <a:spcPts val="0"/>
              </a:spcAft>
              <a:buClr>
                <a:schemeClr val="dk1"/>
              </a:buClr>
              <a:buSzPts val="4200"/>
              <a:buFont typeface="Arial"/>
              <a:buNone/>
              <a:defRPr sz="4200" b="1" i="0" u="none" strike="noStrike" cap="none">
                <a:solidFill>
                  <a:schemeClr val="dk1"/>
                </a:solidFill>
                <a:latin typeface="Arial"/>
                <a:ea typeface="Arial"/>
                <a:cs typeface="Arial"/>
              </a:defRPr>
            </a:lvl1pPr>
            <a:lvl2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2pPr>
            <a:lvl3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3pPr>
            <a:lvl4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4pPr>
            <a:lvl5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5pPr>
            <a:lvl6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6pPr>
            <a:lvl7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7pPr>
            <a:lvl8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8pPr>
            <a:lvl9pPr algn="ctr">
              <a:lnSpc>
                <a:spcPct val="110000"/>
              </a:lnSpc>
              <a:spcBef>
                <a:spcPts val="0"/>
              </a:spcBef>
              <a:spcAft>
                <a:spcPts val="0"/>
              </a:spcAft>
              <a:buClr>
                <a:schemeClr val="dk1"/>
              </a:buClr>
              <a:buSzPts val="4200"/>
              <a:buFont typeface="Arial"/>
              <a:buNone/>
              <a:defRPr sz="4200" b="1">
                <a:solidFill>
                  <a:schemeClr val="dk1"/>
                </a:solidFill>
                <a:latin typeface="Arial"/>
                <a:ea typeface="Arial"/>
                <a:cs typeface="Arial"/>
              </a:defRPr>
            </a:lvl9pPr>
          </a:lstStyle>
          <a:p xmlns:a="http://schemas.openxmlformats.org/drawingml/2006/main">
            <a:endParaRPr/>
          </a:p>
        </p:txBody>
      </p:sp>
    </p:spTree>
  </p:cSld>
</p:sldLayout>
</file>

<file path=ppt/slideLayouts/slideLayout4.xml><?xml version="1.0" encoding="utf-8"?>
<p:sldLayout xmlns:p="http://schemas.openxmlformats.org/presentationml/2006/main" matchingName="Title and Body">
  <p:cSld name="Title and Body">
    <p:spTree>
      <p:nvGrpSpPr>
        <p:cNvPr id="1" name=""/>
        <p:cNvGrpSpPr/>
        <p:nvPr/>
      </p:nvGrpSpPr>
      <p:grpSpPr>
        <a:xfrm xmlns:a="http://schemas.openxmlformats.org/drawingml/2006/main"/>
      </p:grpSpPr>
      <p:sp>
        <p:nvSpPr>
          <p:cNvPr id="17" name="Google Shape;17;p16">
            <a:extLst xmlns:a="http://schemas.openxmlformats.org/drawingml/2006/main">
              <a:ext uri="{FF2B5EF4-FFF2-40B4-BE49-F238E27FC236}">
                <a16:creationId xmlns:a16="http://schemas.microsoft.com/office/drawing/2014/main" id="{60A15B49-3FFB-47A0-8163-E9B677E9AD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3300"/>
              <a:buFont typeface="Arial"/>
              <a:buNone/>
              <a:defRPr sz="3300" b="1" i="0" u="none" strike="noStrike" cap="none">
                <a:solidFill>
                  <a:schemeClr val="dk1"/>
                </a:solidFill>
                <a:latin typeface="Arial"/>
                <a:ea typeface="Arial"/>
                <a:cs typeface="Arial"/>
              </a:defRPr>
            </a:lvl1pPr>
            <a:lvl2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2pPr>
            <a:lvl3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3pPr>
            <a:lvl4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4pPr>
            <a:lvl5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5pPr>
            <a:lvl6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6pPr>
            <a:lvl7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7pPr>
            <a:lvl8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8pPr>
            <a:lvl9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9pPr>
          </a:lstStyle>
          <a:p xmlns:a="http://schemas.openxmlformats.org/drawingml/2006/main">
            <a:endParaRPr/>
          </a:p>
        </p:txBody>
      </p:sp>
      <p:sp>
        <p:nvSpPr>
          <p:cNvPr id="18" name="Google Shape;18;p16">
            <a:extLst xmlns:a="http://schemas.openxmlformats.org/drawingml/2006/main">
              <a:ext uri="{FF2B5EF4-FFF2-40B4-BE49-F238E27FC236}">
                <a16:creationId xmlns:a16="http://schemas.microsoft.com/office/drawing/2014/main" id="{8C228E2D-6E86-4E39-A583-A3CBCCD77D1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71475" algn="l">
              <a:lnSpc>
                <a:spcPct val="110000"/>
              </a:lnSpc>
              <a:spcBef>
                <a:spcPts val="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1pPr>
            <a:lvl2pPr marL="914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2pPr>
            <a:lvl3pPr marL="1371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3pPr>
            <a:lvl4pPr marL="18288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4pPr>
            <a:lvl5pPr marL="22860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5pPr>
            <a:lvl6pPr marL="27432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6pPr>
            <a:lvl7pPr marL="3200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7pPr>
            <a:lvl8pPr marL="3657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8pPr>
            <a:lvl9pPr marL="4114800" marR="0" indent="-371475" algn="l">
              <a:lnSpc>
                <a:spcPct val="110000"/>
              </a:lnSpc>
              <a:spcBef>
                <a:spcPts val="1200"/>
              </a:spcBef>
              <a:spcAft>
                <a:spcPts val="1200"/>
              </a:spcAft>
              <a:buClr>
                <a:schemeClr val="dk1"/>
              </a:buClr>
              <a:buSzPts val="2250"/>
              <a:buFont typeface="Arial"/>
              <a:buChar char="•"/>
              <a:defRPr sz="2250" b="0" i="0" u="none" strike="noStrike" cap="none">
                <a:solidFill>
                  <a:schemeClr val="dk1"/>
                </a:solidFill>
                <a:latin typeface="Arial"/>
                <a:ea typeface="Arial"/>
                <a:cs typeface="Arial"/>
              </a:defRPr>
            </a:lvl9pPr>
          </a:lstStyle>
          <a:p xmlns:a="http://schemas.openxmlformats.org/drawingml/2006/main">
            <a:endParaRPr/>
          </a:p>
        </p:txBody>
      </p:sp>
    </p:spTree>
  </p:cSld>
</p:sldLayout>
</file>

<file path=ppt/slideLayouts/slideLayout5.xml><?xml version="1.0" encoding="utf-8"?>
<p:sldLayout xmlns:p="http://schemas.openxmlformats.org/presentationml/2006/main" matchingName="Title and Two Column">
  <p:cSld name="Title and Two Column">
    <p:spTree>
      <p:nvGrpSpPr>
        <p:cNvPr id="1" name=""/>
        <p:cNvGrpSpPr/>
        <p:nvPr/>
      </p:nvGrpSpPr>
      <p:grpSpPr>
        <a:xfrm xmlns:a="http://schemas.openxmlformats.org/drawingml/2006/main"/>
      </p:grpSpPr>
      <p:sp>
        <p:nvSpPr>
          <p:cNvPr id="20" name="Google Shape;20;p17">
            <a:extLst xmlns:a="http://schemas.openxmlformats.org/drawingml/2006/main">
              <a:ext uri="{FF2B5EF4-FFF2-40B4-BE49-F238E27FC236}">
                <a16:creationId xmlns:a16="http://schemas.microsoft.com/office/drawing/2014/main" id="{269F7A3A-4EBE-4F7B-9917-4E78B1E961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3300"/>
              <a:buFont typeface="Arial"/>
              <a:buNone/>
              <a:defRPr sz="3300" b="1" i="0" u="none" strike="noStrike" cap="none">
                <a:solidFill>
                  <a:schemeClr val="dk1"/>
                </a:solidFill>
                <a:latin typeface="Arial"/>
                <a:ea typeface="Arial"/>
                <a:cs typeface="Arial"/>
              </a:defRPr>
            </a:lvl1pPr>
            <a:lvl2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2pPr>
            <a:lvl3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3pPr>
            <a:lvl4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4pPr>
            <a:lvl5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5pPr>
            <a:lvl6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6pPr>
            <a:lvl7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7pPr>
            <a:lvl8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8pPr>
            <a:lvl9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9pPr>
          </a:lstStyle>
          <a:p xmlns:a="http://schemas.openxmlformats.org/drawingml/2006/main">
            <a:endParaRPr/>
          </a:p>
        </p:txBody>
      </p:sp>
      <p:sp>
        <p:nvSpPr>
          <p:cNvPr id="21" name="Google Shape;21;p17">
            <a:extLst xmlns:a="http://schemas.openxmlformats.org/drawingml/2006/main">
              <a:ext uri="{FF2B5EF4-FFF2-40B4-BE49-F238E27FC236}">
                <a16:creationId xmlns:a16="http://schemas.microsoft.com/office/drawing/2014/main" id="{D233D1AD-CF00-4A31-AC4B-187CAE1427B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61950" algn="l">
              <a:lnSpc>
                <a:spcPct val="110000"/>
              </a:lnSpc>
              <a:spcBef>
                <a:spcPts val="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1pPr>
            <a:lvl2pPr marL="914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2pPr>
            <a:lvl3pPr marL="1371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3pPr>
            <a:lvl4pPr marL="18288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4pPr>
            <a:lvl5pPr marL="22860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5pPr>
            <a:lvl6pPr marL="27432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6pPr>
            <a:lvl7pPr marL="3200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7pPr>
            <a:lvl8pPr marL="3657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8pPr>
            <a:lvl9pPr marL="4114800" marR="0" indent="-361950" algn="l">
              <a:lnSpc>
                <a:spcPct val="110000"/>
              </a:lnSpc>
              <a:spcBef>
                <a:spcPts val="1200"/>
              </a:spcBef>
              <a:spcAft>
                <a:spcPts val="1200"/>
              </a:spcAft>
              <a:buClr>
                <a:schemeClr val="dk1"/>
              </a:buClr>
              <a:buSzPts val="2100"/>
              <a:buFont typeface="Arial"/>
              <a:buChar char="•"/>
              <a:defRPr sz="2100" b="0" i="0" u="none" strike="noStrike" cap="none">
                <a:solidFill>
                  <a:schemeClr val="dk1"/>
                </a:solidFill>
                <a:latin typeface="Arial"/>
                <a:ea typeface="Arial"/>
                <a:cs typeface="Arial"/>
              </a:defRPr>
            </a:lvl9pPr>
          </a:lstStyle>
          <a:p xmlns:a="http://schemas.openxmlformats.org/drawingml/2006/main">
            <a:endParaRPr/>
          </a:p>
        </p:txBody>
      </p:sp>
      <p:sp>
        <p:nvSpPr>
          <p:cNvPr id="22" name="Google Shape;22;p17">
            <a:extLst xmlns:a="http://schemas.openxmlformats.org/drawingml/2006/main">
              <a:ext uri="{FF2B5EF4-FFF2-40B4-BE49-F238E27FC236}">
                <a16:creationId xmlns:a16="http://schemas.microsoft.com/office/drawing/2014/main" id="{C1407C1C-D89A-4485-B308-E2B73F671E0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61950" algn="l">
              <a:lnSpc>
                <a:spcPct val="110000"/>
              </a:lnSpc>
              <a:spcBef>
                <a:spcPts val="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1pPr>
            <a:lvl2pPr marL="914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2pPr>
            <a:lvl3pPr marL="1371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3pPr>
            <a:lvl4pPr marL="18288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4pPr>
            <a:lvl5pPr marL="22860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5pPr>
            <a:lvl6pPr marL="27432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6pPr>
            <a:lvl7pPr marL="32004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7pPr>
            <a:lvl8pPr marL="3657600" marR="0" indent="-361950" algn="l">
              <a:lnSpc>
                <a:spcPct val="110000"/>
              </a:lnSpc>
              <a:spcBef>
                <a:spcPts val="1200"/>
              </a:spcBef>
              <a:spcAft>
                <a:spcPts val="0"/>
              </a:spcAft>
              <a:buClr>
                <a:schemeClr val="dk1"/>
              </a:buClr>
              <a:buSzPts val="2100"/>
              <a:buFont typeface="Arial"/>
              <a:buChar char="•"/>
              <a:defRPr sz="2100" b="0" i="0" u="none" strike="noStrike" cap="none">
                <a:solidFill>
                  <a:schemeClr val="dk1"/>
                </a:solidFill>
                <a:latin typeface="Arial"/>
                <a:ea typeface="Arial"/>
                <a:cs typeface="Arial"/>
              </a:defRPr>
            </a:lvl8pPr>
            <a:lvl9pPr marL="4114800" marR="0" indent="-361950" algn="l">
              <a:lnSpc>
                <a:spcPct val="110000"/>
              </a:lnSpc>
              <a:spcBef>
                <a:spcPts val="1200"/>
              </a:spcBef>
              <a:spcAft>
                <a:spcPts val="1200"/>
              </a:spcAft>
              <a:buClr>
                <a:schemeClr val="dk1"/>
              </a:buClr>
              <a:buSzPts val="2100"/>
              <a:buFont typeface="Arial"/>
              <a:buChar char="•"/>
              <a:defRPr sz="2100" b="0" i="0" u="none" strike="noStrike" cap="none">
                <a:solidFill>
                  <a:schemeClr val="dk1"/>
                </a:solidFill>
                <a:latin typeface="Arial"/>
                <a:ea typeface="Arial"/>
                <a:cs typeface="Arial"/>
              </a:defRPr>
            </a:lvl9pPr>
          </a:lstStyle>
          <a:p xmlns:a="http://schemas.openxmlformats.org/drawingml/2006/main">
            <a:endParaRPr/>
          </a:p>
        </p:txBody>
      </p:sp>
    </p:spTree>
  </p:cSld>
</p:sldLayout>
</file>

<file path=ppt/slideLayouts/slideLayout6.xml><?xml version="1.0" encoding="utf-8"?>
<p:sldLayout xmlns:p="http://schemas.openxmlformats.org/presentationml/2006/main" matchingName="Title and One Column">
  <p:cSld name="Title and One Column">
    <p:spTree>
      <p:nvGrpSpPr>
        <p:cNvPr id="1" name=""/>
        <p:cNvGrpSpPr/>
        <p:nvPr/>
      </p:nvGrpSpPr>
      <p:grpSpPr>
        <a:xfrm xmlns:a="http://schemas.openxmlformats.org/drawingml/2006/main"/>
      </p:grpSpPr>
      <p:sp>
        <p:nvSpPr>
          <p:cNvPr id="24" name="Google Shape;24;p18">
            <a:extLst xmlns:a="http://schemas.openxmlformats.org/drawingml/2006/main">
              <a:ext uri="{FF2B5EF4-FFF2-40B4-BE49-F238E27FC236}">
                <a16:creationId xmlns:a16="http://schemas.microsoft.com/office/drawing/2014/main" id="{17F1AE88-91CE-497F-912E-66BDDF96BB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3300"/>
              <a:buFont typeface="Arial"/>
              <a:buNone/>
              <a:defRPr sz="3300" b="1" i="0" u="none" strike="noStrike" cap="none">
                <a:solidFill>
                  <a:schemeClr val="dk1"/>
                </a:solidFill>
                <a:latin typeface="Arial"/>
                <a:ea typeface="Arial"/>
                <a:cs typeface="Arial"/>
              </a:defRPr>
            </a:lvl1pPr>
            <a:lvl2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2pPr>
            <a:lvl3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3pPr>
            <a:lvl4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4pPr>
            <a:lvl5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5pPr>
            <a:lvl6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6pPr>
            <a:lvl7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7pPr>
            <a:lvl8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8pPr>
            <a:lvl9pPr algn="l">
              <a:lnSpc>
                <a:spcPct val="110000"/>
              </a:lnSpc>
              <a:spcBef>
                <a:spcPts val="0"/>
              </a:spcBef>
              <a:spcAft>
                <a:spcPts val="0"/>
              </a:spcAft>
              <a:buClr>
                <a:schemeClr val="dk1"/>
              </a:buClr>
              <a:buSzPts val="3300"/>
              <a:buFont typeface="Arial"/>
              <a:buNone/>
              <a:defRPr sz="3300" b="1">
                <a:solidFill>
                  <a:schemeClr val="dk1"/>
                </a:solidFill>
                <a:latin typeface="Arial"/>
                <a:ea typeface="Arial"/>
                <a:cs typeface="Arial"/>
              </a:defRPr>
            </a:lvl9pPr>
          </a:lstStyle>
          <a:p xmlns:a="http://schemas.openxmlformats.org/drawingml/2006/main">
            <a:endParaRPr/>
          </a:p>
        </p:txBody>
      </p:sp>
      <p:sp>
        <p:nvSpPr>
          <p:cNvPr id="25" name="Google Shape;25;p18">
            <a:extLst xmlns:a="http://schemas.openxmlformats.org/drawingml/2006/main">
              <a:ext uri="{FF2B5EF4-FFF2-40B4-BE49-F238E27FC236}">
                <a16:creationId xmlns:a16="http://schemas.microsoft.com/office/drawing/2014/main" id="{F380BD68-5E87-47EB-93DC-29698DFF65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371475" algn="l">
              <a:lnSpc>
                <a:spcPct val="110000"/>
              </a:lnSpc>
              <a:spcBef>
                <a:spcPts val="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1pPr>
            <a:lvl2pPr marL="914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2pPr>
            <a:lvl3pPr marL="1371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3pPr>
            <a:lvl4pPr marL="18288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4pPr>
            <a:lvl5pPr marL="22860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5pPr>
            <a:lvl6pPr marL="27432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6pPr>
            <a:lvl7pPr marL="32004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7pPr>
            <a:lvl8pPr marL="3657600" marR="0" indent="-371475" algn="l">
              <a:lnSpc>
                <a:spcPct val="110000"/>
              </a:lnSpc>
              <a:spcBef>
                <a:spcPts val="1200"/>
              </a:spcBef>
              <a:spcAft>
                <a:spcPts val="0"/>
              </a:spcAft>
              <a:buClr>
                <a:schemeClr val="dk1"/>
              </a:buClr>
              <a:buSzPts val="2250"/>
              <a:buFont typeface="Arial"/>
              <a:buChar char="•"/>
              <a:defRPr sz="2250" b="0" i="0" u="none" strike="noStrike" cap="none">
                <a:solidFill>
                  <a:schemeClr val="dk1"/>
                </a:solidFill>
                <a:latin typeface="Arial"/>
                <a:ea typeface="Arial"/>
                <a:cs typeface="Arial"/>
              </a:defRPr>
            </a:lvl8pPr>
            <a:lvl9pPr marL="4114800" marR="0" indent="-371475" algn="l">
              <a:lnSpc>
                <a:spcPct val="110000"/>
              </a:lnSpc>
              <a:spcBef>
                <a:spcPts val="1200"/>
              </a:spcBef>
              <a:spcAft>
                <a:spcPts val="1200"/>
              </a:spcAft>
              <a:buClr>
                <a:schemeClr val="dk1"/>
              </a:buClr>
              <a:buSzPts val="2250"/>
              <a:buFont typeface="Arial"/>
              <a:buChar char="•"/>
              <a:defRPr sz="2250" b="0" i="0" u="none" strike="noStrike" cap="none">
                <a:solidFill>
                  <a:schemeClr val="dk1"/>
                </a:solidFill>
                <a:latin typeface="Arial"/>
                <a:ea typeface="Arial"/>
                <a:cs typeface="Arial"/>
              </a:defRPr>
            </a:lvl9pPr>
          </a:lstStyle>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66e519d80a4100" /><Relationship Type="http://schemas.openxmlformats.org/officeDocument/2006/relationships/slideLayout" Target="/ppt/slideLayouts/slideLayout1.xml" Id="Rbcc9a7b82f0f41bf" /><Relationship Type="http://schemas.openxmlformats.org/officeDocument/2006/relationships/slideLayout" Target="/ppt/slideLayouts/slideLayout2.xml" Id="R262110d05de04126" /><Relationship Type="http://schemas.openxmlformats.org/officeDocument/2006/relationships/slideLayout" Target="/ppt/slideLayouts/slideLayout3.xml" Id="Rec011951a1e34ab7" /><Relationship Type="http://schemas.openxmlformats.org/officeDocument/2006/relationships/slideLayout" Target="/ppt/slideLayouts/slideLayout4.xml" Id="R9270ecae15ab46de" /><Relationship Type="http://schemas.openxmlformats.org/officeDocument/2006/relationships/slideLayout" Target="/ppt/slideLayouts/slideLayout5.xml" Id="R5f9685b5de2141fa" /><Relationship Type="http://schemas.openxmlformats.org/officeDocument/2006/relationships/slideLayout" Target="/ppt/slideLayouts/slideLayout6.xml" Id="Re577a67fb7604350"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cc9a7b82f0f41bf"/>
    <p:sldLayoutId xmlns:r="http://schemas.openxmlformats.org/officeDocument/2006/relationships" id="2147483650" r:id="R262110d05de04126"/>
    <p:sldLayoutId xmlns:r="http://schemas.openxmlformats.org/officeDocument/2006/relationships" id="2147483651" r:id="Rec011951a1e34ab7"/>
    <p:sldLayoutId xmlns:r="http://schemas.openxmlformats.org/officeDocument/2006/relationships" id="2147483652" r:id="R9270ecae15ab46de"/>
    <p:sldLayoutId xmlns:r="http://schemas.openxmlformats.org/officeDocument/2006/relationships" id="2147483653" r:id="R5f9685b5de2141fa"/>
    <p:sldLayoutId xmlns:r="http://schemas.openxmlformats.org/officeDocument/2006/relationships" id="2147483654" r:id="Re577a67fb7604350"/>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ODYSSEY Navy Yellow">
      <a:dk1>
        <a:srgbClr val="202020"/>
      </a:dk1>
      <a:lt1>
        <a:srgbClr val="FFFFFF"/>
      </a:lt1>
      <a:dk2>
        <a:srgbClr val="062F5B"/>
      </a:dk2>
      <a:lt2>
        <a:srgbClr val="F7F6F2"/>
      </a:lt2>
      <a:accent1>
        <a:srgbClr val="062F5B"/>
      </a:accent1>
      <a:accent2>
        <a:srgbClr val="FFB515"/>
      </a:accent2>
      <a:accent3>
        <a:srgbClr val="65707C"/>
      </a:accent3>
      <a:accent4>
        <a:srgbClr val="EAEDEB"/>
      </a:accent4>
      <a:accent5>
        <a:srgbClr val="202020"/>
      </a:accent5>
      <a:accent6>
        <a:srgbClr val="CCD6E1"/>
      </a:accent6>
      <a:hlink>
        <a:srgbClr val="062F5B"/>
      </a:hlink>
      <a:folHlink>
        <a:srgbClr val="062F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DYSSEY Navy Yel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480c88db104fb6" /><Relationship Type="http://schemas.openxmlformats.org/officeDocument/2006/relationships/notesSlide" Target="/ppt/notesSlides/notesSlide1.xml" Id="R8f59e32e171347de" /></Relationships>
</file>

<file path=ppt/slides/slide1.xml><?xml version="1.0" encoding="utf-8"?>
<p:sld xmlns:p="http://schemas.openxmlformats.org/presentationml/2006/main">
  <p:cSld>
    <p:bg>
      <p:bgPr>
        <a:solidFill xmlns:a="http://schemas.openxmlformats.org/drawingml/2006/main">
          <a:srgbClr val="062F5B"/>
        </a:solidFill>
      </p:bgPr>
    </p:bg>
    <p:spTree>
      <p:nvGrpSpPr>
        <p:cNvPr id="1" name=""/>
        <p:cNvGrpSpPr/>
        <p:nvPr/>
      </p:nvGrpSpPr>
      <p:grpSpPr>
        <a:xfrm xmlns:a="http://schemas.openxmlformats.org/drawingml/2006/main"/>
      </p:grpSpPr>
      <p:sp>
        <p:nvSpPr>
          <p:cNvPr id="31" name="Google Shape;31;p1">
            <a:extLst xmlns:a="http://schemas.openxmlformats.org/drawingml/2006/main">
              <a:ext uri="{FF2B5EF4-FFF2-40B4-BE49-F238E27FC236}">
                <a16:creationId xmlns:a16="http://schemas.microsoft.com/office/drawing/2014/main" id="{D4E7EDB5-25C6-4C3C-97EF-624D6FA5A5B2}"/>
              </a:ext>
            </a:extLst>
          </p:cNvPr>
          <p:cNvSpPr>
            <a:spLocks xmlns:a="http://schemas.openxmlformats.org/drawingml/2006/main" noGrp="1"/>
          </p:cNvSpPr>
          <p:nvPr/>
        </p:nvSpPr>
        <p:spPr>
          <a:xfrm xmlns:a="http://schemas.openxmlformats.org/drawingml/2006/main">
            <a:off x="609600" y="400050"/>
            <a:ext cx="9048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F7F6F2"/>
              </a:buClr>
              <a:buSzPts val="1400"/>
              <a:buFont typeface="Arial"/>
              <a:buNone/>
            </a:pPr>
            <a:r>
              <a:rPr sz="1400" b="1">
                <a:solidFill>
                  <a:srgbClr val="F7F6F2"/>
                </a:solidFill>
                <a:latin typeface="Arial"/>
                <a:ea typeface="Arial"/>
                <a:cs typeface="Arial"/>
              </a:rPr>
              <a:t>CODYSSEY AI HACKATHON 2026</a:t>
            </a:r>
            <a:endParaRPr/>
          </a:p>
        </p:txBody>
      </p:sp>
      <p:sp>
        <p:nvSpPr>
          <p:cNvPr id="32" name="Google Shape;32;p1">
            <a:extLst xmlns:a="http://schemas.openxmlformats.org/drawingml/2006/main">
              <a:ext uri="{FF2B5EF4-FFF2-40B4-BE49-F238E27FC236}">
                <a16:creationId xmlns:a16="http://schemas.microsoft.com/office/drawing/2014/main" id="{15EDA447-00BB-439A-9772-392061D1CF8A}"/>
              </a:ext>
            </a:extLst>
          </p:cNvPr>
          <p:cNvSpPr>
            <a:spLocks xmlns:a="http://schemas.openxmlformats.org/drawingml/2006/main" noGrp="1"/>
          </p:cNvSpPr>
          <p:nvPr/>
        </p:nvSpPr>
        <p:spPr>
          <a:xfrm xmlns:a="http://schemas.openxmlformats.org/drawingml/2006/main">
            <a:off x="10001250" y="381000"/>
            <a:ext cx="158115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10000"/>
              </a:lnSpc>
              <a:spcBef>
                <a:spcPts val="0"/>
              </a:spcBef>
              <a:spcAft>
                <a:spcPts val="0"/>
              </a:spcAft>
              <a:buClr>
                <a:srgbClr val="FFB515"/>
              </a:buClr>
              <a:buSzPts val="1800"/>
              <a:buFont typeface="Arial"/>
              <a:buNone/>
            </a:pPr>
            <a:r>
              <a:rPr sz="1800" b="1">
                <a:solidFill>
                  <a:srgbClr val="FFB515"/>
                </a:solidFill>
                <a:latin typeface="Arial"/>
                <a:ea typeface="Arial"/>
                <a:cs typeface="Arial"/>
              </a:rPr>
              <a:t>2026</a:t>
            </a:r>
            <a:endParaRPr/>
          </a:p>
        </p:txBody>
      </p:sp>
      <p:sp>
        <p:nvSpPr>
          <p:cNvPr id="33" name="Google Shape;33;p1">
            <a:extLst xmlns:a="http://schemas.openxmlformats.org/drawingml/2006/main">
              <a:ext uri="{FF2B5EF4-FFF2-40B4-BE49-F238E27FC236}">
                <a16:creationId xmlns:a16="http://schemas.microsoft.com/office/drawing/2014/main" id="{BB3765F7-C058-49F1-8316-506ABD96BC42}"/>
              </a:ext>
            </a:extLst>
          </p:cNvPr>
          <p:cNvSpPr>
            <a:spLocks xmlns:a="http://schemas.openxmlformats.org/drawingml/2006/main" noGrp="1"/>
          </p:cNvSpPr>
          <p:nvPr/>
        </p:nvSpPr>
        <p:spPr>
          <a:xfrm xmlns:a="http://schemas.openxmlformats.org/drawingml/2006/main">
            <a:off x="609600" y="1809750"/>
            <a:ext cx="95250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CCD6E1"/>
              </a:buClr>
              <a:buSzPts val="1200"/>
              <a:buFont typeface="Arial"/>
              <a:buNone/>
            </a:pPr>
            <a:r>
              <a:rPr sz="1200" b="1">
                <a:solidFill>
                  <a:srgbClr val="CCD6E1"/>
                </a:solidFill>
                <a:latin typeface="Arial"/>
                <a:ea typeface="Arial"/>
                <a:cs typeface="Arial"/>
              </a:rPr>
              <a:t>AI 기반 추천 서비스</a:t>
            </a:r>
            <a:endParaRPr/>
          </a:p>
        </p:txBody>
      </p:sp>
      <p:sp>
        <p:nvSpPr>
          <p:cNvPr id="34" name="Google Shape;34;p1">
            <a:extLst xmlns:a="http://schemas.openxmlformats.org/drawingml/2006/main">
              <a:ext uri="{FF2B5EF4-FFF2-40B4-BE49-F238E27FC236}">
                <a16:creationId xmlns:a16="http://schemas.microsoft.com/office/drawing/2014/main" id="{FBBB5773-5E7D-4681-BE4C-0075B1BE6A88}"/>
              </a:ext>
            </a:extLst>
          </p:cNvPr>
          <p:cNvSpPr>
            <a:spLocks xmlns:a="http://schemas.openxmlformats.org/drawingml/2006/main" noGrp="1"/>
          </p:cNvSpPr>
          <p:nvPr/>
        </p:nvSpPr>
        <p:spPr>
          <a:xfrm xmlns:a="http://schemas.openxmlformats.org/drawingml/2006/main">
            <a:off x="609600" y="2314575"/>
            <a:ext cx="10972800" cy="1238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FFB515"/>
              </a:buClr>
              <a:buSzPts val="6800"/>
              <a:buFont typeface="Arial"/>
              <a:buNone/>
            </a:pPr>
            <a:r>
              <a:rPr sz="6800" b="1">
                <a:solidFill>
                  <a:srgbClr val="FFB515"/>
                </a:solidFill>
                <a:latin typeface="Arial"/>
                <a:ea typeface="Arial"/>
                <a:cs typeface="Arial"/>
              </a:rPr>
              <a:t>봉화지기</a:t>
            </a:r>
            <a:endParaRPr/>
          </a:p>
        </p:txBody>
      </p:sp>
      <p:sp>
        <p:nvSpPr>
          <p:cNvPr id="35" name="Google Shape;35;p1">
            <a:extLst xmlns:a="http://schemas.openxmlformats.org/drawingml/2006/main">
              <a:ext uri="{FF2B5EF4-FFF2-40B4-BE49-F238E27FC236}">
                <a16:creationId xmlns:a16="http://schemas.microsoft.com/office/drawing/2014/main" id="{9C1F4910-2BB8-4244-8EBF-EC3777A94C88}"/>
              </a:ext>
            </a:extLst>
          </p:cNvPr>
          <p:cNvSpPr>
            <a:spLocks xmlns:a="http://schemas.openxmlformats.org/drawingml/2006/main" noGrp="1"/>
          </p:cNvSpPr>
          <p:nvPr/>
        </p:nvSpPr>
        <p:spPr>
          <a:xfrm xmlns:a="http://schemas.openxmlformats.org/drawingml/2006/main">
            <a:off x="609600" y="3695700"/>
            <a:ext cx="914400" cy="47625"/>
          </a:xfrm>
          <a:prstGeom xmlns:a="http://schemas.openxmlformats.org/drawingml/2006/main" prst="rect">
            <a:avLst/>
          </a:prstGeom>
          <a:solidFill xmlns:a="http://schemas.openxmlformats.org/drawingml/2006/main">
            <a:srgbClr val="FFB515"/>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36" name="Google Shape;36;p1">
            <a:extLst xmlns:a="http://schemas.openxmlformats.org/drawingml/2006/main">
              <a:ext uri="{FF2B5EF4-FFF2-40B4-BE49-F238E27FC236}">
                <a16:creationId xmlns:a16="http://schemas.microsoft.com/office/drawing/2014/main" id="{EA5AEB56-5B13-4784-8864-2387C0372CD0}"/>
              </a:ext>
            </a:extLst>
          </p:cNvPr>
          <p:cNvSpPr>
            <a:spLocks xmlns:a="http://schemas.openxmlformats.org/drawingml/2006/main" noGrp="1"/>
          </p:cNvSpPr>
          <p:nvPr/>
        </p:nvSpPr>
        <p:spPr>
          <a:xfrm xmlns:a="http://schemas.openxmlformats.org/drawingml/2006/main">
            <a:off x="609600" y="4010025"/>
            <a:ext cx="1019175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F7F6F2"/>
              </a:buClr>
              <a:buSzPts val="2400"/>
              <a:buFont typeface="Arial"/>
              <a:buNone/>
            </a:pPr>
            <a:r>
              <a:rPr sz="2400" b="0">
                <a:solidFill>
                  <a:srgbClr val="F7F6F2"/>
                </a:solidFill>
                <a:latin typeface="Arial"/>
                <a:ea typeface="Arial"/>
                <a:cs typeface="Arial"/>
              </a:rPr>
              <a:t>내 상황에 맞는 재난 대응을 추천합니다</a:t>
            </a:r>
            <a:endParaRPr/>
          </a:p>
        </p:txBody>
      </p:sp>
      <p:sp>
        <p:nvSpPr>
          <p:cNvPr id="37" name="Google Shape;37;p1">
            <a:extLst xmlns:a="http://schemas.openxmlformats.org/drawingml/2006/main">
              <a:ext uri="{FF2B5EF4-FFF2-40B4-BE49-F238E27FC236}">
                <a16:creationId xmlns:a16="http://schemas.microsoft.com/office/drawing/2014/main" id="{954E4564-145F-4F6B-96C7-2B390B75C8C9}"/>
              </a:ext>
            </a:extLst>
          </p:cNvPr>
          <p:cNvSpPr>
            <a:spLocks xmlns:a="http://schemas.openxmlformats.org/drawingml/2006/main" noGrp="1"/>
          </p:cNvSpPr>
          <p:nvPr/>
        </p:nvSpPr>
        <p:spPr>
          <a:xfrm xmlns:a="http://schemas.openxmlformats.org/drawingml/2006/main">
            <a:off x="609600" y="5543550"/>
            <a:ext cx="10972800" cy="9525"/>
          </a:xfrm>
          <a:prstGeom xmlns:a="http://schemas.openxmlformats.org/drawingml/2006/main" prst="rect">
            <a:avLst/>
          </a:prstGeom>
          <a:solidFill xmlns:a="http://schemas.openxmlformats.org/drawingml/2006/main">
            <a:srgbClr val="47678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endParaRPr/>
          </a:p>
        </p:txBody>
      </p:sp>
      <p:sp>
        <p:nvSpPr>
          <p:cNvPr id="38" name="Google Shape;38;p1">
            <a:extLst xmlns:a="http://schemas.openxmlformats.org/drawingml/2006/main">
              <a:ext uri="{FF2B5EF4-FFF2-40B4-BE49-F238E27FC236}">
                <a16:creationId xmlns:a16="http://schemas.microsoft.com/office/drawing/2014/main" id="{5EBE57DA-7997-4E6F-938B-69E8ABA917E7}"/>
              </a:ext>
            </a:extLst>
          </p:cNvPr>
          <p:cNvSpPr>
            <a:spLocks xmlns:a="http://schemas.openxmlformats.org/drawingml/2006/main" noGrp="1"/>
          </p:cNvSpPr>
          <p:nvPr/>
        </p:nvSpPr>
        <p:spPr>
          <a:xfrm xmlns:a="http://schemas.openxmlformats.org/drawingml/2006/main">
            <a:off x="609600" y="6006725"/>
            <a:ext cx="4854600" cy="3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F7F6F2"/>
              </a:buClr>
              <a:buSzPts val="1900"/>
              <a:buFont typeface="Arial"/>
              <a:buNone/>
            </a:pPr>
            <a:r>
              <a:rPr sz="2400" b="1">
                <a:solidFill>
                  <a:srgbClr val="FFB515"/>
                </a:solidFill>
                <a:latin typeface="Courier New"/>
                <a:ea typeface="Courier New"/>
                <a:cs typeface="Courier New"/>
              </a:rPr>
              <a:t>print("Hello, world!")</a:t>
            </a:r>
            <a:endParaRPr sz="2100">
              <a:solidFill>
                <a:srgbClr val="FFB515"/>
              </a:solidFill>
            </a:endParaRPr>
          </a:p>
        </p:txBody>
      </p:sp>
      <p:sp>
        <p:nvSpPr>
          <p:cNvPr id="39" name="Google Shape;39;p1">
            <a:extLst xmlns:a="http://schemas.openxmlformats.org/drawingml/2006/main">
              <a:ext uri="{FF2B5EF4-FFF2-40B4-BE49-F238E27FC236}">
                <a16:creationId xmlns:a16="http://schemas.microsoft.com/office/drawing/2014/main" id="{AC88F84A-494D-4C02-AF35-142A7937F9B3}"/>
              </a:ext>
            </a:extLst>
          </p:cNvPr>
          <p:cNvSpPr>
            <a:spLocks xmlns:a="http://schemas.openxmlformats.org/drawingml/2006/main" noGrp="1"/>
          </p:cNvSpPr>
          <p:nvPr/>
        </p:nvSpPr>
        <p:spPr>
          <a:xfrm xmlns:a="http://schemas.openxmlformats.org/drawingml/2006/main">
            <a:off x="595801" y="5661442"/>
            <a:ext cx="83820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10000"/>
              </a:lnSpc>
              <a:spcBef>
                <a:spcPts val="0"/>
              </a:spcBef>
              <a:spcAft>
                <a:spcPts val="0"/>
              </a:spcAft>
              <a:buClr>
                <a:schemeClr val="lt2"/>
              </a:buClr>
              <a:buSzPts val="1900"/>
              <a:buFont typeface="Arial"/>
              <a:buNone/>
            </a:pPr>
            <a:r>
              <a:rPr sz="2000" b="1">
                <a:solidFill>
                  <a:srgbClr val="FFB515"/>
                </a:solidFill>
                <a:latin typeface="Courier New"/>
                <a:ea typeface="Courier New"/>
                <a:cs typeface="Courier New"/>
              </a:rPr>
              <a:t>team = [“허연진”, “김현래”, “강소연”]</a:t>
            </a:r>
            <a:endParaRPr sz="1300">
              <a:solidFill>
                <a:srgbClr val="FFB515"/>
              </a:solidFill>
            </a:endParaRPr>
          </a:p>
        </p:txBody>
      </p:sp>
      <p:sp>
        <p:nvSpPr>
          <p:cNvPr id="40" name="Google Shape;40;p1">
            <a:extLst xmlns:a="http://schemas.openxmlformats.org/drawingml/2006/main">
              <a:ext uri="{FF2B5EF4-FFF2-40B4-BE49-F238E27FC236}">
                <a16:creationId xmlns:a16="http://schemas.microsoft.com/office/drawing/2014/main" id="{DC823DAC-8728-4CE8-BB48-4C4494AE8B88}"/>
              </a:ext>
            </a:extLst>
          </p:cNvPr>
          <p:cNvSpPr>
            <a:spLocks xmlns:a="http://schemas.openxmlformats.org/drawingml/2006/main" noGrp="1"/>
          </p:cNvSpPr>
          <p:nvPr/>
        </p:nvSpPr>
        <p:spPr>
          <a:xfrm xmlns:a="http://schemas.openxmlformats.org/drawingml/2006/main">
            <a:off x="8665650" y="6083179"/>
            <a:ext cx="2916600" cy="362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10000"/>
              </a:lnSpc>
              <a:spcBef>
                <a:spcPts val="0"/>
              </a:spcBef>
              <a:spcAft>
                <a:spcPts val="0"/>
              </a:spcAft>
              <a:buClr>
                <a:srgbClr val="FFB515"/>
              </a:buClr>
              <a:buSzPts val="2200"/>
              <a:buFont typeface="Arial"/>
              <a:buNone/>
            </a:pPr>
            <a:r>
              <a:rPr sz="2200" b="1">
                <a:solidFill>
                  <a:srgbClr val="FFB515"/>
                </a:solidFill>
                <a:latin typeface="Arial"/>
                <a:ea typeface="Arial"/>
                <a:cs typeface="Arial"/>
              </a:rPr>
              <a:t>2026.10.30</a:t>
            </a:r>
            <a:r>
              <a:t> </a:t>
            </a:r>
            <a:r>
              <a:rPr sz="2200" b="1">
                <a:solidFill>
                  <a:srgbClr val="FFB515"/>
                </a:solidFill>
                <a:latin typeface="Arial"/>
                <a:ea typeface="Arial"/>
                <a:cs typeface="Arial"/>
              </a:rPr>
              <a:t>– 11.02</a:t>
            </a:r>
            <a:endParaRPr/>
          </a:p>
        </p:txBody>
      </p:sp>
    </p:spTree>
    <p:extLst>
      <p:ext uri="{BB962C8B-B14F-4D97-AF65-F5344CB8AC3E}">
        <p14:creationId xmlns:p14="http://schemas.microsoft.com/office/powerpoint/2010/main" val="2000938833"/>
      </p:ext>
    </p:extLst>
  </p:cSld>
</p:sld>
</file>

<file path=ppt/theme/theme1.xml><?xml version="1.0" encoding="utf-8"?>
<a:theme xmlns:a="http://schemas.openxmlformats.org/drawingml/2006/main" name="ChatGPT">
  <a:themeElements>
    <a:clrScheme name="CODYSSEY Navy Yellow">
      <a:dk1>
        <a:srgbClr val="202020"/>
      </a:dk1>
      <a:lt1>
        <a:srgbClr val="FFFFFF"/>
      </a:lt1>
      <a:dk2>
        <a:srgbClr val="062F5B"/>
      </a:dk2>
      <a:lt2>
        <a:srgbClr val="F7F6F2"/>
      </a:lt2>
      <a:accent1>
        <a:srgbClr val="062F5B"/>
      </a:accent1>
      <a:accent2>
        <a:srgbClr val="FFB515"/>
      </a:accent2>
      <a:accent3>
        <a:srgbClr val="65707C"/>
      </a:accent3>
      <a:accent4>
        <a:srgbClr val="EAEDEB"/>
      </a:accent4>
      <a:accent5>
        <a:srgbClr val="202020"/>
      </a:accent5>
      <a:accent6>
        <a:srgbClr val="CCD6E1"/>
      </a:accent6>
      <a:hlink>
        <a:srgbClr val="062F5B"/>
      </a:hlink>
      <a:folHlink>
        <a:srgbClr val="062F5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DYSSEY Navy Yel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2026-10-31T12:43:46.8110000Z</dcterms:created>
  <dcterms:modified xsi:type="dcterms:W3CDTF">2026-10-31T12:43:46.8110000Z</dcterms:modified>
</coreProperties>
</file>