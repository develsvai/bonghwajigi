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12192000" cy="6858000"/>
  <p:notesSz cx="6858000" cy="9144000"/>
  <p:defaultTextStyle>
    <a:defPPr marR="0" algn="l">
      <a:lnSpc>
        <a:spcPct val="100000"/>
      </a:lnSpc>
      <a:spcBef>
        <a:spcPts val="0"/>
      </a:spcBef>
      <a:spcAft>
        <a:spcPts val="0"/>
      </a:spcAft>
      <a:buNone/>
    </a:defPPr>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5738E33-45E3-4656-82C1-05467E921EFD}">
  <a:tblStyle styleId="{55738E33-45E3-4656-82C1-05467E921EF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86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봉화지기는 사용자의 위치와 이동·지원 조건을 반영해 지금 필요한 대응을 추천하는 AI 기반 재난 대응 가이드를 목표로 합니다. 산불을 MVP 대상으로 준비하고 있습니다. 공식 지시를 우선하며, 추천 정책과 모델 성능은 별도 검증이 필요합니다.</a:t>
            </a:r>
            <a:endParaRPr sz="12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
        <p:cNvGrpSpPr/>
        <p:nvPr/>
      </p:nvGrpSpPr>
      <p:grpSpPr>
        <a:xfrm>
          <a:off x="0" y="0"/>
          <a:ext cx="0" cy="0"/>
          <a:chOff x="0" y="0"/>
          <a:chExt cx="0" cy="0"/>
        </a:xfrm>
      </p:grpSpPr>
      <p:sp>
        <p:nvSpPr>
          <p:cNvPr id="12" name="Google Shape;12;p14">
            <a:extLst>
              <a:ext uri="{FF2B5EF4-FFF2-40B4-BE49-F238E27FC236}">
                <a16:creationId xmlns:a16="http://schemas.microsoft.com/office/drawing/2014/main" id="{B746DA46-2DEC-4FB2-8FCB-DB112360A9EA}"/>
              </a:ext>
            </a:extLst>
          </p:cNvPr>
          <p:cNvSpPr>
            <a:spLocks noGrp="1"/>
          </p:cNvSpPr>
          <p:nvPr>
            <p:ph type="title"/>
          </p:nvPr>
        </p:nvSpPr>
        <p:spPr>
          <a:xfrm>
            <a:off x="1219200" y="2590800"/>
            <a:ext cx="9753600" cy="990600"/>
          </a:xfrm>
          <a:prstGeom prst="rect">
            <a:avLst/>
          </a:prstGeom>
          <a:noFill/>
          <a:ln>
            <a:noFill/>
          </a:ln>
        </p:spPr>
        <p:txBody>
          <a:bodyPr spcFirstLastPara="1" wrap="square" lIns="0" tIns="0" rIns="0" bIns="0" anchor="ctr">
            <a:normAutofit/>
          </a:bodyPr>
          <a:lstStyle>
            <a:lvl1pPr marR="0" algn="ctr">
              <a:lnSpc>
                <a:spcPct val="110000"/>
              </a:lnSpc>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defRPr>
            </a:lvl1pPr>
            <a:lvl2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2pPr>
            <a:lvl3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3pPr>
            <a:lvl4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4pPr>
            <a:lvl5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5pPr>
            <a:lvl6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6pPr>
            <a:lvl7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7pPr>
            <a:lvl8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8pPr>
            <a:lvl9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9pPr>
          </a:lstStyle>
          <a:p>
            <a:endParaRPr/>
          </a:p>
        </p:txBody>
      </p:sp>
      <p:sp>
        <p:nvSpPr>
          <p:cNvPr id="13" name="Google Shape;13;p14">
            <a:extLst>
              <a:ext uri="{FF2B5EF4-FFF2-40B4-BE49-F238E27FC236}">
                <a16:creationId xmlns:a16="http://schemas.microsoft.com/office/drawing/2014/main" id="{AD1B8F23-2F24-453D-B19E-1117593B6FF1}"/>
              </a:ext>
            </a:extLst>
          </p:cNvPr>
          <p:cNvSpPr>
            <a:spLocks noGrp="1"/>
          </p:cNvSpPr>
          <p:nvPr>
            <p:ph type="subTitle" idx="1"/>
          </p:nvPr>
        </p:nvSpPr>
        <p:spPr>
          <a:xfrm>
            <a:off x="1828800" y="3771900"/>
            <a:ext cx="8534400" cy="762000"/>
          </a:xfrm>
          <a:prstGeom prst="rect">
            <a:avLst/>
          </a:prstGeom>
          <a:noFill/>
          <a:ln>
            <a:noFill/>
          </a:ln>
        </p:spPr>
        <p:txBody>
          <a:bodyPr spcFirstLastPara="1" wrap="square" lIns="0" tIns="0" rIns="0" bIns="0" anchor="ctr">
            <a:normAutofit/>
          </a:bodyPr>
          <a:lstStyle>
            <a:lvl1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1pPr>
            <a:lvl2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2pPr>
            <a:lvl3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3pPr>
            <a:lvl4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4pPr>
            <a:lvl5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5pPr>
            <a:lvl6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6pPr>
            <a:lvl7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7pPr>
            <a:lvl8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8pPr>
            <a:lvl9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
        <p:cNvGrpSpPr/>
        <p:nvPr/>
      </p:nvGrpSpPr>
      <p:grpSpPr>
        <a:xfrm>
          <a:off x="0" y="0"/>
          <a:ext cx="0" cy="0"/>
          <a:chOff x="0" y="0"/>
          <a:chExt cx="0" cy="0"/>
        </a:xfrm>
      </p:grpSpPr>
      <p:sp>
        <p:nvSpPr>
          <p:cNvPr id="15" name="Google Shape;15;p15">
            <a:extLst>
              <a:ext uri="{FF2B5EF4-FFF2-40B4-BE49-F238E27FC236}">
                <a16:creationId xmlns:a16="http://schemas.microsoft.com/office/drawing/2014/main" id="{862A043D-538C-4762-8AE2-F788764CE033}"/>
              </a:ext>
            </a:extLst>
          </p:cNvPr>
          <p:cNvSpPr>
            <a:spLocks noGrp="1"/>
          </p:cNvSpPr>
          <p:nvPr>
            <p:ph type="title"/>
          </p:nvPr>
        </p:nvSpPr>
        <p:spPr>
          <a:xfrm>
            <a:off x="1219200" y="2857500"/>
            <a:ext cx="9753600" cy="1143000"/>
          </a:xfrm>
          <a:prstGeom prst="rect">
            <a:avLst/>
          </a:prstGeom>
          <a:noFill/>
          <a:ln>
            <a:noFill/>
          </a:ln>
        </p:spPr>
        <p:txBody>
          <a:bodyPr spcFirstLastPara="1" wrap="square" lIns="0" tIns="0" rIns="0" bIns="0" anchor="ctr">
            <a:normAutofit/>
          </a:bodyPr>
          <a:lstStyle>
            <a:lvl1pPr marR="0" algn="ctr">
              <a:lnSpc>
                <a:spcPct val="110000"/>
              </a:lnSpc>
              <a:spcBef>
                <a:spcPts val="0"/>
              </a:spcBef>
              <a:spcAft>
                <a:spcPts val="0"/>
              </a:spcAft>
              <a:buClr>
                <a:schemeClr val="dk1"/>
              </a:buClr>
              <a:buSzPts val="4200"/>
              <a:buFont typeface="Arial"/>
              <a:buNone/>
              <a:defRPr sz="4200" b="1" i="0" u="none" strike="noStrike" cap="none">
                <a:solidFill>
                  <a:schemeClr val="dk1"/>
                </a:solidFill>
                <a:latin typeface="Arial"/>
                <a:ea typeface="Arial"/>
                <a:cs typeface="Arial"/>
              </a:defRPr>
            </a:lvl1pPr>
            <a:lvl2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2pPr>
            <a:lvl3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3pPr>
            <a:lvl4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4pPr>
            <a:lvl5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5pPr>
            <a:lvl6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6pPr>
            <a:lvl7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7pPr>
            <a:lvl8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8pPr>
            <a:lvl9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
        <p:cNvGrpSpPr/>
        <p:nvPr/>
      </p:nvGrpSpPr>
      <p:grpSpPr>
        <a:xfrm>
          <a:off x="0" y="0"/>
          <a:ext cx="0" cy="0"/>
          <a:chOff x="0" y="0"/>
          <a:chExt cx="0" cy="0"/>
        </a:xfrm>
      </p:grpSpPr>
      <p:sp>
        <p:nvSpPr>
          <p:cNvPr id="17" name="Google Shape;17;p16">
            <a:extLst>
              <a:ext uri="{FF2B5EF4-FFF2-40B4-BE49-F238E27FC236}">
                <a16:creationId xmlns:a16="http://schemas.microsoft.com/office/drawing/2014/main" id="{60A15B49-3FFB-47A0-8163-E9B677E9ADA9}"/>
              </a:ext>
            </a:extLst>
          </p:cNvPr>
          <p:cNvSpPr>
            <a:spLocks noGrp="1"/>
          </p:cNvSpPr>
          <p:nvPr>
            <p:ph type="title"/>
          </p:nvPr>
        </p:nvSpPr>
        <p:spPr>
          <a:xfrm>
            <a:off x="685800" y="533400"/>
            <a:ext cx="10820400" cy="838200"/>
          </a:xfrm>
          <a:prstGeom prst="rect">
            <a:avLst/>
          </a:prstGeom>
          <a:noFill/>
          <a:ln>
            <a:noFill/>
          </a:ln>
        </p:spPr>
        <p:txBody>
          <a:bodyPr spcFirstLastPara="1" wrap="square" lIns="0" tIns="0" rIns="0" bIns="0" anchor="t">
            <a:normAutofit/>
          </a:bodyPr>
          <a:lstStyle>
            <a:lvl1pPr marR="0" algn="l">
              <a:lnSpc>
                <a:spcPct val="110000"/>
              </a:lnSpc>
              <a:spcBef>
                <a:spcPts val="0"/>
              </a:spcBef>
              <a:spcAft>
                <a:spcPts val="0"/>
              </a:spcAft>
              <a:buClr>
                <a:schemeClr val="dk1"/>
              </a:buClr>
              <a:buSzPts val="3300"/>
              <a:buFont typeface="Arial"/>
              <a:buNone/>
              <a:defRPr sz="3300" b="1" i="0" u="none" strike="noStrike" cap="none">
                <a:solidFill>
                  <a:schemeClr val="dk1"/>
                </a:solidFill>
                <a:latin typeface="Arial"/>
                <a:ea typeface="Arial"/>
                <a:cs typeface="Arial"/>
              </a:defRPr>
            </a:lvl1pPr>
            <a:lvl2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2pPr>
            <a:lvl3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3pPr>
            <a:lvl4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4pPr>
            <a:lvl5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5pPr>
            <a:lvl6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6pPr>
            <a:lvl7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7pPr>
            <a:lvl8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8pPr>
            <a:lvl9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9pPr>
          </a:lstStyle>
          <a:p>
            <a:endParaRPr/>
          </a:p>
        </p:txBody>
      </p:sp>
      <p:sp>
        <p:nvSpPr>
          <p:cNvPr id="18" name="Google Shape;18;p16">
            <a:extLst>
              <a:ext uri="{FF2B5EF4-FFF2-40B4-BE49-F238E27FC236}">
                <a16:creationId xmlns:a16="http://schemas.microsoft.com/office/drawing/2014/main" id="{8C228E2D-6E86-4E39-A583-A3CBCCD77D1D}"/>
              </a:ext>
            </a:extLst>
          </p:cNvPr>
          <p:cNvSpPr>
            <a:spLocks noGrp="1"/>
          </p:cNvSpPr>
          <p:nvPr>
            <p:ph type="body" idx="1"/>
          </p:nvPr>
        </p:nvSpPr>
        <p:spPr>
          <a:xfrm>
            <a:off x="685800" y="1905000"/>
            <a:ext cx="10820400" cy="4267200"/>
          </a:xfrm>
          <a:prstGeom prst="rect">
            <a:avLst/>
          </a:prstGeom>
          <a:noFill/>
          <a:ln>
            <a:noFill/>
          </a:ln>
        </p:spPr>
        <p:txBody>
          <a:bodyPr spcFirstLastPara="1" wrap="square" lIns="0" tIns="0" rIns="0" bIns="0" anchor="t">
            <a:normAutofit/>
          </a:bodyPr>
          <a:lstStyle>
            <a:lvl1pPr marL="457200" marR="0" indent="-371475" algn="l">
              <a:lnSpc>
                <a:spcPct val="110000"/>
              </a:lnSpc>
              <a:spcBef>
                <a:spcPts val="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1pPr>
            <a:lvl2pPr marL="9144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2pPr>
            <a:lvl3pPr marL="13716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3pPr>
            <a:lvl4pPr marL="18288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4pPr>
            <a:lvl5pPr marL="22860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5pPr>
            <a:lvl6pPr marL="27432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6pPr>
            <a:lvl7pPr marL="32004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7pPr>
            <a:lvl8pPr marL="36576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8pPr>
            <a:lvl9pPr marL="4114800" marR="0" indent="-371475" algn="l">
              <a:lnSpc>
                <a:spcPct val="110000"/>
              </a:lnSpc>
              <a:spcBef>
                <a:spcPts val="1200"/>
              </a:spcBef>
              <a:spcAft>
                <a:spcPts val="1200"/>
              </a:spcAft>
              <a:buClr>
                <a:schemeClr val="dk1"/>
              </a:buClr>
              <a:buSzPts val="2250"/>
              <a:buFont typeface="Arial"/>
              <a:buChar char="•"/>
              <a:defRPr sz="2250" b="0" i="0" u="none" strike="noStrike" cap="none">
                <a:solidFill>
                  <a:schemeClr val="dk1"/>
                </a:solidFill>
                <a:latin typeface="Arial"/>
                <a:ea typeface="Arial"/>
                <a:cs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
  <p:cSld name="Title and Two Column">
    <p:spTree>
      <p:nvGrpSpPr>
        <p:cNvPr id="1" name=""/>
        <p:cNvGrpSpPr/>
        <p:nvPr/>
      </p:nvGrpSpPr>
      <p:grpSpPr>
        <a:xfrm>
          <a:off x="0" y="0"/>
          <a:ext cx="0" cy="0"/>
          <a:chOff x="0" y="0"/>
          <a:chExt cx="0" cy="0"/>
        </a:xfrm>
      </p:grpSpPr>
      <p:sp>
        <p:nvSpPr>
          <p:cNvPr id="20" name="Google Shape;20;p17">
            <a:extLst>
              <a:ext uri="{FF2B5EF4-FFF2-40B4-BE49-F238E27FC236}">
                <a16:creationId xmlns:a16="http://schemas.microsoft.com/office/drawing/2014/main" id="{269F7A3A-4EBE-4F7B-9917-4E78B1E96133}"/>
              </a:ext>
            </a:extLst>
          </p:cNvPr>
          <p:cNvSpPr>
            <a:spLocks noGrp="1"/>
          </p:cNvSpPr>
          <p:nvPr>
            <p:ph type="title"/>
          </p:nvPr>
        </p:nvSpPr>
        <p:spPr>
          <a:xfrm>
            <a:off x="685800" y="533400"/>
            <a:ext cx="10820400" cy="838200"/>
          </a:xfrm>
          <a:prstGeom prst="rect">
            <a:avLst/>
          </a:prstGeom>
          <a:noFill/>
          <a:ln>
            <a:noFill/>
          </a:ln>
        </p:spPr>
        <p:txBody>
          <a:bodyPr spcFirstLastPara="1" wrap="square" lIns="0" tIns="0" rIns="0" bIns="0" anchor="t">
            <a:normAutofit/>
          </a:bodyPr>
          <a:lstStyle>
            <a:lvl1pPr marR="0" algn="l">
              <a:lnSpc>
                <a:spcPct val="110000"/>
              </a:lnSpc>
              <a:spcBef>
                <a:spcPts val="0"/>
              </a:spcBef>
              <a:spcAft>
                <a:spcPts val="0"/>
              </a:spcAft>
              <a:buClr>
                <a:schemeClr val="dk1"/>
              </a:buClr>
              <a:buSzPts val="3300"/>
              <a:buFont typeface="Arial"/>
              <a:buNone/>
              <a:defRPr sz="3300" b="1" i="0" u="none" strike="noStrike" cap="none">
                <a:solidFill>
                  <a:schemeClr val="dk1"/>
                </a:solidFill>
                <a:latin typeface="Arial"/>
                <a:ea typeface="Arial"/>
                <a:cs typeface="Arial"/>
              </a:defRPr>
            </a:lvl1pPr>
            <a:lvl2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2pPr>
            <a:lvl3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3pPr>
            <a:lvl4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4pPr>
            <a:lvl5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5pPr>
            <a:lvl6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6pPr>
            <a:lvl7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7pPr>
            <a:lvl8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8pPr>
            <a:lvl9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9pPr>
          </a:lstStyle>
          <a:p>
            <a:endParaRPr/>
          </a:p>
        </p:txBody>
      </p:sp>
      <p:sp>
        <p:nvSpPr>
          <p:cNvPr id="21" name="Google Shape;21;p17">
            <a:extLst>
              <a:ext uri="{FF2B5EF4-FFF2-40B4-BE49-F238E27FC236}">
                <a16:creationId xmlns:a16="http://schemas.microsoft.com/office/drawing/2014/main" id="{D233D1AD-CF00-4A31-AC4B-187CAE1427B9}"/>
              </a:ext>
            </a:extLst>
          </p:cNvPr>
          <p:cNvSpPr>
            <a:spLocks noGrp="1"/>
          </p:cNvSpPr>
          <p:nvPr>
            <p:ph type="body" idx="1"/>
          </p:nvPr>
        </p:nvSpPr>
        <p:spPr>
          <a:xfrm>
            <a:off x="685800" y="1905000"/>
            <a:ext cx="5029200" cy="4267200"/>
          </a:xfrm>
          <a:prstGeom prst="rect">
            <a:avLst/>
          </a:prstGeom>
          <a:noFill/>
          <a:ln>
            <a:noFill/>
          </a:ln>
        </p:spPr>
        <p:txBody>
          <a:bodyPr spcFirstLastPara="1" wrap="square" lIns="0" tIns="0" rIns="0" bIns="0" anchor="t">
            <a:normAutofit/>
          </a:bodyPr>
          <a:lstStyle>
            <a:lvl1pPr marL="457200" marR="0" indent="-361950" algn="l">
              <a:lnSpc>
                <a:spcPct val="110000"/>
              </a:lnSpc>
              <a:spcBef>
                <a:spcPts val="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1pPr>
            <a:lvl2pPr marL="9144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2pPr>
            <a:lvl3pPr marL="13716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3pPr>
            <a:lvl4pPr marL="18288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4pPr>
            <a:lvl5pPr marL="22860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5pPr>
            <a:lvl6pPr marL="27432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6pPr>
            <a:lvl7pPr marL="32004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7pPr>
            <a:lvl8pPr marL="36576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8pPr>
            <a:lvl9pPr marL="4114800" marR="0" indent="-361950" algn="l">
              <a:lnSpc>
                <a:spcPct val="110000"/>
              </a:lnSpc>
              <a:spcBef>
                <a:spcPts val="1200"/>
              </a:spcBef>
              <a:spcAft>
                <a:spcPts val="1200"/>
              </a:spcAft>
              <a:buClr>
                <a:schemeClr val="dk1"/>
              </a:buClr>
              <a:buSzPts val="2100"/>
              <a:buFont typeface="Arial"/>
              <a:buChar char="•"/>
              <a:defRPr sz="2100" b="0" i="0" u="none" strike="noStrike" cap="none">
                <a:solidFill>
                  <a:schemeClr val="dk1"/>
                </a:solidFill>
                <a:latin typeface="Arial"/>
                <a:ea typeface="Arial"/>
                <a:cs typeface="Arial"/>
              </a:defRPr>
            </a:lvl9pPr>
          </a:lstStyle>
          <a:p>
            <a:endParaRPr/>
          </a:p>
        </p:txBody>
      </p:sp>
      <p:sp>
        <p:nvSpPr>
          <p:cNvPr id="22" name="Google Shape;22;p17">
            <a:extLst>
              <a:ext uri="{FF2B5EF4-FFF2-40B4-BE49-F238E27FC236}">
                <a16:creationId xmlns:a16="http://schemas.microsoft.com/office/drawing/2014/main" id="{C1407C1C-D89A-4485-B308-E2B73F671E05}"/>
              </a:ext>
            </a:extLst>
          </p:cNvPr>
          <p:cNvSpPr>
            <a:spLocks noGrp="1"/>
          </p:cNvSpPr>
          <p:nvPr>
            <p:ph type="body" idx="2"/>
          </p:nvPr>
        </p:nvSpPr>
        <p:spPr>
          <a:xfrm>
            <a:off x="6477000" y="1905000"/>
            <a:ext cx="5029200" cy="4267200"/>
          </a:xfrm>
          <a:prstGeom prst="rect">
            <a:avLst/>
          </a:prstGeom>
          <a:noFill/>
          <a:ln>
            <a:noFill/>
          </a:ln>
        </p:spPr>
        <p:txBody>
          <a:bodyPr spcFirstLastPara="1" wrap="square" lIns="0" tIns="0" rIns="0" bIns="0" anchor="t">
            <a:normAutofit/>
          </a:bodyPr>
          <a:lstStyle>
            <a:lvl1pPr marL="457200" marR="0" indent="-361950" algn="l">
              <a:lnSpc>
                <a:spcPct val="110000"/>
              </a:lnSpc>
              <a:spcBef>
                <a:spcPts val="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1pPr>
            <a:lvl2pPr marL="9144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2pPr>
            <a:lvl3pPr marL="13716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3pPr>
            <a:lvl4pPr marL="18288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4pPr>
            <a:lvl5pPr marL="22860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5pPr>
            <a:lvl6pPr marL="27432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6pPr>
            <a:lvl7pPr marL="32004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7pPr>
            <a:lvl8pPr marL="36576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8pPr>
            <a:lvl9pPr marL="4114800" marR="0" indent="-361950" algn="l">
              <a:lnSpc>
                <a:spcPct val="110000"/>
              </a:lnSpc>
              <a:spcBef>
                <a:spcPts val="1200"/>
              </a:spcBef>
              <a:spcAft>
                <a:spcPts val="1200"/>
              </a:spcAft>
              <a:buClr>
                <a:schemeClr val="dk1"/>
              </a:buClr>
              <a:buSzPts val="2100"/>
              <a:buFont typeface="Arial"/>
              <a:buChar char="•"/>
              <a:defRPr sz="2100" b="0" i="0" u="none" strike="noStrike" cap="none">
                <a:solidFill>
                  <a:schemeClr val="dk1"/>
                </a:solidFill>
                <a:latin typeface="Arial"/>
                <a:ea typeface="Arial"/>
                <a:cs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One Column">
  <p:cSld name="Title and One Column">
    <p:spTree>
      <p:nvGrpSpPr>
        <p:cNvPr id="1" name=""/>
        <p:cNvGrpSpPr/>
        <p:nvPr/>
      </p:nvGrpSpPr>
      <p:grpSpPr>
        <a:xfrm>
          <a:off x="0" y="0"/>
          <a:ext cx="0" cy="0"/>
          <a:chOff x="0" y="0"/>
          <a:chExt cx="0" cy="0"/>
        </a:xfrm>
      </p:grpSpPr>
      <p:sp>
        <p:nvSpPr>
          <p:cNvPr id="24" name="Google Shape;24;p18">
            <a:extLst>
              <a:ext uri="{FF2B5EF4-FFF2-40B4-BE49-F238E27FC236}">
                <a16:creationId xmlns:a16="http://schemas.microsoft.com/office/drawing/2014/main" id="{17F1AE88-91CE-497F-912E-66BDDF96BB32}"/>
              </a:ext>
            </a:extLst>
          </p:cNvPr>
          <p:cNvSpPr>
            <a:spLocks noGrp="1"/>
          </p:cNvSpPr>
          <p:nvPr>
            <p:ph type="title"/>
          </p:nvPr>
        </p:nvSpPr>
        <p:spPr>
          <a:xfrm>
            <a:off x="685800" y="533400"/>
            <a:ext cx="10820400" cy="838200"/>
          </a:xfrm>
          <a:prstGeom prst="rect">
            <a:avLst/>
          </a:prstGeom>
          <a:noFill/>
          <a:ln>
            <a:noFill/>
          </a:ln>
        </p:spPr>
        <p:txBody>
          <a:bodyPr spcFirstLastPara="1" wrap="square" lIns="0" tIns="0" rIns="0" bIns="0" anchor="t">
            <a:normAutofit/>
          </a:bodyPr>
          <a:lstStyle>
            <a:lvl1pPr marR="0" algn="l">
              <a:lnSpc>
                <a:spcPct val="110000"/>
              </a:lnSpc>
              <a:spcBef>
                <a:spcPts val="0"/>
              </a:spcBef>
              <a:spcAft>
                <a:spcPts val="0"/>
              </a:spcAft>
              <a:buClr>
                <a:schemeClr val="dk1"/>
              </a:buClr>
              <a:buSzPts val="3300"/>
              <a:buFont typeface="Arial"/>
              <a:buNone/>
              <a:defRPr sz="3300" b="1" i="0" u="none" strike="noStrike" cap="none">
                <a:solidFill>
                  <a:schemeClr val="dk1"/>
                </a:solidFill>
                <a:latin typeface="Arial"/>
                <a:ea typeface="Arial"/>
                <a:cs typeface="Arial"/>
              </a:defRPr>
            </a:lvl1pPr>
            <a:lvl2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2pPr>
            <a:lvl3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3pPr>
            <a:lvl4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4pPr>
            <a:lvl5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5pPr>
            <a:lvl6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6pPr>
            <a:lvl7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7pPr>
            <a:lvl8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8pPr>
            <a:lvl9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9pPr>
          </a:lstStyle>
          <a:p>
            <a:endParaRPr/>
          </a:p>
        </p:txBody>
      </p:sp>
      <p:sp>
        <p:nvSpPr>
          <p:cNvPr id="25" name="Google Shape;25;p18">
            <a:extLst>
              <a:ext uri="{FF2B5EF4-FFF2-40B4-BE49-F238E27FC236}">
                <a16:creationId xmlns:a16="http://schemas.microsoft.com/office/drawing/2014/main" id="{F380BD68-5E87-47EB-93DC-29698DFF65DF}"/>
              </a:ext>
            </a:extLst>
          </p:cNvPr>
          <p:cNvSpPr>
            <a:spLocks noGrp="1"/>
          </p:cNvSpPr>
          <p:nvPr>
            <p:ph type="body" idx="1"/>
          </p:nvPr>
        </p:nvSpPr>
        <p:spPr>
          <a:xfrm>
            <a:off x="685800" y="1905000"/>
            <a:ext cx="5029200" cy="4267200"/>
          </a:xfrm>
          <a:prstGeom prst="rect">
            <a:avLst/>
          </a:prstGeom>
          <a:noFill/>
          <a:ln>
            <a:noFill/>
          </a:ln>
        </p:spPr>
        <p:txBody>
          <a:bodyPr spcFirstLastPara="1" wrap="square" lIns="0" tIns="0" rIns="0" bIns="0" anchor="t">
            <a:normAutofit/>
          </a:bodyPr>
          <a:lstStyle>
            <a:lvl1pPr marL="457200" marR="0" indent="-371475" algn="l">
              <a:lnSpc>
                <a:spcPct val="110000"/>
              </a:lnSpc>
              <a:spcBef>
                <a:spcPts val="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1pPr>
            <a:lvl2pPr marL="9144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2pPr>
            <a:lvl3pPr marL="13716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3pPr>
            <a:lvl4pPr marL="18288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4pPr>
            <a:lvl5pPr marL="22860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5pPr>
            <a:lvl6pPr marL="27432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6pPr>
            <a:lvl7pPr marL="32004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7pPr>
            <a:lvl8pPr marL="36576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8pPr>
            <a:lvl9pPr marL="4114800" marR="0" indent="-371475" algn="l">
              <a:lnSpc>
                <a:spcPct val="110000"/>
              </a:lnSpc>
              <a:spcBef>
                <a:spcPts val="1200"/>
              </a:spcBef>
              <a:spcAft>
                <a:spcPts val="1200"/>
              </a:spcAft>
              <a:buClr>
                <a:schemeClr val="dk1"/>
              </a:buClr>
              <a:buSzPts val="2250"/>
              <a:buFont typeface="Arial"/>
              <a:buChar char="•"/>
              <a:defRPr sz="2250" b="0" i="0" u="none" strike="noStrike" cap="none">
                <a:solidFill>
                  <a:schemeClr val="dk1"/>
                </a:solidFill>
                <a:latin typeface="Arial"/>
                <a:ea typeface="Arial"/>
                <a:cs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2F5B"/>
        </a:solidFill>
        <a:effectLst/>
      </p:bgPr>
    </p:bg>
    <p:spTree>
      <p:nvGrpSpPr>
        <p:cNvPr id="1" name=""/>
        <p:cNvGrpSpPr/>
        <p:nvPr/>
      </p:nvGrpSpPr>
      <p:grpSpPr>
        <a:xfrm>
          <a:off x="0" y="0"/>
          <a:ext cx="0" cy="0"/>
          <a:chOff x="0" y="0"/>
          <a:chExt cx="0" cy="0"/>
        </a:xfrm>
      </p:grpSpPr>
      <p:sp>
        <p:nvSpPr>
          <p:cNvPr id="31" name="Google Shape;31;p1">
            <a:extLst>
              <a:ext uri="{FF2B5EF4-FFF2-40B4-BE49-F238E27FC236}">
                <a16:creationId xmlns:a16="http://schemas.microsoft.com/office/drawing/2014/main" id="{D4E7EDB5-25C6-4C3C-97EF-624D6FA5A5B2}"/>
              </a:ext>
            </a:extLst>
          </p:cNvPr>
          <p:cNvSpPr>
            <a:spLocks noGrp="1"/>
          </p:cNvSpPr>
          <p:nvPr/>
        </p:nvSpPr>
        <p:spPr>
          <a:xfrm>
            <a:off x="609600" y="400050"/>
            <a:ext cx="9048750" cy="28575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F7F6F2"/>
              </a:buClr>
              <a:buSzPts val="1400"/>
              <a:buFont typeface="Arial"/>
              <a:buNone/>
            </a:pPr>
            <a:r>
              <a:rPr sz="1400" b="1">
                <a:solidFill>
                  <a:srgbClr val="F7F6F2"/>
                </a:solidFill>
                <a:latin typeface="Arial"/>
                <a:ea typeface="Arial"/>
                <a:cs typeface="Arial"/>
              </a:rPr>
              <a:t>CODYSSEY AI HACKATHON 2026</a:t>
            </a:r>
            <a:endParaRPr/>
          </a:p>
        </p:txBody>
      </p:sp>
      <p:sp>
        <p:nvSpPr>
          <p:cNvPr id="32" name="Google Shape;32;p1">
            <a:extLst>
              <a:ext uri="{FF2B5EF4-FFF2-40B4-BE49-F238E27FC236}">
                <a16:creationId xmlns:a16="http://schemas.microsoft.com/office/drawing/2014/main" id="{15EDA447-00BB-439A-9772-392061D1CF8A}"/>
              </a:ext>
            </a:extLst>
          </p:cNvPr>
          <p:cNvSpPr>
            <a:spLocks noGrp="1"/>
          </p:cNvSpPr>
          <p:nvPr/>
        </p:nvSpPr>
        <p:spPr>
          <a:xfrm>
            <a:off x="10001250" y="381000"/>
            <a:ext cx="1581150" cy="342900"/>
          </a:xfrm>
          <a:prstGeom prst="rect">
            <a:avLst/>
          </a:prstGeom>
          <a:noFill/>
          <a:ln>
            <a:noFill/>
          </a:ln>
        </p:spPr>
        <p:txBody>
          <a:bodyPr spcFirstLastPara="1" wrap="square" lIns="0" tIns="0" rIns="0" bIns="0" anchor="t">
            <a:noAutofit/>
          </a:bodyPr>
          <a:lstStyle/>
          <a:p>
            <a:pPr marL="0" marR="0" lvl="0" indent="0" algn="r">
              <a:lnSpc>
                <a:spcPct val="110000"/>
              </a:lnSpc>
              <a:spcBef>
                <a:spcPts val="0"/>
              </a:spcBef>
              <a:spcAft>
                <a:spcPts val="0"/>
              </a:spcAft>
              <a:buClr>
                <a:srgbClr val="FFB515"/>
              </a:buClr>
              <a:buSzPts val="1800"/>
              <a:buFont typeface="Arial"/>
              <a:buNone/>
            </a:pPr>
            <a:r>
              <a:rPr sz="1800" b="1">
                <a:solidFill>
                  <a:srgbClr val="FFB515"/>
                </a:solidFill>
                <a:latin typeface="Arial"/>
                <a:ea typeface="Arial"/>
                <a:cs typeface="Arial"/>
              </a:rPr>
              <a:t>2026</a:t>
            </a:r>
            <a:endParaRPr/>
          </a:p>
        </p:txBody>
      </p:sp>
      <p:sp>
        <p:nvSpPr>
          <p:cNvPr id="33" name="Google Shape;33;p1">
            <a:extLst>
              <a:ext uri="{FF2B5EF4-FFF2-40B4-BE49-F238E27FC236}">
                <a16:creationId xmlns:a16="http://schemas.microsoft.com/office/drawing/2014/main" id="{BB3765F7-C058-49F1-8316-506ABD96BC42}"/>
              </a:ext>
            </a:extLst>
          </p:cNvPr>
          <p:cNvSpPr>
            <a:spLocks noGrp="1"/>
          </p:cNvSpPr>
          <p:nvPr/>
        </p:nvSpPr>
        <p:spPr>
          <a:xfrm>
            <a:off x="609600" y="1809750"/>
            <a:ext cx="9525000" cy="238125"/>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CCD6E1"/>
              </a:buClr>
              <a:buSzPts val="1200"/>
              <a:buFont typeface="Arial"/>
              <a:buNone/>
            </a:pPr>
            <a:r>
              <a:rPr sz="1200" b="1">
                <a:solidFill>
                  <a:srgbClr val="CCD6E1"/>
                </a:solidFill>
                <a:latin typeface="Arial"/>
                <a:ea typeface="Arial"/>
                <a:cs typeface="Arial"/>
              </a:rPr>
              <a:t>AI 기반 추천 서비스</a:t>
            </a:r>
            <a:endParaRPr/>
          </a:p>
        </p:txBody>
      </p:sp>
      <p:sp>
        <p:nvSpPr>
          <p:cNvPr id="34" name="Google Shape;34;p1">
            <a:extLst>
              <a:ext uri="{FF2B5EF4-FFF2-40B4-BE49-F238E27FC236}">
                <a16:creationId xmlns:a16="http://schemas.microsoft.com/office/drawing/2014/main" id="{FBBB5773-5E7D-4681-BE4C-0075B1BE6A88}"/>
              </a:ext>
            </a:extLst>
          </p:cNvPr>
          <p:cNvSpPr>
            <a:spLocks noGrp="1"/>
          </p:cNvSpPr>
          <p:nvPr/>
        </p:nvSpPr>
        <p:spPr>
          <a:xfrm>
            <a:off x="609600" y="2314575"/>
            <a:ext cx="10972800" cy="123825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FFB515"/>
              </a:buClr>
              <a:buSzPts val="6800"/>
              <a:buFont typeface="Arial"/>
              <a:buNone/>
            </a:pPr>
            <a:r>
              <a:rPr sz="6800" b="1">
                <a:solidFill>
                  <a:srgbClr val="FFB515"/>
                </a:solidFill>
                <a:latin typeface="Arial"/>
                <a:ea typeface="Arial"/>
                <a:cs typeface="Arial"/>
              </a:rPr>
              <a:t>봉화지기</a:t>
            </a:r>
            <a:endParaRPr/>
          </a:p>
        </p:txBody>
      </p:sp>
      <p:sp>
        <p:nvSpPr>
          <p:cNvPr id="35" name="Google Shape;35;p1">
            <a:extLst>
              <a:ext uri="{FF2B5EF4-FFF2-40B4-BE49-F238E27FC236}">
                <a16:creationId xmlns:a16="http://schemas.microsoft.com/office/drawing/2014/main" id="{9C1F4910-2BB8-4244-8EBF-EC3777A94C88}"/>
              </a:ext>
            </a:extLst>
          </p:cNvPr>
          <p:cNvSpPr>
            <a:spLocks noGrp="1"/>
          </p:cNvSpPr>
          <p:nvPr/>
        </p:nvSpPr>
        <p:spPr>
          <a:xfrm>
            <a:off x="609600" y="3695700"/>
            <a:ext cx="914400" cy="47625"/>
          </a:xfrm>
          <a:prstGeom prst="rect">
            <a:avLst/>
          </a:prstGeom>
          <a:solidFill>
            <a:srgbClr val="FFB515"/>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36" name="Google Shape;36;p1">
            <a:extLst>
              <a:ext uri="{FF2B5EF4-FFF2-40B4-BE49-F238E27FC236}">
                <a16:creationId xmlns:a16="http://schemas.microsoft.com/office/drawing/2014/main" id="{EA5AEB56-5B13-4784-8864-2387C0372CD0}"/>
              </a:ext>
            </a:extLst>
          </p:cNvPr>
          <p:cNvSpPr>
            <a:spLocks noGrp="1"/>
          </p:cNvSpPr>
          <p:nvPr/>
        </p:nvSpPr>
        <p:spPr>
          <a:xfrm>
            <a:off x="609600" y="4010025"/>
            <a:ext cx="10191750" cy="81915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F7F6F2"/>
              </a:buClr>
              <a:buSzPts val="2400"/>
              <a:buFont typeface="Arial"/>
              <a:buNone/>
            </a:pPr>
            <a:r>
              <a:rPr sz="2400" b="0">
                <a:solidFill>
                  <a:srgbClr val="F7F6F2"/>
                </a:solidFill>
                <a:latin typeface="Arial"/>
                <a:ea typeface="Arial"/>
                <a:cs typeface="Arial"/>
              </a:rPr>
              <a:t>내 상황에 맞는 재난 대응을 추천합니다</a:t>
            </a:r>
            <a:endParaRPr/>
          </a:p>
        </p:txBody>
      </p:sp>
      <p:sp>
        <p:nvSpPr>
          <p:cNvPr id="37" name="Google Shape;37;p1">
            <a:extLst>
              <a:ext uri="{FF2B5EF4-FFF2-40B4-BE49-F238E27FC236}">
                <a16:creationId xmlns:a16="http://schemas.microsoft.com/office/drawing/2014/main" id="{954E4564-145F-4F6B-96C7-2B390B75C8C9}"/>
              </a:ext>
            </a:extLst>
          </p:cNvPr>
          <p:cNvSpPr>
            <a:spLocks noGrp="1"/>
          </p:cNvSpPr>
          <p:nvPr/>
        </p:nvSpPr>
        <p:spPr>
          <a:xfrm>
            <a:off x="609600" y="5543550"/>
            <a:ext cx="10972800" cy="9525"/>
          </a:xfrm>
          <a:prstGeom prst="rect">
            <a:avLst/>
          </a:prstGeom>
          <a:solidFill>
            <a:srgbClr val="476784"/>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38" name="Google Shape;38;p1">
            <a:extLst>
              <a:ext uri="{FF2B5EF4-FFF2-40B4-BE49-F238E27FC236}">
                <a16:creationId xmlns:a16="http://schemas.microsoft.com/office/drawing/2014/main" id="{5EBE57DA-7997-4E6F-938B-69E8ABA917E7}"/>
              </a:ext>
            </a:extLst>
          </p:cNvPr>
          <p:cNvSpPr>
            <a:spLocks noGrp="1"/>
          </p:cNvSpPr>
          <p:nvPr/>
        </p:nvSpPr>
        <p:spPr>
          <a:xfrm>
            <a:off x="609600" y="6006725"/>
            <a:ext cx="4854600" cy="36210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F7F6F2"/>
              </a:buClr>
              <a:buSzPts val="1900"/>
              <a:buFont typeface="Arial"/>
              <a:buNone/>
            </a:pPr>
            <a:r>
              <a:rPr sz="2400" b="1">
                <a:solidFill>
                  <a:srgbClr val="FFB515"/>
                </a:solidFill>
                <a:latin typeface="Courier New"/>
                <a:ea typeface="Courier New"/>
                <a:cs typeface="Courier New"/>
              </a:rPr>
              <a:t>print("Hello, world!")</a:t>
            </a:r>
            <a:endParaRPr sz="2100">
              <a:solidFill>
                <a:srgbClr val="FFB515"/>
              </a:solidFill>
            </a:endParaRPr>
          </a:p>
        </p:txBody>
      </p:sp>
      <p:sp>
        <p:nvSpPr>
          <p:cNvPr id="39" name="Google Shape;39;p1">
            <a:extLst>
              <a:ext uri="{FF2B5EF4-FFF2-40B4-BE49-F238E27FC236}">
                <a16:creationId xmlns:a16="http://schemas.microsoft.com/office/drawing/2014/main" id="{AC88F84A-494D-4C02-AF35-142A7937F9B3}"/>
              </a:ext>
            </a:extLst>
          </p:cNvPr>
          <p:cNvSpPr>
            <a:spLocks noGrp="1"/>
          </p:cNvSpPr>
          <p:nvPr/>
        </p:nvSpPr>
        <p:spPr>
          <a:xfrm>
            <a:off x="595801" y="5661442"/>
            <a:ext cx="8382000" cy="285900"/>
          </a:xfrm>
          <a:prstGeom prst="rect">
            <a:avLst/>
          </a:prstGeom>
          <a:noFill/>
          <a:ln>
            <a:noFill/>
          </a:ln>
        </p:spPr>
        <p:txBody>
          <a:bodyPr spcFirstLastPara="1" wrap="square" lIns="0" tIns="0" rIns="0" bIns="0" anchor="t">
            <a:noAutofit/>
          </a:bodyPr>
          <a:lstStyle/>
          <a:p>
            <a:pPr marL="0" lvl="0" indent="0" algn="l">
              <a:lnSpc>
                <a:spcPct val="110000"/>
              </a:lnSpc>
              <a:spcBef>
                <a:spcPts val="0"/>
              </a:spcBef>
              <a:spcAft>
                <a:spcPts val="0"/>
              </a:spcAft>
              <a:buClr>
                <a:schemeClr val="lt2"/>
              </a:buClr>
              <a:buSzPts val="1900"/>
              <a:buFont typeface="Arial"/>
              <a:buNone/>
            </a:pPr>
            <a:r>
              <a:rPr sz="2000" b="1" dirty="0">
                <a:solidFill>
                  <a:srgbClr val="FFB515"/>
                </a:solidFill>
                <a:latin typeface="Courier New"/>
                <a:ea typeface="Courier New"/>
                <a:cs typeface="Courier New"/>
              </a:rPr>
              <a:t>team = [“</a:t>
            </a:r>
            <a:r>
              <a:rPr lang="ko-KR" altLang="en-US" sz="2000" b="1">
                <a:solidFill>
                  <a:srgbClr val="FFB515"/>
                </a:solidFill>
                <a:latin typeface="Courier New"/>
                <a:ea typeface="Courier New"/>
                <a:cs typeface="Courier New"/>
              </a:rPr>
              <a:t>홍영재</a:t>
            </a:r>
            <a:r>
              <a:rPr sz="2000" b="1">
                <a:solidFill>
                  <a:srgbClr val="FFB515"/>
                </a:solidFill>
                <a:latin typeface="Courier New"/>
                <a:ea typeface="Courier New"/>
                <a:cs typeface="Courier New"/>
              </a:rPr>
              <a:t>”, </a:t>
            </a:r>
            <a:r>
              <a:rPr sz="2000" b="1" dirty="0">
                <a:solidFill>
                  <a:srgbClr val="FFB515"/>
                </a:solidFill>
                <a:latin typeface="Courier New"/>
                <a:ea typeface="Courier New"/>
                <a:cs typeface="Courier New"/>
              </a:rPr>
              <a:t>“김현래”</a:t>
            </a:r>
            <a:r>
              <a:rPr lang="ko-KR" altLang="en-US" sz="2000" b="1" dirty="0">
                <a:solidFill>
                  <a:srgbClr val="FFB515"/>
                </a:solidFill>
                <a:latin typeface="Courier New"/>
                <a:ea typeface="Courier New"/>
                <a:cs typeface="Courier New"/>
              </a:rPr>
              <a:t> </a:t>
            </a:r>
            <a:r>
              <a:rPr lang="en-US" altLang="ko-KR" sz="2000" b="1" dirty="0">
                <a:solidFill>
                  <a:srgbClr val="FFB515"/>
                </a:solidFill>
                <a:latin typeface="Courier New"/>
                <a:ea typeface="Courier New"/>
                <a:cs typeface="Courier New"/>
              </a:rPr>
              <a:t>, “</a:t>
            </a:r>
            <a:r>
              <a:rPr lang="ko-KR" altLang="en-US" sz="2000" b="1" dirty="0" err="1">
                <a:solidFill>
                  <a:srgbClr val="FFB515"/>
                </a:solidFill>
                <a:latin typeface="Courier New"/>
                <a:ea typeface="Courier New"/>
                <a:cs typeface="Courier New"/>
              </a:rPr>
              <a:t>허연진</a:t>
            </a:r>
            <a:r>
              <a:rPr lang="ko-KR" altLang="en-US" sz="2000" b="1" dirty="0">
                <a:solidFill>
                  <a:srgbClr val="FFB515"/>
                </a:solidFill>
                <a:latin typeface="Courier New"/>
                <a:ea typeface="Courier New"/>
                <a:cs typeface="Courier New"/>
              </a:rPr>
              <a:t>”</a:t>
            </a:r>
            <a:r>
              <a:rPr sz="2000" b="1" dirty="0">
                <a:solidFill>
                  <a:srgbClr val="FFB515"/>
                </a:solidFill>
                <a:latin typeface="Courier New"/>
                <a:ea typeface="Courier New"/>
                <a:cs typeface="Courier New"/>
              </a:rPr>
              <a:t>, “</a:t>
            </a:r>
            <a:r>
              <a:rPr sz="2000" b="1" dirty="0" err="1">
                <a:solidFill>
                  <a:srgbClr val="FFB515"/>
                </a:solidFill>
                <a:latin typeface="Courier New"/>
                <a:ea typeface="Courier New"/>
                <a:cs typeface="Courier New"/>
              </a:rPr>
              <a:t>강소연</a:t>
            </a:r>
            <a:r>
              <a:rPr sz="2000" b="1" dirty="0">
                <a:solidFill>
                  <a:srgbClr val="FFB515"/>
                </a:solidFill>
                <a:latin typeface="Courier New"/>
                <a:ea typeface="Courier New"/>
                <a:cs typeface="Courier New"/>
              </a:rPr>
              <a:t>”]</a:t>
            </a:r>
            <a:endParaRPr sz="1300" dirty="0">
              <a:solidFill>
                <a:srgbClr val="FFB515"/>
              </a:solidFill>
            </a:endParaRPr>
          </a:p>
        </p:txBody>
      </p:sp>
      <p:sp>
        <p:nvSpPr>
          <p:cNvPr id="40" name="Google Shape;40;p1">
            <a:extLst>
              <a:ext uri="{FF2B5EF4-FFF2-40B4-BE49-F238E27FC236}">
                <a16:creationId xmlns:a16="http://schemas.microsoft.com/office/drawing/2014/main" id="{DC823DAC-8728-4CE8-BB48-4C4494AE8B88}"/>
              </a:ext>
            </a:extLst>
          </p:cNvPr>
          <p:cNvSpPr>
            <a:spLocks noGrp="1"/>
          </p:cNvSpPr>
          <p:nvPr/>
        </p:nvSpPr>
        <p:spPr>
          <a:xfrm>
            <a:off x="8665650" y="6083179"/>
            <a:ext cx="2916600" cy="362100"/>
          </a:xfrm>
          <a:prstGeom prst="rect">
            <a:avLst/>
          </a:prstGeom>
          <a:noFill/>
          <a:ln>
            <a:noFill/>
          </a:ln>
        </p:spPr>
        <p:txBody>
          <a:bodyPr spcFirstLastPara="1" wrap="square" lIns="0" tIns="0" rIns="0" bIns="0" anchor="t">
            <a:noAutofit/>
          </a:bodyPr>
          <a:lstStyle/>
          <a:p>
            <a:pPr marL="0" marR="0" lvl="0" indent="0" algn="r">
              <a:lnSpc>
                <a:spcPct val="110000"/>
              </a:lnSpc>
              <a:spcBef>
                <a:spcPts val="0"/>
              </a:spcBef>
              <a:spcAft>
                <a:spcPts val="0"/>
              </a:spcAft>
              <a:buClr>
                <a:srgbClr val="FFB515"/>
              </a:buClr>
              <a:buSzPts val="2200"/>
              <a:buFont typeface="Arial"/>
              <a:buNone/>
            </a:pPr>
            <a:r>
              <a:rPr sz="2200" b="1">
                <a:solidFill>
                  <a:srgbClr val="FFB515"/>
                </a:solidFill>
                <a:latin typeface="Arial"/>
                <a:ea typeface="Arial"/>
                <a:cs typeface="Arial"/>
              </a:rPr>
              <a:t>2026.10.30</a:t>
            </a:r>
            <a:r>
              <a:t> </a:t>
            </a:r>
            <a:r>
              <a:rPr sz="2200" b="1">
                <a:solidFill>
                  <a:srgbClr val="FFB515"/>
                </a:solidFill>
                <a:latin typeface="Arial"/>
                <a:ea typeface="Arial"/>
                <a:cs typeface="Arial"/>
              </a:rPr>
              <a:t>– 11.02</a:t>
            </a:r>
            <a:endParaRPr/>
          </a:p>
        </p:txBody>
      </p:sp>
    </p:spTree>
    <p:extLst>
      <p:ext uri="{BB962C8B-B14F-4D97-AF65-F5344CB8AC3E}">
        <p14:creationId xmlns:p14="http://schemas.microsoft.com/office/powerpoint/2010/main" val="2000938833"/>
      </p:ext>
    </p:extLst>
  </p:cSld>
  <p:clrMapOvr>
    <a:masterClrMapping/>
  </p:clrMapOvr>
</p:sld>
</file>

<file path=ppt/theme/theme1.xml><?xml version="1.0" encoding="utf-8"?>
<a:theme xmlns:a="http://schemas.openxmlformats.org/drawingml/2006/main" name="ChatGPT">
  <a:themeElements>
    <a:clrScheme name="CODYSSEY Navy Yellow">
      <a:dk1>
        <a:srgbClr val="202020"/>
      </a:dk1>
      <a:lt1>
        <a:srgbClr val="FFFFFF"/>
      </a:lt1>
      <a:dk2>
        <a:srgbClr val="062F5B"/>
      </a:dk2>
      <a:lt2>
        <a:srgbClr val="F7F6F2"/>
      </a:lt2>
      <a:accent1>
        <a:srgbClr val="062F5B"/>
      </a:accent1>
      <a:accent2>
        <a:srgbClr val="FFB515"/>
      </a:accent2>
      <a:accent3>
        <a:srgbClr val="65707C"/>
      </a:accent3>
      <a:accent4>
        <a:srgbClr val="EAEDEB"/>
      </a:accent4>
      <a:accent5>
        <a:srgbClr val="202020"/>
      </a:accent5>
      <a:accent6>
        <a:srgbClr val="CCD6E1"/>
      </a:accent6>
      <a:hlink>
        <a:srgbClr val="062F5B"/>
      </a:hlink>
      <a:folHlink>
        <a:srgbClr val="062F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DYSSEY Navy Yell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hatGPT">
  <a:themeElements>
    <a:clrScheme name="CODYSSEY Navy Yellow">
      <a:dk1>
        <a:srgbClr val="202020"/>
      </a:dk1>
      <a:lt1>
        <a:srgbClr val="FFFFFF"/>
      </a:lt1>
      <a:dk2>
        <a:srgbClr val="062F5B"/>
      </a:dk2>
      <a:lt2>
        <a:srgbClr val="F7F6F2"/>
      </a:lt2>
      <a:accent1>
        <a:srgbClr val="062F5B"/>
      </a:accent1>
      <a:accent2>
        <a:srgbClr val="FFB515"/>
      </a:accent2>
      <a:accent3>
        <a:srgbClr val="65707C"/>
      </a:accent3>
      <a:accent4>
        <a:srgbClr val="EAEDEB"/>
      </a:accent4>
      <a:accent5>
        <a:srgbClr val="202020"/>
      </a:accent5>
      <a:accent6>
        <a:srgbClr val="CCD6E1"/>
      </a:accent6>
      <a:hlink>
        <a:srgbClr val="062F5B"/>
      </a:hlink>
      <a:folHlink>
        <a:srgbClr val="062F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DYSSEY Navy Yell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79</Words>
  <Application>Microsoft Office PowerPoint</Application>
  <DocSecurity>0</DocSecurity>
  <PresentationFormat>와이드스크린</PresentationFormat>
  <Paragraphs>9</Paragraphs>
  <Slides>1</Slides>
  <Notes>1</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vt:i4>
      </vt:variant>
    </vt:vector>
  </HeadingPairs>
  <TitlesOfParts>
    <vt:vector size="4" baseType="lpstr">
      <vt:lpstr>Arial</vt:lpstr>
      <vt:lpstr>Courier New</vt:lpstr>
      <vt:lpstr>ChatGPT</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김현래</cp:lastModifiedBy>
  <cp:revision>1</cp:revision>
  <dcterms:created xsi:type="dcterms:W3CDTF">2026-10-31T13:00:06Z</dcterms:created>
  <dcterms:modified xsi:type="dcterms:W3CDTF">2026-10-31T14:24:32Z</dcterms:modified>
</cp:coreProperties>
</file>