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80c3faaad94ce7" /><Relationship Type="http://schemas.openxmlformats.org/officeDocument/2006/relationships/extended-properties" Target="/docProps/app.xml" Id="Rcd4287fb0ccf4815" /><Relationship Type="http://schemas.openxmlformats.org/officeDocument/2006/relationships/officeDocument" Target="/ppt/presentation.xml" Id="Rbdcce767b34a420a" /></Relationships>
</file>

<file path=ppt/presentation.xml><?xml version="1.0" encoding="utf-8"?>
<p:presentation xmlns:p="http://schemas.openxmlformats.org/presentationml/2006/main">
  <p:sldMasterIdLst>
    <p:sldMasterId xmlns:r="http://schemas.openxmlformats.org/officeDocument/2006/relationships" id="2147483648" r:id="Rfb404fd9c7e94bdc"/>
  </p:sldMasterIdLst>
  <p:notesMasterIdLst>
    <p:notesMasterId xmlns:r="http://schemas.openxmlformats.org/officeDocument/2006/relationships" r:id="R3a40df3226cd4541"/>
  </p:notesMasterIdLst>
  <p:sldIdLst>
    <p:sldId xmlns:r="http://schemas.openxmlformats.org/officeDocument/2006/relationships" id="256" r:id="Rebfe80ec8663449a"/>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5738E33-45E3-4656-82C1-05467E921EFD}">
  <a:tblStyle styleId="{55738E33-45E3-4656-82C1-05467E921E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5d702803dbc4af1" /><Relationship Type="http://schemas.openxmlformats.org/officeDocument/2006/relationships/slideMaster" Target="/ppt/slideMasters/slideMaster1.xml" Id="Rfb404fd9c7e94bdc" /><Relationship Type="http://schemas.openxmlformats.org/officeDocument/2006/relationships/notesMaster" Target="/ppt/notesMasters/notesMaster1.xml" Id="R3a40df3226cd4541" /><Relationship Type="http://schemas.openxmlformats.org/officeDocument/2006/relationships/presProps" Target="/ppt/presProps.xml" Id="Re3225d286e71458b" /><Relationship Type="http://schemas.openxmlformats.org/officeDocument/2006/relationships/viewProps" Target="/ppt/viewProps.xml" Id="R0d37b88c200e4f78" /><Relationship Type="http://schemas.openxmlformats.org/officeDocument/2006/relationships/tableStyles" Target="/ppt/tableStyles.xml" Id="R3319420caeb549d0" /><Relationship Type="http://schemas.openxmlformats.org/officeDocument/2006/relationships/slide" Target="/ppt/slides/slide1.xml" Id="Rebfe80ec866344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07234bf2cc44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9e224e7c7e4529" /><Relationship Type="http://schemas.openxmlformats.org/officeDocument/2006/relationships/notesMaster" Target="/ppt/notesMasters/notesMaster1.xml" Id="R68ac1f384cc343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수정 표지 발표 예시</a:t>
            </a:r>
            <a:endParaRPr sz="1200"/>
          </a:p>
          <a:p xmlns:a="http://schemas.openxmlformats.org/drawingml/2006/main">
            <a:pPr marL="0" lvl="0" indent="0" algn="l">
              <a:spcBef>
                <a:spcPts val="0"/>
              </a:spcBef>
              <a:spcAft>
                <a:spcPts val="0"/>
              </a:spcAft>
              <a:buNone/>
            </a:pPr>
            <a:r>
              <a:t>2026년 10월 27일, 저는 교육장에서 재난문자를 받았습니다. 옥상에서 보니 연기가 멀어지는 것처럼 보였고, 그때는 대피하지 않았습니다. 하지만 그 판단은 제가 직접 해야 했습니다. 가까이에서 발생한 재난이 나에게 어떤 영향을 미칠지 예측하고, 내 상황에 맞는 다음 행동을 추천받을 수 있다면 어떨까요? 봉화지기는 그 질문에서 출발했습니다.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개인 경험은 사용자가 대화에서 제공한 진술을 발표용으로 재구성했습니다. 문자 원문·수신시각·사진·당시 위치 기록은 미수집입니다. 연기가 멀어지는 것처럼 보였다는 개인 관찰은 검증된 풍향·화염 확산 관측과 구분합니다. 옥상 관찰을 권장하거나 당시 비대피 판단이 안전했다고 검증하는 내용이 아닙니다.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이 장의 '예측·추천'은 서비스 목표입니다. 재난의 진행·예보·공식 안내와 사용자 위치·이동 및 지원 조건을 함께 고려해 영향을 추정하고 다음 행동을 제안하는 기획 방향이며, 당시 실제 예측·추천을 제공했다는 뜻은 아닙니다. 공식 현장 지시를 우선합니다.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지도 수정 범위</a:t>
            </a:r>
            <a:endParaRPr sz="1200"/>
          </a:p>
          <a:p xmlns:a="http://schemas.openxmlformats.org/drawingml/2006/main">
            <a:pPr marL="0" lvl="0" indent="0" algn="l">
              <a:spcBef>
                <a:spcPts val="0"/>
              </a:spcBef>
              <a:spcAft>
                <a:spcPts val="0"/>
              </a:spcAft>
              <a:buNone/>
            </a:pPr>
            <a:r>
              <a:t>개포동과 구룡산·대모산이 보이도록 지도 범위를 넓혔습니다. 지도 위 빨간 화살표는 보도된 초기 서쪽 및 이후 남쪽 방향을 도식화합니다. 구룡마을 대표 좌표 주변에 배치했으며 실제 출발점·끝점·거리·속도·시간별 화선·지구 경계를 나타내지 않습니다. 3·5·7지구 좌표는 미확인으로 별도 지점이나 피해 면을 만들지 않았습니다. 보도에서 확산 방향으로 언급된 지구의 모든 면적이 실제 소실됐다는 뜻도 아닙니다. 교육장 쪽 확산 근거는 없습니다. 지도 배경은 현재 수집본이며 당시 모습의 복원도가 아닙니다.</a:t>
            </a:r>
            <a:endParaRPr sz="1200"/>
          </a:p>
          <a:p xmlns:a="http://schemas.openxmlformats.org/drawingml/2006/main">
            <a:pPr marL="0" lvl="0" indent="0" algn="l">
              <a:spcBef>
                <a:spcPts val="0"/>
              </a:spcBef>
              <a:spcAft>
                <a:spcPts val="0"/>
              </a:spcAft>
              <a:buNone/>
            </a:pPr>
            <a:r>
              <a:t>지도 타일 수집시각: 2026-10-31T13:10:52.670907+00:00 (UTC).</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기존 출처 및 조사 범위 (지도 분리 설명은 이번 수정으로 대체)</a:t>
            </a:r>
            <a:endParaRPr sz="1200"/>
          </a:p>
          <a:p xmlns:a="http://schemas.openxmlformats.org/drawingml/2006/main">
            <a:pPr marL="0" lvl="0" indent="0" algn="l">
              <a:spcBef>
                <a:spcPts val="0"/>
              </a:spcBef>
              <a:spcAft>
                <a:spcPts val="0"/>
              </a:spcAft>
              <a:buNone/>
            </a:pPr>
            <a:r>
              <a:t>근거 및 좌표</a:t>
            </a:r>
            <a:endParaRPr sz="1200"/>
          </a:p>
          <a:p xmlns:a="http://schemas.openxmlformats.org/drawingml/2006/main">
            <a:pPr marL="0" lvl="0" indent="0" algn="l">
              <a:spcBef>
                <a:spcPts val="0"/>
              </a:spcBef>
              <a:spcAft>
                <a:spcPts val="0"/>
              </a:spcAft>
              <a:buNone/>
            </a:pPr>
            <a:r>
              <a:t>아이뉴스24 2026-10-27 20:36 기사에서 당일 19:30 소방 2차 브리핑을 인용한 보도: 초기 서쪽 구룡산 방향에서 바람이 바뀐 뒤 남쪽 3·5·7지구 방향으로 확대. 소방 원문·시간별 화선·현장 풍향 관측값은 미수집입니다. 사건 자체는 강남구 공식 보도자료로 교차 확인했습니다.</a:t>
            </a:r>
            <a:endParaRPr sz="1200"/>
          </a:p>
          <a:p xmlns:a="http://schemas.openxmlformats.org/drawingml/2006/main">
            <a:pPr marL="0" lvl="0" indent="0" algn="l">
              <a:spcBef>
                <a:spcPts val="0"/>
              </a:spcBef>
              <a:spcAft>
                <a:spcPts val="0"/>
              </a:spcAft>
              <a:buNone/>
            </a:pPr>
            <a:r>
              <a:t>교육장 주소는 공식 사이트 및 사용자 확인, 좌표는 민간 주소 사이트 대표점(37.488446057074,127.06435123696)입니다. 구룡마을 대표 좌표(37.476825,127.0639027778)는 Wikimedia Commons 기준입니다. 발화점·각 지구 경계 좌표는 미확인입니다.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출처 링크</a:t>
            </a:r>
            <a:endParaRPr sz="1200"/>
          </a:p>
          <a:p xmlns:a="http://schemas.openxmlformats.org/drawingml/2006/main">
            <a:pPr marL="0" lvl="0" indent="0" algn="l">
              <a:spcBef>
                <a:spcPts val="0"/>
              </a:spcBef>
              <a:spcAft>
                <a:spcPts val="0"/>
              </a:spcAft>
              <a:buNone/>
            </a:pPr>
            <a:r>
              <a:t>[언론 / 소방 브리핑 인용] 아이뉴스24</a:t>
            </a:r>
            <a:endParaRPr sz="1200"/>
          </a:p>
          <a:p xmlns:a="http://schemas.openxmlformats.org/drawingml/2006/main">
            <a:pPr marL="0" lvl="0" indent="0" algn="l">
              <a:spcBef>
                <a:spcPts val="0"/>
              </a:spcBef>
              <a:spcAft>
                <a:spcPts val="0"/>
              </a:spcAft>
              <a:buNone/>
            </a:pPr>
            <a:r>
              <a:t>https://m.inews24.com/v/2019637</a:t>
            </a:r>
            <a:endParaRPr sz="1200"/>
          </a:p>
          <a:p xmlns:a="http://schemas.openxmlformats.org/drawingml/2006/main">
            <a:pPr marL="0" lvl="0" indent="0" algn="l">
              <a:spcBef>
                <a:spcPts val="0"/>
              </a:spcBef>
              <a:spcAft>
                <a:spcPts val="0"/>
              </a:spcAft>
              <a:buNone/>
            </a:pPr>
            <a:r>
              <a:t>[공식 / 사건 확인] 강남구청, 2026-10-30</a:t>
            </a:r>
            <a:endParaRPr sz="1200"/>
          </a:p>
          <a:p xmlns:a="http://schemas.openxmlformats.org/drawingml/2006/main">
            <a:pPr marL="0" lvl="0" indent="0" algn="l">
              <a:spcBef>
                <a:spcPts val="0"/>
              </a:spcBef>
              <a:spcAft>
                <a:spcPts val="0"/>
              </a:spcAft>
              <a:buNone/>
            </a:pPr>
            <a:r>
              <a:t>https://gangnam.go.kr/board/B_000031/1075546/view.do?mid=ID01_0313</a:t>
            </a:r>
            <a:endParaRPr sz="1200"/>
          </a:p>
          <a:p xmlns:a="http://schemas.openxmlformats.org/drawingml/2006/main">
            <a:pPr marL="0" lvl="0" indent="0" algn="l">
              <a:spcBef>
                <a:spcPts val="0"/>
              </a:spcBef>
              <a:spcAft>
                <a:spcPts val="0"/>
              </a:spcAft>
              <a:buNone/>
            </a:pPr>
            <a:r>
              <a:t>[공식 / 교육장 주소] 이노베이션아카데미</a:t>
            </a:r>
            <a:endParaRPr sz="1200"/>
          </a:p>
          <a:p xmlns:a="http://schemas.openxmlformats.org/drawingml/2006/main">
            <a:pPr marL="0" lvl="0" indent="0" algn="l">
              <a:spcBef>
                <a:spcPts val="0"/>
              </a:spcBef>
              <a:spcAft>
                <a:spcPts val="0"/>
              </a:spcAft>
              <a:buNone/>
            </a:pPr>
            <a:r>
              <a:t>https://www.innovationacademy.kr/academy/contents/view?contentsNo=6&amp;level=2&amp;menuNo=7</a:t>
            </a:r>
            <a:endParaRPr sz="1200"/>
          </a:p>
          <a:p xmlns:a="http://schemas.openxmlformats.org/drawingml/2006/main">
            <a:pPr marL="0" lvl="0" indent="0" algn="l">
              <a:spcBef>
                <a:spcPts val="0"/>
              </a:spcBef>
              <a:spcAft>
                <a:spcPts val="0"/>
              </a:spcAft>
              <a:buNone/>
            </a:pPr>
            <a:r>
              <a:t>[민간 / 주소 대표 좌표] 주소가</a:t>
            </a:r>
            <a:endParaRPr sz="1200"/>
          </a:p>
          <a:p xmlns:a="http://schemas.openxmlformats.org/drawingml/2006/main">
            <a:pPr marL="0" lvl="0" indent="0" algn="l">
              <a:spcBef>
                <a:spcPts val="0"/>
              </a:spcBef>
              <a:spcAft>
                <a:spcPts val="0"/>
              </a:spcAft>
              <a:buNone/>
            </a:pPr>
            <a:r>
              <a:t>https://jusoga.com/b/1168010300101530000028234/서울특별시-강남구-개포로-416-개포동</a:t>
            </a:r>
            <a:endParaRPr sz="1200"/>
          </a:p>
          <a:p xmlns:a="http://schemas.openxmlformats.org/drawingml/2006/main">
            <a:pPr marL="0" lvl="0" indent="0" algn="l">
              <a:spcBef>
                <a:spcPts val="0"/>
              </a:spcBef>
              <a:spcAft>
                <a:spcPts val="0"/>
              </a:spcAft>
              <a:buNone/>
            </a:pPr>
            <a:r>
              <a:t>[마을 대표 좌표] Wikimedia Commons</a:t>
            </a:r>
            <a:endParaRPr sz="1200"/>
          </a:p>
          <a:p xmlns:a="http://schemas.openxmlformats.org/drawingml/2006/main">
            <a:pPr marL="0" lvl="0" indent="0" algn="l">
              <a:spcBef>
                <a:spcPts val="0"/>
              </a:spcBef>
              <a:spcAft>
                <a:spcPts val="0"/>
              </a:spcAft>
              <a:buNone/>
            </a:pPr>
            <a:r>
              <a:t>https://commons.wikimedia.org/wiki/Category:Guryongmaeul</a:t>
            </a:r>
            <a:endParaRPr sz="1200"/>
          </a:p>
          <a:p xmlns:a="http://schemas.openxmlformats.org/drawingml/2006/main">
            <a:pPr marL="0" lvl="0" indent="0" algn="l">
              <a:spcBef>
                <a:spcPts val="0"/>
              </a:spcBef>
              <a:spcAft>
                <a:spcPts val="0"/>
              </a:spcAft>
              <a:buNone/>
            </a:pPr>
            <a:r>
              <a:t>[지도] © OpenStreetMap contributors</a:t>
            </a:r>
            <a:endParaRPr sz="1200"/>
          </a:p>
          <a:p xmlns:a="http://schemas.openxmlformats.org/drawingml/2006/main">
            <a:pPr marL="0" lvl="0" indent="0" algn="l">
              <a:spcBef>
                <a:spcPts val="0"/>
              </a:spcBef>
              <a:spcAft>
                <a:spcPts val="0"/>
              </a:spcAft>
              <a:buNone/>
            </a:pPr>
            <a:r>
              <a:t>https://www.openstreetmap.org/copyright</a:t>
            </a:r>
            <a:endParaRPr sz="1200"/>
          </a:p>
          <a:p xmlns:a="http://schemas.openxmlformats.org/drawingml/2006/main">
            <a:pPr marL="0" lvl="0" indent="0" algn="l">
              <a:spcBef>
                <a:spcPts val="0"/>
              </a:spcBef>
              <a:spcAft>
                <a:spcPts val="0"/>
              </a:spcAft>
              <a:buNone/>
            </a:pPr>
            <a:r>
              <a:t>확인일: 2026-10-31 KST. 지도의 수집시각과 사건·관측시각은 다릅니다.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bd8476edf64e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7bdfe82c4342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09242474c942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4a3a2954f04b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181a0cc1d34d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36cc1f408e4919"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14">
            <a:extLst xmlns:a="http://schemas.openxmlformats.org/drawingml/2006/main">
              <a:ext uri="{FF2B5EF4-FFF2-40B4-BE49-F238E27FC236}">
                <a16:creationId xmlns:a16="http://schemas.microsoft.com/office/drawing/2014/main" id="{6CB53355-E04D-4E39-B043-817F2FFD20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2pPr>
            <a:lvl3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3pPr>
            <a:lvl4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4pPr>
            <a:lvl5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5pPr>
            <a:lvl6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6pPr>
            <a:lvl7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7pPr>
            <a:lvl8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8pPr>
            <a:lvl9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9pPr>
          </a:lstStyle>
          <a:p xmlns:a="http://schemas.openxmlformats.org/drawingml/2006/main">
            <a:endParaRPr/>
          </a:p>
        </p:txBody>
      </p:sp>
      <p:sp>
        <p:nvSpPr>
          <p:cNvPr id="13" name="Google Shape;13;p14">
            <a:extLst xmlns:a="http://schemas.openxmlformats.org/drawingml/2006/main">
              <a:ext uri="{FF2B5EF4-FFF2-40B4-BE49-F238E27FC236}">
                <a16:creationId xmlns:a16="http://schemas.microsoft.com/office/drawing/2014/main" id="{836F1109-9436-41F0-8B82-D10083E7C0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15">
            <a:extLst xmlns:a="http://schemas.openxmlformats.org/drawingml/2006/main">
              <a:ext uri="{FF2B5EF4-FFF2-40B4-BE49-F238E27FC236}">
                <a16:creationId xmlns:a16="http://schemas.microsoft.com/office/drawing/2014/main" id="{D7E57AF7-9353-418B-8483-416E7FB703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Arial"/>
              <a:buNone/>
              <a:defRPr sz="42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2pPr>
            <a:lvl3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3pPr>
            <a:lvl4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4pPr>
            <a:lvl5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5pPr>
            <a:lvl6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6pPr>
            <a:lvl7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7pPr>
            <a:lvl8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8pPr>
            <a:lvl9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9pPr>
          </a:lstStyle>
          <a:p xmlns:a="http://schemas.openxmlformats.org/drawingml/2006/main">
            <a:endParaRPr/>
          </a:p>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16">
            <a:extLst xmlns:a="http://schemas.openxmlformats.org/drawingml/2006/main">
              <a:ext uri="{FF2B5EF4-FFF2-40B4-BE49-F238E27FC236}">
                <a16:creationId xmlns:a16="http://schemas.microsoft.com/office/drawing/2014/main" id="{DE1FCE1F-9BEA-4727-AA43-FD60BF5BA7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18" name="Google Shape;18;p16">
            <a:extLst xmlns:a="http://schemas.openxmlformats.org/drawingml/2006/main">
              <a:ext uri="{FF2B5EF4-FFF2-40B4-BE49-F238E27FC236}">
                <a16:creationId xmlns:a16="http://schemas.microsoft.com/office/drawing/2014/main" id="{0B958462-9971-4AD3-A02F-6B3B2ECC8B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17">
            <a:extLst xmlns:a="http://schemas.openxmlformats.org/drawingml/2006/main">
              <a:ext uri="{FF2B5EF4-FFF2-40B4-BE49-F238E27FC236}">
                <a16:creationId xmlns:a16="http://schemas.microsoft.com/office/drawing/2014/main" id="{FADA31BE-0815-4370-84AC-D794FA6E71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1" name="Google Shape;21;p17">
            <a:extLst xmlns:a="http://schemas.openxmlformats.org/drawingml/2006/main">
              <a:ext uri="{FF2B5EF4-FFF2-40B4-BE49-F238E27FC236}">
                <a16:creationId xmlns:a16="http://schemas.microsoft.com/office/drawing/2014/main" id="{11AD31F9-45E7-4243-8819-DE4D4500A8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
        <p:nvSpPr>
          <p:cNvPr id="22" name="Google Shape;22;p17">
            <a:extLst xmlns:a="http://schemas.openxmlformats.org/drawingml/2006/main">
              <a:ext uri="{FF2B5EF4-FFF2-40B4-BE49-F238E27FC236}">
                <a16:creationId xmlns:a16="http://schemas.microsoft.com/office/drawing/2014/main" id="{C9065E04-BB02-4019-9119-F57A9D12BBA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18">
            <a:extLst xmlns:a="http://schemas.openxmlformats.org/drawingml/2006/main">
              <a:ext uri="{FF2B5EF4-FFF2-40B4-BE49-F238E27FC236}">
                <a16:creationId xmlns:a16="http://schemas.microsoft.com/office/drawing/2014/main" id="{A354A951-3CB6-4212-8F07-5A3C80CC5B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5" name="Google Shape;25;p18">
            <a:extLst xmlns:a="http://schemas.openxmlformats.org/drawingml/2006/main">
              <a:ext uri="{FF2B5EF4-FFF2-40B4-BE49-F238E27FC236}">
                <a16:creationId xmlns:a16="http://schemas.microsoft.com/office/drawing/2014/main" id="{F41596E4-E9DE-4CD2-A773-F08E7378D2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964a5f0a9d4bba" /><Relationship Type="http://schemas.openxmlformats.org/officeDocument/2006/relationships/slideLayout" Target="/ppt/slideLayouts/slideLayout1.xml" Id="R58a68b63175d4fcf" /><Relationship Type="http://schemas.openxmlformats.org/officeDocument/2006/relationships/slideLayout" Target="/ppt/slideLayouts/slideLayout2.xml" Id="Rcb90292b04824167" /><Relationship Type="http://schemas.openxmlformats.org/officeDocument/2006/relationships/slideLayout" Target="/ppt/slideLayouts/slideLayout3.xml" Id="Reec7331f63bc42aa" /><Relationship Type="http://schemas.openxmlformats.org/officeDocument/2006/relationships/slideLayout" Target="/ppt/slideLayouts/slideLayout4.xml" Id="Rc6130326d39d45cf" /><Relationship Type="http://schemas.openxmlformats.org/officeDocument/2006/relationships/slideLayout" Target="/ppt/slideLayouts/slideLayout5.xml" Id="Rf3f05e57954648b6" /><Relationship Type="http://schemas.openxmlformats.org/officeDocument/2006/relationships/slideLayout" Target="/ppt/slideLayouts/slideLayout6.xml" Id="Rbe160dbb753c434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8a68b63175d4fcf"/>
    <p:sldLayoutId xmlns:r="http://schemas.openxmlformats.org/officeDocument/2006/relationships" id="2147483650" r:id="Rcb90292b04824167"/>
    <p:sldLayoutId xmlns:r="http://schemas.openxmlformats.org/officeDocument/2006/relationships" id="2147483651" r:id="Reec7331f63bc42aa"/>
    <p:sldLayoutId xmlns:r="http://schemas.openxmlformats.org/officeDocument/2006/relationships" id="2147483652" r:id="Rc6130326d39d45cf"/>
    <p:sldLayoutId xmlns:r="http://schemas.openxmlformats.org/officeDocument/2006/relationships" id="2147483653" r:id="Rf3f05e57954648b6"/>
    <p:sldLayoutId xmlns:r="http://schemas.openxmlformats.org/officeDocument/2006/relationships" id="2147483654" r:id="Rbe160dbb753c434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dfa196d52546d1" /><Relationship Type="http://schemas.openxmlformats.org/officeDocument/2006/relationships/image" Target="/ppt/media/image.png" Id="R17b8f4ffcaca43c1" /><Relationship Type="http://schemas.openxmlformats.org/officeDocument/2006/relationships/notesSlide" Target="/ppt/notesSlides/notesSlide1.xml" Id="Rdbfeaf29e9544eda" /></Relationships>
</file>

<file path=ppt/slides/slide1.xml><?xml version="1.0" encoding="utf-8"?>
<p:sld xmlns:p="http://schemas.openxmlformats.org/presentationml/2006/main">
  <p:cSld>
    <p:bg>
      <p:bgPr>
        <a:solidFill xmlns:a="http://schemas.openxmlformats.org/drawingml/2006/main">
          <a:srgbClr val="062F5B"/>
        </a:solidFill>
      </p:bgPr>
    </p:bg>
    <p:spTree>
      <p:nvGrpSpPr>
        <p:cNvPr id="1" name=""/>
        <p:cNvGrpSpPr/>
        <p:nvPr/>
      </p:nvGrpSpPr>
      <p:grpSpPr>
        <a:xfrm xmlns:a="http://schemas.openxmlformats.org/drawingml/2006/main"/>
      </p:grpSpPr>
      <p:sp>
        <p:nvSpPr>
          <p:cNvPr id="31" name="Google Shape;31;p1">
            <a:extLst xmlns:a="http://schemas.openxmlformats.org/drawingml/2006/main">
              <a:ext uri="{FF2B5EF4-FFF2-40B4-BE49-F238E27FC236}">
                <a16:creationId xmlns:a16="http://schemas.microsoft.com/office/drawing/2014/main" id="{726F0B57-21B3-481C-A6D4-BC27127C732F}"/>
              </a:ext>
            </a:extLst>
          </p:cNvPr>
          <p:cNvSpPr>
            <a:spLocks xmlns:a="http://schemas.openxmlformats.org/drawingml/2006/main" noGrp="1"/>
          </p:cNvSpPr>
          <p:nvPr/>
        </p:nvSpPr>
        <p:spPr>
          <a:xfrm xmlns:a="http://schemas.openxmlformats.org/drawingml/2006/main">
            <a:off x="609600" y="400050"/>
            <a:ext cx="9048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F7F6F2"/>
              </a:buClr>
              <a:buSzPts val="1400"/>
              <a:buFont typeface="Arial"/>
              <a:buNone/>
            </a:pPr>
            <a:r>
              <a:rPr sz="1400" b="1">
                <a:solidFill>
                  <a:srgbClr val="F7F6F2"/>
                </a:solidFill>
                <a:latin typeface="Arial"/>
                <a:ea typeface="Arial"/>
                <a:cs typeface="Arial"/>
              </a:rPr>
              <a:t>CODYSSEY AI HACKATHON 2026</a:t>
            </a:r>
            <a:endParaRPr/>
          </a:p>
        </p:txBody>
      </p:sp>
      <p:sp>
        <p:nvSpPr>
          <p:cNvPr id="32" name="Google Shape;32;p1">
            <a:extLst xmlns:a="http://schemas.openxmlformats.org/drawingml/2006/main">
              <a:ext uri="{FF2B5EF4-FFF2-40B4-BE49-F238E27FC236}">
                <a16:creationId xmlns:a16="http://schemas.microsoft.com/office/drawing/2014/main" id="{1D422D70-27C3-49AC-8B9C-40532D6F8FB2}"/>
              </a:ext>
            </a:extLst>
          </p:cNvPr>
          <p:cNvSpPr>
            <a:spLocks xmlns:a="http://schemas.openxmlformats.org/drawingml/2006/main" noGrp="1"/>
          </p:cNvSpPr>
          <p:nvPr/>
        </p:nvSpPr>
        <p:spPr>
          <a:xfrm xmlns:a="http://schemas.openxmlformats.org/drawingml/2006/main">
            <a:off x="10001250" y="381000"/>
            <a:ext cx="15811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0000"/>
              </a:lnSpc>
              <a:spcBef>
                <a:spcPts val="0"/>
              </a:spcBef>
              <a:spcAft>
                <a:spcPts val="0"/>
              </a:spcAft>
              <a:buClr>
                <a:srgbClr val="FFB515"/>
              </a:buClr>
              <a:buSzPts val="1800"/>
              <a:buFont typeface="Arial"/>
              <a:buNone/>
            </a:pPr>
            <a:r>
              <a:rPr sz="1800" b="1">
                <a:solidFill>
                  <a:srgbClr val="FFB515"/>
                </a:solidFill>
                <a:latin typeface="Arial"/>
                <a:ea typeface="Arial"/>
                <a:cs typeface="Arial"/>
              </a:rPr>
              <a:t>2026</a:t>
            </a:r>
            <a:endParaRPr/>
          </a:p>
        </p:txBody>
      </p:sp>
      <p:sp>
        <p:nvSpPr>
          <p:cNvPr id="33" name="Opening question">
            <a:extLst xmlns:a="http://schemas.openxmlformats.org/drawingml/2006/main">
              <a:ext uri="{FF2B5EF4-FFF2-40B4-BE49-F238E27FC236}">
                <a16:creationId xmlns:a16="http://schemas.microsoft.com/office/drawing/2014/main" id="{FF4E28B9-4BE3-4D7C-8068-5E3B28937118}"/>
              </a:ext>
            </a:extLst>
          </p:cNvPr>
          <p:cNvSpPr>
            <a:spLocks xmlns:a="http://schemas.openxmlformats.org/drawingml/2006/main" noGrp="1"/>
          </p:cNvSpPr>
          <p:nvPr/>
        </p:nvSpPr>
        <p:spPr>
          <a:xfrm xmlns:a="http://schemas.openxmlformats.org/drawingml/2006/main">
            <a:off x="609600" y="9906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2925" b="1">
                <a:solidFill>
                  <a:srgbClr val="FFB515"/>
                </a:solidFill>
                <a:latin typeface="Arial"/>
                <a:ea typeface="Arial"/>
                <a:cs typeface="Arial"/>
              </a:defRPr>
            </a:defPPr>
            <a:lvl1pPr>
              <a:defRPr sz="2925" b="1">
                <a:solidFill>
                  <a:srgbClr val="FFB515"/>
                </a:solidFill>
                <a:latin typeface="Arial"/>
                <a:ea typeface="Arial"/>
                <a:cs typeface="Arial"/>
              </a:defRPr>
            </a:lvl1pPr>
            <a:lvl2pPr>
              <a:defRPr sz="2925" b="1">
                <a:solidFill>
                  <a:srgbClr val="FFB515"/>
                </a:solidFill>
                <a:latin typeface="Arial"/>
                <a:ea typeface="Arial"/>
                <a:cs typeface="Arial"/>
              </a:defRPr>
            </a:lvl2pPr>
            <a:lvl3pPr>
              <a:defRPr sz="2925" b="1">
                <a:solidFill>
                  <a:srgbClr val="FFB515"/>
                </a:solidFill>
                <a:latin typeface="Arial"/>
                <a:ea typeface="Arial"/>
                <a:cs typeface="Arial"/>
              </a:defRPr>
            </a:lvl3pPr>
            <a:lvl4pPr>
              <a:defRPr sz="2925" b="1">
                <a:solidFill>
                  <a:srgbClr val="FFB515"/>
                </a:solidFill>
                <a:latin typeface="Arial"/>
                <a:ea typeface="Arial"/>
                <a:cs typeface="Arial"/>
              </a:defRPr>
            </a:lvl4pPr>
            <a:lvl5pPr>
              <a:defRPr sz="2925" b="1">
                <a:solidFill>
                  <a:srgbClr val="FFB515"/>
                </a:solidFill>
                <a:latin typeface="Arial"/>
                <a:ea typeface="Arial"/>
                <a:cs typeface="Arial"/>
              </a:defRPr>
            </a:lvl5pPr>
            <a:lvl6pPr>
              <a:defRPr sz="2925" b="1">
                <a:solidFill>
                  <a:srgbClr val="FFB515"/>
                </a:solidFill>
                <a:latin typeface="Arial"/>
                <a:ea typeface="Arial"/>
                <a:cs typeface="Arial"/>
              </a:defRPr>
            </a:lvl6pPr>
            <a:lvl7pPr>
              <a:defRPr sz="2925" b="1">
                <a:solidFill>
                  <a:srgbClr val="FFB515"/>
                </a:solidFill>
                <a:latin typeface="Arial"/>
                <a:ea typeface="Arial"/>
                <a:cs typeface="Arial"/>
              </a:defRPr>
            </a:lvl7pPr>
            <a:lvl8pPr>
              <a:defRPr sz="2925" b="1">
                <a:solidFill>
                  <a:srgbClr val="FFB515"/>
                </a:solidFill>
                <a:latin typeface="Arial"/>
                <a:ea typeface="Arial"/>
                <a:cs typeface="Arial"/>
              </a:defRPr>
            </a:lvl8pPr>
            <a:lvl9pPr>
              <a:defRPr sz="2925" b="1">
                <a:solidFill>
                  <a:srgbClr val="FFB515"/>
                </a:solidFill>
                <a:latin typeface="Arial"/>
                <a:ea typeface="Arial"/>
                <a:cs typeface="Arial"/>
              </a:defRPr>
            </a:lvl9pPr>
          </a:lstStyle>
          <a:p xmlns:a="http://schemas.openxmlformats.org/drawingml/2006/main">
            <a:pPr>
              <a:defRPr sz="2925" b="1">
                <a:solidFill>
                  <a:srgbClr val="FFB515"/>
                </a:solidFill>
                <a:latin typeface="Arial"/>
                <a:ea typeface="Arial"/>
                <a:cs typeface="Arial"/>
              </a:defRPr>
            </a:pPr>
            <a:r>
              <a:rPr sz="2925" b="1">
                <a:solidFill>
                  <a:srgbClr val="FFB515"/>
                </a:solidFill>
                <a:latin typeface="Arial"/>
                <a:ea typeface="Arial"/>
                <a:cs typeface="Arial"/>
              </a:rPr>
              <a:t>재난문자는 받았는데, 나는 지금 무엇을 해야 할까?</a:t>
            </a:r>
          </a:p>
        </p:txBody>
      </p:sp>
      <p:sp>
        <p:nvSpPr>
          <p:cNvPr id="34" name="Case context">
            <a:extLst xmlns:a="http://schemas.openxmlformats.org/drawingml/2006/main">
              <a:ext uri="{FF2B5EF4-FFF2-40B4-BE49-F238E27FC236}">
                <a16:creationId xmlns:a16="http://schemas.microsoft.com/office/drawing/2014/main" id="{4C1358E4-3C9F-4184-A27E-8E969B46D4BC}"/>
              </a:ext>
            </a:extLst>
          </p:cNvPr>
          <p:cNvSpPr>
            <a:spLocks xmlns:a="http://schemas.openxmlformats.org/drawingml/2006/main" noGrp="1"/>
          </p:cNvSpPr>
          <p:nvPr/>
        </p:nvSpPr>
        <p:spPr>
          <a:xfrm xmlns:a="http://schemas.openxmlformats.org/drawingml/2006/main">
            <a:off x="609600" y="16954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650" b="0">
                <a:solidFill>
                  <a:srgbClr val="CCD6E1"/>
                </a:solidFill>
                <a:latin typeface="Arial"/>
                <a:ea typeface="Arial"/>
                <a:cs typeface="Arial"/>
              </a:defRPr>
            </a:defPPr>
            <a:lvl1pPr>
              <a:defRPr sz="1650" b="0">
                <a:solidFill>
                  <a:srgbClr val="CCD6E1"/>
                </a:solidFill>
                <a:latin typeface="Arial"/>
                <a:ea typeface="Arial"/>
                <a:cs typeface="Arial"/>
              </a:defRPr>
            </a:lvl1pPr>
            <a:lvl2pPr>
              <a:defRPr sz="1650" b="0">
                <a:solidFill>
                  <a:srgbClr val="CCD6E1"/>
                </a:solidFill>
                <a:latin typeface="Arial"/>
                <a:ea typeface="Arial"/>
                <a:cs typeface="Arial"/>
              </a:defRPr>
            </a:lvl2pPr>
            <a:lvl3pPr>
              <a:defRPr sz="1650" b="0">
                <a:solidFill>
                  <a:srgbClr val="CCD6E1"/>
                </a:solidFill>
                <a:latin typeface="Arial"/>
                <a:ea typeface="Arial"/>
                <a:cs typeface="Arial"/>
              </a:defRPr>
            </a:lvl3pPr>
            <a:lvl4pPr>
              <a:defRPr sz="1650" b="0">
                <a:solidFill>
                  <a:srgbClr val="CCD6E1"/>
                </a:solidFill>
                <a:latin typeface="Arial"/>
                <a:ea typeface="Arial"/>
                <a:cs typeface="Arial"/>
              </a:defRPr>
            </a:lvl4pPr>
            <a:lvl5pPr>
              <a:defRPr sz="1650" b="0">
                <a:solidFill>
                  <a:srgbClr val="CCD6E1"/>
                </a:solidFill>
                <a:latin typeface="Arial"/>
                <a:ea typeface="Arial"/>
                <a:cs typeface="Arial"/>
              </a:defRPr>
            </a:lvl5pPr>
            <a:lvl6pPr>
              <a:defRPr sz="1650" b="0">
                <a:solidFill>
                  <a:srgbClr val="CCD6E1"/>
                </a:solidFill>
                <a:latin typeface="Arial"/>
                <a:ea typeface="Arial"/>
                <a:cs typeface="Arial"/>
              </a:defRPr>
            </a:lvl6pPr>
            <a:lvl7pPr>
              <a:defRPr sz="1650" b="0">
                <a:solidFill>
                  <a:srgbClr val="CCD6E1"/>
                </a:solidFill>
                <a:latin typeface="Arial"/>
                <a:ea typeface="Arial"/>
                <a:cs typeface="Arial"/>
              </a:defRPr>
            </a:lvl7pPr>
            <a:lvl8pPr>
              <a:defRPr sz="1650" b="0">
                <a:solidFill>
                  <a:srgbClr val="CCD6E1"/>
                </a:solidFill>
                <a:latin typeface="Arial"/>
                <a:ea typeface="Arial"/>
                <a:cs typeface="Arial"/>
              </a:defRPr>
            </a:lvl8pPr>
            <a:lvl9pPr>
              <a:defRPr sz="1650" b="0">
                <a:solidFill>
                  <a:srgbClr val="CCD6E1"/>
                </a:solidFill>
                <a:latin typeface="Arial"/>
                <a:ea typeface="Arial"/>
                <a:cs typeface="Arial"/>
              </a:defRPr>
            </a:lvl9pPr>
          </a:lstStyle>
          <a:p xmlns:a="http://schemas.openxmlformats.org/drawingml/2006/main">
            <a:pPr>
              <a:defRPr sz="1650" b="0">
                <a:solidFill>
                  <a:srgbClr val="CCD6E1"/>
                </a:solidFill>
                <a:latin typeface="Arial"/>
                <a:ea typeface="Arial"/>
                <a:cs typeface="Arial"/>
              </a:defRPr>
            </a:pPr>
            <a:r>
              <a:rPr sz="1650" b="0">
                <a:solidFill>
                  <a:srgbClr val="CCD6E1"/>
                </a:solidFill>
                <a:latin typeface="Arial"/>
                <a:ea typeface="Arial"/>
                <a:cs typeface="Arial"/>
              </a:rPr>
              <a:t>2026년 10월 27일 구룡마을 화재, 교육장에서 겪은 실제 경험</a:t>
            </a:r>
          </a:p>
        </p:txBody>
      </p:sp>
      <p:pic>
        <p:nvPicPr>
          <p:cNvPr id="35" name="">
            <a:extLst xmlns:a="http://schemas.openxmlformats.org/drawingml/2006/main">
              <a:ext uri="{FF2B5EF4-FFF2-40B4-BE49-F238E27FC236}">
                <a16:creationId xmlns:a16="http://schemas.microsoft.com/office/drawing/2014/main" id="{65F1C7F2-AAA3-40A5-B9C4-C75BA871E159}"/>
              </a:ext>
            </a:extLst>
          </p:cNvPr>
          <p:cNvPicPr>
            <a:picLocks xmlns:a="http://schemas.openxmlformats.org/drawingml/2006/main" noChangeAspect="1"/>
          </p:cNvPicPr>
          <p:nvPr/>
        </p:nvPicPr>
        <p:blipFill>
          <a:blip xmlns:r="http://schemas.openxmlformats.org/officeDocument/2006/relationships" xmlns:a="http://schemas.openxmlformats.org/drawingml/2006/main" r:embed="R17b8f4ffcaca43c1"/>
          <a:stretch xmlns:a="http://schemas.openxmlformats.org/drawingml/2006/main"/>
        </p:blipFill>
        <p:spPr>
          <a:xfrm xmlns:a="http://schemas.openxmlformats.org/drawingml/2006/main">
            <a:off x="609600" y="2209800"/>
            <a:ext cx="7334250" cy="3905250"/>
          </a:xfrm>
          <a:prstGeom xmlns:a="http://schemas.openxmlformats.org/drawingml/2006/main" prst="rect">
            <a:avLst/>
          </a:prstGeom>
        </p:spPr>
      </p:pic>
      <p:sp>
        <p:nvSpPr>
          <p:cNvPr id="36" name="Map qualifier background">
            <a:extLst xmlns:a="http://schemas.openxmlformats.org/drawingml/2006/main">
              <a:ext uri="{FF2B5EF4-FFF2-40B4-BE49-F238E27FC236}">
                <a16:creationId xmlns:a16="http://schemas.microsoft.com/office/drawing/2014/main" id="{96B0B3FE-8A23-43A5-9835-67F726F43B89}"/>
              </a:ext>
            </a:extLst>
          </p:cNvPr>
          <p:cNvSpPr>
            <a:spLocks xmlns:a="http://schemas.openxmlformats.org/drawingml/2006/main" noGrp="1"/>
          </p:cNvSpPr>
          <p:nvPr/>
        </p:nvSpPr>
        <p:spPr>
          <a:xfrm xmlns:a="http://schemas.openxmlformats.org/drawingml/2006/main">
            <a:off x="723900" y="2324100"/>
            <a:ext cx="3048000" cy="523875"/>
          </a:xfrm>
          <a:prstGeom xmlns:a="http://schemas.openxmlformats.org/drawingml/2006/main" prst="rect">
            <a:avLst/>
          </a:prstGeom>
          <a:solidFill xmlns:a="http://schemas.openxmlformats.org/drawingml/2006/main">
            <a:srgbClr val="0B3158"/>
          </a:solidFill>
          <a:ln xmlns:a="http://schemas.openxmlformats.org/drawingml/2006/main" w="0">
            <a:noFill/>
          </a:ln>
        </p:spPr>
      </p:sp>
      <p:sp>
        <p:nvSpPr>
          <p:cNvPr id="37" name="Overlay evidence label">
            <a:extLst xmlns:a="http://schemas.openxmlformats.org/drawingml/2006/main">
              <a:ext uri="{FF2B5EF4-FFF2-40B4-BE49-F238E27FC236}">
                <a16:creationId xmlns:a16="http://schemas.microsoft.com/office/drawing/2014/main" id="{C4250E93-E36F-4DE2-853F-FFDBF6682683}"/>
              </a:ext>
            </a:extLst>
          </p:cNvPr>
          <p:cNvSpPr>
            <a:spLocks xmlns:a="http://schemas.openxmlformats.org/drawingml/2006/main" noGrp="1"/>
          </p:cNvSpPr>
          <p:nvPr/>
        </p:nvSpPr>
        <p:spPr>
          <a:xfrm xmlns:a="http://schemas.openxmlformats.org/drawingml/2006/main">
            <a:off x="838200" y="2371725"/>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425" b="1">
                <a:solidFill>
                  <a:srgbClr val="F7F6F2"/>
                </a:solidFill>
                <a:latin typeface="Arial"/>
                <a:ea typeface="Arial"/>
                <a:cs typeface="Arial"/>
              </a:defRPr>
            </a:defPPr>
            <a:lvl1pPr>
              <a:defRPr sz="1425" b="1">
                <a:solidFill>
                  <a:srgbClr val="F7F6F2"/>
                </a:solidFill>
                <a:latin typeface="Arial"/>
                <a:ea typeface="Arial"/>
                <a:cs typeface="Arial"/>
              </a:defRPr>
            </a:lvl1pPr>
            <a:lvl2pPr>
              <a:defRPr sz="1425" b="1">
                <a:solidFill>
                  <a:srgbClr val="F7F6F2"/>
                </a:solidFill>
                <a:latin typeface="Arial"/>
                <a:ea typeface="Arial"/>
                <a:cs typeface="Arial"/>
              </a:defRPr>
            </a:lvl2pPr>
            <a:lvl3pPr>
              <a:defRPr sz="1425" b="1">
                <a:solidFill>
                  <a:srgbClr val="F7F6F2"/>
                </a:solidFill>
                <a:latin typeface="Arial"/>
                <a:ea typeface="Arial"/>
                <a:cs typeface="Arial"/>
              </a:defRPr>
            </a:lvl3pPr>
            <a:lvl4pPr>
              <a:defRPr sz="1425" b="1">
                <a:solidFill>
                  <a:srgbClr val="F7F6F2"/>
                </a:solidFill>
                <a:latin typeface="Arial"/>
                <a:ea typeface="Arial"/>
                <a:cs typeface="Arial"/>
              </a:defRPr>
            </a:lvl4pPr>
            <a:lvl5pPr>
              <a:defRPr sz="1425" b="1">
                <a:solidFill>
                  <a:srgbClr val="F7F6F2"/>
                </a:solidFill>
                <a:latin typeface="Arial"/>
                <a:ea typeface="Arial"/>
                <a:cs typeface="Arial"/>
              </a:defRPr>
            </a:lvl5pPr>
            <a:lvl6pPr>
              <a:defRPr sz="1425" b="1">
                <a:solidFill>
                  <a:srgbClr val="F7F6F2"/>
                </a:solidFill>
                <a:latin typeface="Arial"/>
                <a:ea typeface="Arial"/>
                <a:cs typeface="Arial"/>
              </a:defRPr>
            </a:lvl6pPr>
            <a:lvl7pPr>
              <a:defRPr sz="1425" b="1">
                <a:solidFill>
                  <a:srgbClr val="F7F6F2"/>
                </a:solidFill>
                <a:latin typeface="Arial"/>
                <a:ea typeface="Arial"/>
                <a:cs typeface="Arial"/>
              </a:defRPr>
            </a:lvl7pPr>
            <a:lvl8pPr>
              <a:defRPr sz="1425" b="1">
                <a:solidFill>
                  <a:srgbClr val="F7F6F2"/>
                </a:solidFill>
                <a:latin typeface="Arial"/>
                <a:ea typeface="Arial"/>
                <a:cs typeface="Arial"/>
              </a:defRPr>
            </a:lvl8pPr>
            <a:lvl9pPr>
              <a:defRPr sz="1425" b="1">
                <a:solidFill>
                  <a:srgbClr val="F7F6F2"/>
                </a:solidFill>
                <a:latin typeface="Arial"/>
                <a:ea typeface="Arial"/>
                <a:cs typeface="Arial"/>
              </a:defRPr>
            </a:lvl9pPr>
          </a:lstStyle>
          <a:p xmlns:a="http://schemas.openxmlformats.org/drawingml/2006/main">
            <a:pPr>
              <a:defRPr sz="1425" b="1">
                <a:solidFill>
                  <a:srgbClr val="F7F6F2"/>
                </a:solidFill>
                <a:latin typeface="Arial"/>
                <a:ea typeface="Arial"/>
                <a:cs typeface="Arial"/>
              </a:defRPr>
            </a:pPr>
            <a:r>
              <a:rPr sz="1425" b="1">
                <a:solidFill>
                  <a:srgbClr val="F7F6F2"/>
                </a:solidFill>
                <a:latin typeface="Arial"/>
                <a:ea typeface="Arial"/>
                <a:cs typeface="Arial"/>
              </a:rPr>
              <a:t>보도된 확산 방향 개요</a:t>
            </a:r>
          </a:p>
        </p:txBody>
      </p:sp>
      <p:sp>
        <p:nvSpPr>
          <p:cNvPr id="38" name="Overlay limitation">
            <a:extLst xmlns:a="http://schemas.openxmlformats.org/drawingml/2006/main">
              <a:ext uri="{FF2B5EF4-FFF2-40B4-BE49-F238E27FC236}">
                <a16:creationId xmlns:a16="http://schemas.microsoft.com/office/drawing/2014/main" id="{757B9B2E-3DEB-4604-99CC-01A513FB41AC}"/>
              </a:ext>
            </a:extLst>
          </p:cNvPr>
          <p:cNvSpPr>
            <a:spLocks xmlns:a="http://schemas.openxmlformats.org/drawingml/2006/main" noGrp="1"/>
          </p:cNvSpPr>
          <p:nvPr/>
        </p:nvSpPr>
        <p:spPr>
          <a:xfrm xmlns:a="http://schemas.openxmlformats.org/drawingml/2006/main">
            <a:off x="838200" y="2628900"/>
            <a:ext cx="2838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125" b="0">
                <a:solidFill>
                  <a:srgbClr val="CCD6E1"/>
                </a:solidFill>
                <a:latin typeface="Arial"/>
                <a:ea typeface="Arial"/>
                <a:cs typeface="Arial"/>
              </a:defRPr>
            </a:defPPr>
            <a:lvl1pPr>
              <a:defRPr sz="1125" b="0">
                <a:solidFill>
                  <a:srgbClr val="CCD6E1"/>
                </a:solidFill>
                <a:latin typeface="Arial"/>
                <a:ea typeface="Arial"/>
                <a:cs typeface="Arial"/>
              </a:defRPr>
            </a:lvl1pPr>
            <a:lvl2pPr>
              <a:defRPr sz="1125" b="0">
                <a:solidFill>
                  <a:srgbClr val="CCD6E1"/>
                </a:solidFill>
                <a:latin typeface="Arial"/>
                <a:ea typeface="Arial"/>
                <a:cs typeface="Arial"/>
              </a:defRPr>
            </a:lvl2pPr>
            <a:lvl3pPr>
              <a:defRPr sz="1125" b="0">
                <a:solidFill>
                  <a:srgbClr val="CCD6E1"/>
                </a:solidFill>
                <a:latin typeface="Arial"/>
                <a:ea typeface="Arial"/>
                <a:cs typeface="Arial"/>
              </a:defRPr>
            </a:lvl3pPr>
            <a:lvl4pPr>
              <a:defRPr sz="1125" b="0">
                <a:solidFill>
                  <a:srgbClr val="CCD6E1"/>
                </a:solidFill>
                <a:latin typeface="Arial"/>
                <a:ea typeface="Arial"/>
                <a:cs typeface="Arial"/>
              </a:defRPr>
            </a:lvl4pPr>
            <a:lvl5pPr>
              <a:defRPr sz="1125" b="0">
                <a:solidFill>
                  <a:srgbClr val="CCD6E1"/>
                </a:solidFill>
                <a:latin typeface="Arial"/>
                <a:ea typeface="Arial"/>
                <a:cs typeface="Arial"/>
              </a:defRPr>
            </a:lvl5pPr>
            <a:lvl6pPr>
              <a:defRPr sz="1125" b="0">
                <a:solidFill>
                  <a:srgbClr val="CCD6E1"/>
                </a:solidFill>
                <a:latin typeface="Arial"/>
                <a:ea typeface="Arial"/>
                <a:cs typeface="Arial"/>
              </a:defRPr>
            </a:lvl6pPr>
            <a:lvl7pPr>
              <a:defRPr sz="1125" b="0">
                <a:solidFill>
                  <a:srgbClr val="CCD6E1"/>
                </a:solidFill>
                <a:latin typeface="Arial"/>
                <a:ea typeface="Arial"/>
                <a:cs typeface="Arial"/>
              </a:defRPr>
            </a:lvl7pPr>
            <a:lvl8pPr>
              <a:defRPr sz="1125" b="0">
                <a:solidFill>
                  <a:srgbClr val="CCD6E1"/>
                </a:solidFill>
                <a:latin typeface="Arial"/>
                <a:ea typeface="Arial"/>
                <a:cs typeface="Arial"/>
              </a:defRPr>
            </a:lvl8pPr>
            <a:lvl9pPr>
              <a:defRPr sz="1125" b="0">
                <a:solidFill>
                  <a:srgbClr val="CCD6E1"/>
                </a:solidFill>
                <a:latin typeface="Arial"/>
                <a:ea typeface="Arial"/>
                <a:cs typeface="Arial"/>
              </a:defRPr>
            </a:lvl9pPr>
          </a:lstStyle>
          <a:p xmlns:a="http://schemas.openxmlformats.org/drawingml/2006/main">
            <a:pPr>
              <a:defRPr sz="1125" b="0">
                <a:solidFill>
                  <a:srgbClr val="CCD6E1"/>
                </a:solidFill>
                <a:latin typeface="Arial"/>
                <a:ea typeface="Arial"/>
                <a:cs typeface="Arial"/>
              </a:defRPr>
            </a:pPr>
            <a:r>
              <a:rPr sz="1125" b="0">
                <a:solidFill>
                  <a:srgbClr val="CCD6E1"/>
                </a:solidFill>
                <a:latin typeface="Arial"/>
                <a:ea typeface="Arial"/>
                <a:cs typeface="Arial"/>
              </a:rPr>
              <a:t>실제 화선·피해 경계는 미확인</a:t>
            </a:r>
          </a:p>
        </p:txBody>
      </p:sp>
      <p:sp>
        <p:nvSpPr>
          <p:cNvPr id="39" name="North background">
            <a:extLst xmlns:a="http://schemas.openxmlformats.org/drawingml/2006/main">
              <a:ext uri="{FF2B5EF4-FFF2-40B4-BE49-F238E27FC236}">
                <a16:creationId xmlns:a16="http://schemas.microsoft.com/office/drawing/2014/main" id="{0A883DBC-F7CD-4ABB-ACB2-7C63446C8A30}"/>
              </a:ext>
            </a:extLst>
          </p:cNvPr>
          <p:cNvSpPr>
            <a:spLocks xmlns:a="http://schemas.openxmlformats.org/drawingml/2006/main" noGrp="1"/>
          </p:cNvSpPr>
          <p:nvPr/>
        </p:nvSpPr>
        <p:spPr>
          <a:xfrm xmlns:a="http://schemas.openxmlformats.org/drawingml/2006/main">
            <a:off x="7543800" y="2324100"/>
            <a:ext cx="285750" cy="285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North">
            <a:extLst xmlns:a="http://schemas.openxmlformats.org/drawingml/2006/main">
              <a:ext uri="{FF2B5EF4-FFF2-40B4-BE49-F238E27FC236}">
                <a16:creationId xmlns:a16="http://schemas.microsoft.com/office/drawing/2014/main" id="{03E6D8F5-3520-4F71-994F-7C0DEB246D89}"/>
              </a:ext>
            </a:extLst>
          </p:cNvPr>
          <p:cNvSpPr>
            <a:spLocks xmlns:a="http://schemas.openxmlformats.org/drawingml/2006/main" noGrp="1"/>
          </p:cNvSpPr>
          <p:nvPr/>
        </p:nvSpPr>
        <p:spPr>
          <a:xfrm xmlns:a="http://schemas.openxmlformats.org/drawingml/2006/main">
            <a:off x="7600950" y="2352675"/>
            <a:ext cx="19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500" b="1">
                <a:solidFill>
                  <a:srgbClr val="0B3158"/>
                </a:solidFill>
                <a:latin typeface="Arial"/>
                <a:ea typeface="Arial"/>
                <a:cs typeface="Arial"/>
              </a:defRPr>
            </a:defPPr>
            <a:lvl1pPr>
              <a:defRPr sz="1500" b="1">
                <a:solidFill>
                  <a:srgbClr val="0B3158"/>
                </a:solidFill>
                <a:latin typeface="Arial"/>
                <a:ea typeface="Arial"/>
                <a:cs typeface="Arial"/>
              </a:defRPr>
            </a:lvl1pPr>
            <a:lvl2pPr>
              <a:defRPr sz="1500" b="1">
                <a:solidFill>
                  <a:srgbClr val="0B3158"/>
                </a:solidFill>
                <a:latin typeface="Arial"/>
                <a:ea typeface="Arial"/>
                <a:cs typeface="Arial"/>
              </a:defRPr>
            </a:lvl2pPr>
            <a:lvl3pPr>
              <a:defRPr sz="1500" b="1">
                <a:solidFill>
                  <a:srgbClr val="0B3158"/>
                </a:solidFill>
                <a:latin typeface="Arial"/>
                <a:ea typeface="Arial"/>
                <a:cs typeface="Arial"/>
              </a:defRPr>
            </a:lvl3pPr>
            <a:lvl4pPr>
              <a:defRPr sz="1500" b="1">
                <a:solidFill>
                  <a:srgbClr val="0B3158"/>
                </a:solidFill>
                <a:latin typeface="Arial"/>
                <a:ea typeface="Arial"/>
                <a:cs typeface="Arial"/>
              </a:defRPr>
            </a:lvl4pPr>
            <a:lvl5pPr>
              <a:defRPr sz="1500" b="1">
                <a:solidFill>
                  <a:srgbClr val="0B3158"/>
                </a:solidFill>
                <a:latin typeface="Arial"/>
                <a:ea typeface="Arial"/>
                <a:cs typeface="Arial"/>
              </a:defRPr>
            </a:lvl5pPr>
            <a:lvl6pPr>
              <a:defRPr sz="1500" b="1">
                <a:solidFill>
                  <a:srgbClr val="0B3158"/>
                </a:solidFill>
                <a:latin typeface="Arial"/>
                <a:ea typeface="Arial"/>
                <a:cs typeface="Arial"/>
              </a:defRPr>
            </a:lvl6pPr>
            <a:lvl7pPr>
              <a:defRPr sz="1500" b="1">
                <a:solidFill>
                  <a:srgbClr val="0B3158"/>
                </a:solidFill>
                <a:latin typeface="Arial"/>
                <a:ea typeface="Arial"/>
                <a:cs typeface="Arial"/>
              </a:defRPr>
            </a:lvl7pPr>
            <a:lvl8pPr>
              <a:defRPr sz="1500" b="1">
                <a:solidFill>
                  <a:srgbClr val="0B3158"/>
                </a:solidFill>
                <a:latin typeface="Arial"/>
                <a:ea typeface="Arial"/>
                <a:cs typeface="Arial"/>
              </a:defRPr>
            </a:lvl8pPr>
            <a:lvl9pPr>
              <a:defRPr sz="1500" b="1">
                <a:solidFill>
                  <a:srgbClr val="0B3158"/>
                </a:solidFill>
                <a:latin typeface="Arial"/>
                <a:ea typeface="Arial"/>
                <a:cs typeface="Arial"/>
              </a:defRPr>
            </a:lvl9pPr>
          </a:lstStyle>
          <a:p xmlns:a="http://schemas.openxmlformats.org/drawingml/2006/main">
            <a:pPr>
              <a:defRPr sz="1500" b="1">
                <a:solidFill>
                  <a:srgbClr val="0B3158"/>
                </a:solidFill>
                <a:latin typeface="Arial"/>
                <a:ea typeface="Arial"/>
                <a:cs typeface="Arial"/>
              </a:defRPr>
            </a:pPr>
            <a:r>
              <a:rPr sz="1500" b="1">
                <a:solidFill>
                  <a:srgbClr val="0B3158"/>
                </a:solidFill>
                <a:latin typeface="Arial"/>
                <a:ea typeface="Arial"/>
                <a:cs typeface="Arial"/>
              </a:rPr>
              <a:t>N</a:t>
            </a:r>
          </a:p>
        </p:txBody>
      </p:sp>
      <p:sp>
        <p:nvSpPr>
          <p:cNvPr id="41" name="Academy point">
            <a:extLst xmlns:a="http://schemas.openxmlformats.org/drawingml/2006/main">
              <a:ext uri="{FF2B5EF4-FFF2-40B4-BE49-F238E27FC236}">
                <a16:creationId xmlns:a16="http://schemas.microsoft.com/office/drawing/2014/main" id="{1ADBC49B-9712-4552-849B-9F6489138899}"/>
              </a:ext>
            </a:extLst>
          </p:cNvPr>
          <p:cNvSpPr>
            <a:spLocks xmlns:a="http://schemas.openxmlformats.org/drawingml/2006/main" noGrp="1"/>
          </p:cNvSpPr>
          <p:nvPr/>
        </p:nvSpPr>
        <p:spPr>
          <a:xfrm xmlns:a="http://schemas.openxmlformats.org/drawingml/2006/main">
            <a:off x="4181389" y="2909907"/>
            <a:ext cx="171450" cy="171450"/>
          </a:xfrm>
          <a:prstGeom xmlns:a="http://schemas.openxmlformats.org/drawingml/2006/main" prst="ellipse">
            <a:avLst/>
          </a:prstGeom>
          <a:solidFill xmlns:a="http://schemas.openxmlformats.org/drawingml/2006/main">
            <a:srgbClr val="216BB7"/>
          </a:solidFill>
          <a:ln xmlns:a="http://schemas.openxmlformats.org/drawingml/2006/main" w="28575">
            <a:solidFill>
              <a:srgbClr val="FFFFFF"/>
            </a:solidFill>
          </a:ln>
        </p:spPr>
      </p:sp>
      <p:sp>
        <p:nvSpPr>
          <p:cNvPr id="42" name="Academy label backing">
            <a:extLst xmlns:a="http://schemas.openxmlformats.org/drawingml/2006/main">
              <a:ext uri="{FF2B5EF4-FFF2-40B4-BE49-F238E27FC236}">
                <a16:creationId xmlns:a16="http://schemas.microsoft.com/office/drawing/2014/main" id="{D575A7E1-1CFB-491A-B554-9ACFF699849C}"/>
              </a:ext>
            </a:extLst>
          </p:cNvPr>
          <p:cNvSpPr>
            <a:spLocks xmlns:a="http://schemas.openxmlformats.org/drawingml/2006/main" noGrp="1"/>
          </p:cNvSpPr>
          <p:nvPr/>
        </p:nvSpPr>
        <p:spPr>
          <a:xfrm xmlns:a="http://schemas.openxmlformats.org/drawingml/2006/main">
            <a:off x="4457614" y="2824182"/>
            <a:ext cx="3095625" cy="581025"/>
          </a:xfrm>
          <a:prstGeom xmlns:a="http://schemas.openxmlformats.org/drawingml/2006/main" prst="rect">
            <a:avLst/>
          </a:prstGeom>
          <a:solidFill xmlns:a="http://schemas.openxmlformats.org/drawingml/2006/main">
            <a:srgbClr val="0B3158"/>
          </a:solidFill>
          <a:ln xmlns:a="http://schemas.openxmlformats.org/drawingml/2006/main" w="0">
            <a:noFill/>
          </a:ln>
        </p:spPr>
      </p:sp>
      <p:sp>
        <p:nvSpPr>
          <p:cNvPr id="43" name="Academy label">
            <a:extLst xmlns:a="http://schemas.openxmlformats.org/drawingml/2006/main">
              <a:ext uri="{FF2B5EF4-FFF2-40B4-BE49-F238E27FC236}">
                <a16:creationId xmlns:a16="http://schemas.microsoft.com/office/drawing/2014/main" id="{92375E98-01FE-4D3B-87AD-26AB32D3B2E2}"/>
              </a:ext>
            </a:extLst>
          </p:cNvPr>
          <p:cNvSpPr>
            <a:spLocks xmlns:a="http://schemas.openxmlformats.org/drawingml/2006/main" noGrp="1"/>
          </p:cNvSpPr>
          <p:nvPr/>
        </p:nvSpPr>
        <p:spPr>
          <a:xfrm xmlns:a="http://schemas.openxmlformats.org/drawingml/2006/main">
            <a:off x="4571914" y="2871807"/>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725" b="1">
                <a:solidFill>
                  <a:srgbClr val="F7F6F2"/>
                </a:solidFill>
                <a:latin typeface="Arial"/>
                <a:ea typeface="Arial"/>
                <a:cs typeface="Arial"/>
              </a:defRPr>
            </a:defPPr>
            <a:lvl1pPr>
              <a:defRPr sz="1725" b="1">
                <a:solidFill>
                  <a:srgbClr val="F7F6F2"/>
                </a:solidFill>
                <a:latin typeface="Arial"/>
                <a:ea typeface="Arial"/>
                <a:cs typeface="Arial"/>
              </a:defRPr>
            </a:lvl1pPr>
            <a:lvl2pPr>
              <a:defRPr sz="1725" b="1">
                <a:solidFill>
                  <a:srgbClr val="F7F6F2"/>
                </a:solidFill>
                <a:latin typeface="Arial"/>
                <a:ea typeface="Arial"/>
                <a:cs typeface="Arial"/>
              </a:defRPr>
            </a:lvl2pPr>
            <a:lvl3pPr>
              <a:defRPr sz="1725" b="1">
                <a:solidFill>
                  <a:srgbClr val="F7F6F2"/>
                </a:solidFill>
                <a:latin typeface="Arial"/>
                <a:ea typeface="Arial"/>
                <a:cs typeface="Arial"/>
              </a:defRPr>
            </a:lvl3pPr>
            <a:lvl4pPr>
              <a:defRPr sz="1725" b="1">
                <a:solidFill>
                  <a:srgbClr val="F7F6F2"/>
                </a:solidFill>
                <a:latin typeface="Arial"/>
                <a:ea typeface="Arial"/>
                <a:cs typeface="Arial"/>
              </a:defRPr>
            </a:lvl4pPr>
            <a:lvl5pPr>
              <a:defRPr sz="1725" b="1">
                <a:solidFill>
                  <a:srgbClr val="F7F6F2"/>
                </a:solidFill>
                <a:latin typeface="Arial"/>
                <a:ea typeface="Arial"/>
                <a:cs typeface="Arial"/>
              </a:defRPr>
            </a:lvl5pPr>
            <a:lvl6pPr>
              <a:defRPr sz="1725" b="1">
                <a:solidFill>
                  <a:srgbClr val="F7F6F2"/>
                </a:solidFill>
                <a:latin typeface="Arial"/>
                <a:ea typeface="Arial"/>
                <a:cs typeface="Arial"/>
              </a:defRPr>
            </a:lvl6pPr>
            <a:lvl7pPr>
              <a:defRPr sz="1725" b="1">
                <a:solidFill>
                  <a:srgbClr val="F7F6F2"/>
                </a:solidFill>
                <a:latin typeface="Arial"/>
                <a:ea typeface="Arial"/>
                <a:cs typeface="Arial"/>
              </a:defRPr>
            </a:lvl7pPr>
            <a:lvl8pPr>
              <a:defRPr sz="1725" b="1">
                <a:solidFill>
                  <a:srgbClr val="F7F6F2"/>
                </a:solidFill>
                <a:latin typeface="Arial"/>
                <a:ea typeface="Arial"/>
                <a:cs typeface="Arial"/>
              </a:defRPr>
            </a:lvl8pPr>
            <a:lvl9pPr>
              <a:defRPr sz="1725" b="1">
                <a:solidFill>
                  <a:srgbClr val="F7F6F2"/>
                </a:solidFill>
                <a:latin typeface="Arial"/>
                <a:ea typeface="Arial"/>
                <a:cs typeface="Arial"/>
              </a:defRPr>
            </a:lvl9pPr>
          </a:lstStyle>
          <a:p xmlns:a="http://schemas.openxmlformats.org/drawingml/2006/main">
            <a:pPr>
              <a:defRPr sz="1725" b="1">
                <a:solidFill>
                  <a:srgbClr val="F7F6F2"/>
                </a:solidFill>
                <a:latin typeface="Arial"/>
                <a:ea typeface="Arial"/>
                <a:cs typeface="Arial"/>
              </a:defRPr>
            </a:pPr>
            <a:r>
              <a:rPr sz="1725" b="1">
                <a:solidFill>
                  <a:srgbClr val="F7F6F2"/>
                </a:solidFill>
                <a:latin typeface="Arial"/>
                <a:ea typeface="Arial"/>
                <a:cs typeface="Arial"/>
              </a:rPr>
              <a:t>우리 교육장</a:t>
            </a:r>
          </a:p>
        </p:txBody>
      </p:sp>
      <p:sp>
        <p:nvSpPr>
          <p:cNvPr id="44" name="Academy address">
            <a:extLst xmlns:a="http://schemas.openxmlformats.org/drawingml/2006/main">
              <a:ext uri="{FF2B5EF4-FFF2-40B4-BE49-F238E27FC236}">
                <a16:creationId xmlns:a16="http://schemas.microsoft.com/office/drawing/2014/main" id="{5AECEA0E-8178-4910-B992-DC89566C26B3}"/>
              </a:ext>
            </a:extLst>
          </p:cNvPr>
          <p:cNvSpPr>
            <a:spLocks xmlns:a="http://schemas.openxmlformats.org/drawingml/2006/main" noGrp="1"/>
          </p:cNvSpPr>
          <p:nvPr/>
        </p:nvSpPr>
        <p:spPr>
          <a:xfrm xmlns:a="http://schemas.openxmlformats.org/drawingml/2006/main">
            <a:off x="4571914" y="3148032"/>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275" b="0">
                <a:solidFill>
                  <a:srgbClr val="F7F6F2"/>
                </a:solidFill>
                <a:latin typeface="Arial"/>
                <a:ea typeface="Arial"/>
                <a:cs typeface="Arial"/>
              </a:defRPr>
            </a:defPPr>
            <a:lvl1pPr>
              <a:defRPr sz="1275" b="0">
                <a:solidFill>
                  <a:srgbClr val="F7F6F2"/>
                </a:solidFill>
                <a:latin typeface="Arial"/>
                <a:ea typeface="Arial"/>
                <a:cs typeface="Arial"/>
              </a:defRPr>
            </a:lvl1pPr>
            <a:lvl2pPr>
              <a:defRPr sz="1275" b="0">
                <a:solidFill>
                  <a:srgbClr val="F7F6F2"/>
                </a:solidFill>
                <a:latin typeface="Arial"/>
                <a:ea typeface="Arial"/>
                <a:cs typeface="Arial"/>
              </a:defRPr>
            </a:lvl2pPr>
            <a:lvl3pPr>
              <a:defRPr sz="1275" b="0">
                <a:solidFill>
                  <a:srgbClr val="F7F6F2"/>
                </a:solidFill>
                <a:latin typeface="Arial"/>
                <a:ea typeface="Arial"/>
                <a:cs typeface="Arial"/>
              </a:defRPr>
            </a:lvl3pPr>
            <a:lvl4pPr>
              <a:defRPr sz="1275" b="0">
                <a:solidFill>
                  <a:srgbClr val="F7F6F2"/>
                </a:solidFill>
                <a:latin typeface="Arial"/>
                <a:ea typeface="Arial"/>
                <a:cs typeface="Arial"/>
              </a:defRPr>
            </a:lvl4pPr>
            <a:lvl5pPr>
              <a:defRPr sz="1275" b="0">
                <a:solidFill>
                  <a:srgbClr val="F7F6F2"/>
                </a:solidFill>
                <a:latin typeface="Arial"/>
                <a:ea typeface="Arial"/>
                <a:cs typeface="Arial"/>
              </a:defRPr>
            </a:lvl5pPr>
            <a:lvl6pPr>
              <a:defRPr sz="1275" b="0">
                <a:solidFill>
                  <a:srgbClr val="F7F6F2"/>
                </a:solidFill>
                <a:latin typeface="Arial"/>
                <a:ea typeface="Arial"/>
                <a:cs typeface="Arial"/>
              </a:defRPr>
            </a:lvl6pPr>
            <a:lvl7pPr>
              <a:defRPr sz="1275" b="0">
                <a:solidFill>
                  <a:srgbClr val="F7F6F2"/>
                </a:solidFill>
                <a:latin typeface="Arial"/>
                <a:ea typeface="Arial"/>
                <a:cs typeface="Arial"/>
              </a:defRPr>
            </a:lvl7pPr>
            <a:lvl8pPr>
              <a:defRPr sz="1275" b="0">
                <a:solidFill>
                  <a:srgbClr val="F7F6F2"/>
                </a:solidFill>
                <a:latin typeface="Arial"/>
                <a:ea typeface="Arial"/>
                <a:cs typeface="Arial"/>
              </a:defRPr>
            </a:lvl8pPr>
            <a:lvl9pPr>
              <a:defRPr sz="1275" b="0">
                <a:solidFill>
                  <a:srgbClr val="F7F6F2"/>
                </a:solidFill>
                <a:latin typeface="Arial"/>
                <a:ea typeface="Arial"/>
                <a:cs typeface="Arial"/>
              </a:defRPr>
            </a:lvl9pPr>
          </a:lstStyle>
          <a:p xmlns:a="http://schemas.openxmlformats.org/drawingml/2006/main">
            <a:pPr>
              <a:defRPr sz="1275" b="0">
                <a:solidFill>
                  <a:srgbClr val="F7F6F2"/>
                </a:solidFill>
                <a:latin typeface="Arial"/>
                <a:ea typeface="Arial"/>
                <a:cs typeface="Arial"/>
              </a:defRPr>
            </a:pPr>
            <a:r>
              <a:rPr sz="1275" b="0">
                <a:solidFill>
                  <a:srgbClr val="F7F6F2"/>
                </a:solidFill>
                <a:latin typeface="Arial"/>
                <a:ea typeface="Arial"/>
                <a:cs typeface="Arial"/>
              </a:rPr>
              <a:t>개포디지털혁신파크 · 개포로 416</a:t>
            </a:r>
          </a:p>
        </p:txBody>
      </p:sp>
      <p:sp>
        <p:nvSpPr>
          <p:cNvPr id="45" name="Initial west spread arrow">
            <a:extLst xmlns:a="http://schemas.openxmlformats.org/drawingml/2006/main">
              <a:ext uri="{FF2B5EF4-FFF2-40B4-BE49-F238E27FC236}">
                <a16:creationId xmlns:a16="http://schemas.microsoft.com/office/drawing/2014/main" id="{45C203EA-4912-4525-B3C7-D7BE105AD6ED}"/>
              </a:ext>
            </a:extLst>
          </p:cNvPr>
          <p:cNvSpPr>
            <a:spLocks xmlns:a="http://schemas.openxmlformats.org/drawingml/2006/main" noGrp="1"/>
          </p:cNvSpPr>
          <p:nvPr/>
        </p:nvSpPr>
        <p:spPr>
          <a:xfrm xmlns:a="http://schemas.openxmlformats.org/drawingml/2006/main">
            <a:off x="3436296" y="4516031"/>
            <a:ext cx="609600" cy="209550"/>
          </a:xfrm>
          <a:prstGeom xmlns:a="http://schemas.openxmlformats.org/drawingml/2006/main" prst="leftArrow">
            <a:avLst/>
          </a:prstGeom>
          <a:solidFill xmlns:a="http://schemas.openxmlformats.org/drawingml/2006/main">
            <a:srgbClr val="D94F3D"/>
          </a:solidFill>
          <a:ln xmlns:a="http://schemas.openxmlformats.org/drawingml/2006/main" w="9525">
            <a:solidFill>
              <a:srgbClr val="FFFFFF"/>
            </a:solidFill>
          </a:ln>
        </p:spPr>
      </p:sp>
      <p:sp>
        <p:nvSpPr>
          <p:cNvPr id="46" name="Later south spread arrow">
            <a:extLst xmlns:a="http://schemas.openxmlformats.org/drawingml/2006/main">
              <a:ext uri="{FF2B5EF4-FFF2-40B4-BE49-F238E27FC236}">
                <a16:creationId xmlns:a16="http://schemas.microsoft.com/office/drawing/2014/main" id="{859186D2-6EE6-4C97-BE92-E513CCDAE8FF}"/>
              </a:ext>
            </a:extLst>
          </p:cNvPr>
          <p:cNvSpPr>
            <a:spLocks xmlns:a="http://schemas.openxmlformats.org/drawingml/2006/main" noGrp="1"/>
          </p:cNvSpPr>
          <p:nvPr/>
        </p:nvSpPr>
        <p:spPr>
          <a:xfrm xmlns:a="http://schemas.openxmlformats.org/drawingml/2006/main">
            <a:off x="4112571" y="4792256"/>
            <a:ext cx="209550" cy="590550"/>
          </a:xfrm>
          <a:prstGeom xmlns:a="http://schemas.openxmlformats.org/drawingml/2006/main" prst="downArrow">
            <a:avLst/>
          </a:prstGeom>
          <a:solidFill xmlns:a="http://schemas.openxmlformats.org/drawingml/2006/main">
            <a:srgbClr val="D94F3D"/>
          </a:solidFill>
          <a:ln xmlns:a="http://schemas.openxmlformats.org/drawingml/2006/main" w="9525">
            <a:solidFill>
              <a:srgbClr val="FFFFFF"/>
            </a:solidFill>
          </a:ln>
        </p:spPr>
      </p:sp>
      <p:sp>
        <p:nvSpPr>
          <p:cNvPr id="47" name="Village point">
            <a:extLst xmlns:a="http://schemas.openxmlformats.org/drawingml/2006/main">
              <a:ext uri="{FF2B5EF4-FFF2-40B4-BE49-F238E27FC236}">
                <a16:creationId xmlns:a16="http://schemas.microsoft.com/office/drawing/2014/main" id="{F8638969-B31A-4383-9994-A84FE2F7E80C}"/>
              </a:ext>
            </a:extLst>
          </p:cNvPr>
          <p:cNvSpPr>
            <a:spLocks xmlns:a="http://schemas.openxmlformats.org/drawingml/2006/main" noGrp="1"/>
          </p:cNvSpPr>
          <p:nvPr/>
        </p:nvSpPr>
        <p:spPr>
          <a:xfrm xmlns:a="http://schemas.openxmlformats.org/drawingml/2006/main">
            <a:off x="4122096" y="4525556"/>
            <a:ext cx="190500" cy="190500"/>
          </a:xfrm>
          <a:prstGeom xmlns:a="http://schemas.openxmlformats.org/drawingml/2006/main" prst="ellipse">
            <a:avLst/>
          </a:prstGeom>
          <a:solidFill xmlns:a="http://schemas.openxmlformats.org/drawingml/2006/main">
            <a:srgbClr val="D94F3D"/>
          </a:solidFill>
          <a:ln xmlns:a="http://schemas.openxmlformats.org/drawingml/2006/main" w="28575">
            <a:solidFill>
              <a:srgbClr val="FFFFFF"/>
            </a:solidFill>
          </a:ln>
        </p:spPr>
      </p:sp>
      <p:sp>
        <p:nvSpPr>
          <p:cNvPr id="48" name="Village label backing">
            <a:extLst xmlns:a="http://schemas.openxmlformats.org/drawingml/2006/main">
              <a:ext uri="{FF2B5EF4-FFF2-40B4-BE49-F238E27FC236}">
                <a16:creationId xmlns:a16="http://schemas.microsoft.com/office/drawing/2014/main" id="{8E6F5551-E28A-4DB8-9354-978EBF275CBD}"/>
              </a:ext>
            </a:extLst>
          </p:cNvPr>
          <p:cNvSpPr>
            <a:spLocks xmlns:a="http://schemas.openxmlformats.org/drawingml/2006/main" noGrp="1"/>
          </p:cNvSpPr>
          <p:nvPr/>
        </p:nvSpPr>
        <p:spPr>
          <a:xfrm xmlns:a="http://schemas.openxmlformats.org/drawingml/2006/main">
            <a:off x="4426896" y="4039781"/>
            <a:ext cx="2133600" cy="533400"/>
          </a:xfrm>
          <a:prstGeom xmlns:a="http://schemas.openxmlformats.org/drawingml/2006/main" prst="rect">
            <a:avLst/>
          </a:prstGeom>
          <a:solidFill xmlns:a="http://schemas.openxmlformats.org/drawingml/2006/main">
            <a:srgbClr val="0B3158"/>
          </a:solidFill>
          <a:ln xmlns:a="http://schemas.openxmlformats.org/drawingml/2006/main" w="0">
            <a:noFill/>
          </a:ln>
        </p:spPr>
      </p:sp>
      <p:sp>
        <p:nvSpPr>
          <p:cNvPr id="49" name="Village label">
            <a:extLst xmlns:a="http://schemas.openxmlformats.org/drawingml/2006/main">
              <a:ext uri="{FF2B5EF4-FFF2-40B4-BE49-F238E27FC236}">
                <a16:creationId xmlns:a16="http://schemas.microsoft.com/office/drawing/2014/main" id="{3DE5CBD0-64A9-425E-9F73-611892191454}"/>
              </a:ext>
            </a:extLst>
          </p:cNvPr>
          <p:cNvSpPr>
            <a:spLocks xmlns:a="http://schemas.openxmlformats.org/drawingml/2006/main" noGrp="1"/>
          </p:cNvSpPr>
          <p:nvPr/>
        </p:nvSpPr>
        <p:spPr>
          <a:xfrm xmlns:a="http://schemas.openxmlformats.org/drawingml/2006/main">
            <a:off x="4531671" y="4087406"/>
            <a:ext cx="1924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650" b="1">
                <a:solidFill>
                  <a:srgbClr val="FFB515"/>
                </a:solidFill>
                <a:latin typeface="Arial"/>
                <a:ea typeface="Arial"/>
                <a:cs typeface="Arial"/>
              </a:defRPr>
            </a:defPPr>
            <a:lvl1pPr>
              <a:defRPr sz="1650" b="1">
                <a:solidFill>
                  <a:srgbClr val="FFB515"/>
                </a:solidFill>
                <a:latin typeface="Arial"/>
                <a:ea typeface="Arial"/>
                <a:cs typeface="Arial"/>
              </a:defRPr>
            </a:lvl1pPr>
            <a:lvl2pPr>
              <a:defRPr sz="1650" b="1">
                <a:solidFill>
                  <a:srgbClr val="FFB515"/>
                </a:solidFill>
                <a:latin typeface="Arial"/>
                <a:ea typeface="Arial"/>
                <a:cs typeface="Arial"/>
              </a:defRPr>
            </a:lvl2pPr>
            <a:lvl3pPr>
              <a:defRPr sz="1650" b="1">
                <a:solidFill>
                  <a:srgbClr val="FFB515"/>
                </a:solidFill>
                <a:latin typeface="Arial"/>
                <a:ea typeface="Arial"/>
                <a:cs typeface="Arial"/>
              </a:defRPr>
            </a:lvl3pPr>
            <a:lvl4pPr>
              <a:defRPr sz="1650" b="1">
                <a:solidFill>
                  <a:srgbClr val="FFB515"/>
                </a:solidFill>
                <a:latin typeface="Arial"/>
                <a:ea typeface="Arial"/>
                <a:cs typeface="Arial"/>
              </a:defRPr>
            </a:lvl4pPr>
            <a:lvl5pPr>
              <a:defRPr sz="1650" b="1">
                <a:solidFill>
                  <a:srgbClr val="FFB515"/>
                </a:solidFill>
                <a:latin typeface="Arial"/>
                <a:ea typeface="Arial"/>
                <a:cs typeface="Arial"/>
              </a:defRPr>
            </a:lvl5pPr>
            <a:lvl6pPr>
              <a:defRPr sz="1650" b="1">
                <a:solidFill>
                  <a:srgbClr val="FFB515"/>
                </a:solidFill>
                <a:latin typeface="Arial"/>
                <a:ea typeface="Arial"/>
                <a:cs typeface="Arial"/>
              </a:defRPr>
            </a:lvl6pPr>
            <a:lvl7pPr>
              <a:defRPr sz="1650" b="1">
                <a:solidFill>
                  <a:srgbClr val="FFB515"/>
                </a:solidFill>
                <a:latin typeface="Arial"/>
                <a:ea typeface="Arial"/>
                <a:cs typeface="Arial"/>
              </a:defRPr>
            </a:lvl7pPr>
            <a:lvl8pPr>
              <a:defRPr sz="1650" b="1">
                <a:solidFill>
                  <a:srgbClr val="FFB515"/>
                </a:solidFill>
                <a:latin typeface="Arial"/>
                <a:ea typeface="Arial"/>
                <a:cs typeface="Arial"/>
              </a:defRPr>
            </a:lvl8pPr>
            <a:lvl9pPr>
              <a:defRPr sz="1650" b="1">
                <a:solidFill>
                  <a:srgbClr val="FFB515"/>
                </a:solidFill>
                <a:latin typeface="Arial"/>
                <a:ea typeface="Arial"/>
                <a:cs typeface="Arial"/>
              </a:defRPr>
            </a:lvl9pPr>
          </a:lstStyle>
          <a:p xmlns:a="http://schemas.openxmlformats.org/drawingml/2006/main">
            <a:pPr>
              <a:defRPr sz="1650" b="1">
                <a:solidFill>
                  <a:srgbClr val="FFB515"/>
                </a:solidFill>
                <a:latin typeface="Arial"/>
                <a:ea typeface="Arial"/>
                <a:cs typeface="Arial"/>
              </a:defRPr>
            </a:pPr>
            <a:r>
              <a:rPr sz="1650" b="1">
                <a:solidFill>
                  <a:srgbClr val="FFB515"/>
                </a:solidFill>
                <a:latin typeface="Arial"/>
                <a:ea typeface="Arial"/>
                <a:cs typeface="Arial"/>
              </a:rPr>
              <a:t>구룡마을 화재</a:t>
            </a:r>
          </a:p>
        </p:txBody>
      </p:sp>
      <p:sp>
        <p:nvSpPr>
          <p:cNvPr id="50" name="Village representative position">
            <a:extLst xmlns:a="http://schemas.openxmlformats.org/drawingml/2006/main">
              <a:ext uri="{FF2B5EF4-FFF2-40B4-BE49-F238E27FC236}">
                <a16:creationId xmlns:a16="http://schemas.microsoft.com/office/drawing/2014/main" id="{E40E2455-2B7D-4EED-84B0-7E5C181F0EDF}"/>
              </a:ext>
            </a:extLst>
          </p:cNvPr>
          <p:cNvSpPr>
            <a:spLocks xmlns:a="http://schemas.openxmlformats.org/drawingml/2006/main" noGrp="1"/>
          </p:cNvSpPr>
          <p:nvPr/>
        </p:nvSpPr>
        <p:spPr>
          <a:xfrm xmlns:a="http://schemas.openxmlformats.org/drawingml/2006/main">
            <a:off x="4531671" y="4354106"/>
            <a:ext cx="1924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200" b="0">
                <a:solidFill>
                  <a:srgbClr val="F7F6F2"/>
                </a:solidFill>
                <a:latin typeface="Arial"/>
                <a:ea typeface="Arial"/>
                <a:cs typeface="Arial"/>
              </a:defRPr>
            </a:defPPr>
            <a:lvl1pPr>
              <a:defRPr sz="1200" b="0">
                <a:solidFill>
                  <a:srgbClr val="F7F6F2"/>
                </a:solidFill>
                <a:latin typeface="Arial"/>
                <a:ea typeface="Arial"/>
                <a:cs typeface="Arial"/>
              </a:defRPr>
            </a:lvl1pPr>
            <a:lvl2pPr>
              <a:defRPr sz="1200" b="0">
                <a:solidFill>
                  <a:srgbClr val="F7F6F2"/>
                </a:solidFill>
                <a:latin typeface="Arial"/>
                <a:ea typeface="Arial"/>
                <a:cs typeface="Arial"/>
              </a:defRPr>
            </a:lvl2pPr>
            <a:lvl3pPr>
              <a:defRPr sz="1200" b="0">
                <a:solidFill>
                  <a:srgbClr val="F7F6F2"/>
                </a:solidFill>
                <a:latin typeface="Arial"/>
                <a:ea typeface="Arial"/>
                <a:cs typeface="Arial"/>
              </a:defRPr>
            </a:lvl3pPr>
            <a:lvl4pPr>
              <a:defRPr sz="1200" b="0">
                <a:solidFill>
                  <a:srgbClr val="F7F6F2"/>
                </a:solidFill>
                <a:latin typeface="Arial"/>
                <a:ea typeface="Arial"/>
                <a:cs typeface="Arial"/>
              </a:defRPr>
            </a:lvl4pPr>
            <a:lvl5pPr>
              <a:defRPr sz="1200" b="0">
                <a:solidFill>
                  <a:srgbClr val="F7F6F2"/>
                </a:solidFill>
                <a:latin typeface="Arial"/>
                <a:ea typeface="Arial"/>
                <a:cs typeface="Arial"/>
              </a:defRPr>
            </a:lvl5pPr>
            <a:lvl6pPr>
              <a:defRPr sz="1200" b="0">
                <a:solidFill>
                  <a:srgbClr val="F7F6F2"/>
                </a:solidFill>
                <a:latin typeface="Arial"/>
                <a:ea typeface="Arial"/>
                <a:cs typeface="Arial"/>
              </a:defRPr>
            </a:lvl6pPr>
            <a:lvl7pPr>
              <a:defRPr sz="1200" b="0">
                <a:solidFill>
                  <a:srgbClr val="F7F6F2"/>
                </a:solidFill>
                <a:latin typeface="Arial"/>
                <a:ea typeface="Arial"/>
                <a:cs typeface="Arial"/>
              </a:defRPr>
            </a:lvl7pPr>
            <a:lvl8pPr>
              <a:defRPr sz="1200" b="0">
                <a:solidFill>
                  <a:srgbClr val="F7F6F2"/>
                </a:solidFill>
                <a:latin typeface="Arial"/>
                <a:ea typeface="Arial"/>
                <a:cs typeface="Arial"/>
              </a:defRPr>
            </a:lvl8pPr>
            <a:lvl9pPr>
              <a:defRPr sz="1200" b="0">
                <a:solidFill>
                  <a:srgbClr val="F7F6F2"/>
                </a:solidFill>
                <a:latin typeface="Arial"/>
                <a:ea typeface="Arial"/>
                <a:cs typeface="Arial"/>
              </a:defRPr>
            </a:lvl9pPr>
          </a:lstStyle>
          <a:p xmlns:a="http://schemas.openxmlformats.org/drawingml/2006/main">
            <a:pPr>
              <a:defRPr sz="1200" b="0">
                <a:solidFill>
                  <a:srgbClr val="F7F6F2"/>
                </a:solidFill>
                <a:latin typeface="Arial"/>
                <a:ea typeface="Arial"/>
                <a:cs typeface="Arial"/>
              </a:defRPr>
            </a:pPr>
            <a:r>
              <a:rPr sz="1200" b="0">
                <a:solidFill>
                  <a:srgbClr val="F7F6F2"/>
                </a:solidFill>
                <a:latin typeface="Arial"/>
                <a:ea typeface="Arial"/>
                <a:cs typeface="Arial"/>
              </a:rPr>
              <a:t>마을 대표 위치</a:t>
            </a:r>
          </a:p>
        </p:txBody>
      </p:sp>
      <p:sp>
        <p:nvSpPr>
          <p:cNvPr id="51" name="West direction backing">
            <a:extLst xmlns:a="http://schemas.openxmlformats.org/drawingml/2006/main">
              <a:ext uri="{FF2B5EF4-FFF2-40B4-BE49-F238E27FC236}">
                <a16:creationId xmlns:a16="http://schemas.microsoft.com/office/drawing/2014/main" id="{7056E27F-9337-4A91-9B2A-1FDBF40EFCEA}"/>
              </a:ext>
            </a:extLst>
          </p:cNvPr>
          <p:cNvSpPr>
            <a:spLocks xmlns:a="http://schemas.openxmlformats.org/drawingml/2006/main" noGrp="1"/>
          </p:cNvSpPr>
          <p:nvPr/>
        </p:nvSpPr>
        <p:spPr>
          <a:xfrm xmlns:a="http://schemas.openxmlformats.org/drawingml/2006/main">
            <a:off x="1512246" y="4468406"/>
            <a:ext cx="1819275" cy="371475"/>
          </a:xfrm>
          <a:prstGeom xmlns:a="http://schemas.openxmlformats.org/drawingml/2006/main" prst="rect">
            <a:avLst/>
          </a:prstGeom>
          <a:solidFill xmlns:a="http://schemas.openxmlformats.org/drawingml/2006/main">
            <a:srgbClr val="0B3158"/>
          </a:solidFill>
          <a:ln xmlns:a="http://schemas.openxmlformats.org/drawingml/2006/main" w="0">
            <a:noFill/>
          </a:ln>
        </p:spPr>
      </p:sp>
      <p:sp>
        <p:nvSpPr>
          <p:cNvPr id="52" name="West direction label">
            <a:extLst xmlns:a="http://schemas.openxmlformats.org/drawingml/2006/main">
              <a:ext uri="{FF2B5EF4-FFF2-40B4-BE49-F238E27FC236}">
                <a16:creationId xmlns:a16="http://schemas.microsoft.com/office/drawing/2014/main" id="{0A6B8196-DF87-4086-AD6A-CCB9A0DC689B}"/>
              </a:ext>
            </a:extLst>
          </p:cNvPr>
          <p:cNvSpPr>
            <a:spLocks xmlns:a="http://schemas.openxmlformats.org/drawingml/2006/main" noGrp="1"/>
          </p:cNvSpPr>
          <p:nvPr/>
        </p:nvSpPr>
        <p:spPr>
          <a:xfrm xmlns:a="http://schemas.openxmlformats.org/drawingml/2006/main">
            <a:off x="1617021" y="4516031"/>
            <a:ext cx="1628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425" b="1">
                <a:solidFill>
                  <a:srgbClr val="F7F6F2"/>
                </a:solidFill>
                <a:latin typeface="Arial"/>
                <a:ea typeface="Arial"/>
                <a:cs typeface="Arial"/>
              </a:defRPr>
            </a:defPPr>
            <a:lvl1pPr>
              <a:defRPr sz="1425" b="1">
                <a:solidFill>
                  <a:srgbClr val="F7F6F2"/>
                </a:solidFill>
                <a:latin typeface="Arial"/>
                <a:ea typeface="Arial"/>
                <a:cs typeface="Arial"/>
              </a:defRPr>
            </a:lvl1pPr>
            <a:lvl2pPr>
              <a:defRPr sz="1425" b="1">
                <a:solidFill>
                  <a:srgbClr val="F7F6F2"/>
                </a:solidFill>
                <a:latin typeface="Arial"/>
                <a:ea typeface="Arial"/>
                <a:cs typeface="Arial"/>
              </a:defRPr>
            </a:lvl2pPr>
            <a:lvl3pPr>
              <a:defRPr sz="1425" b="1">
                <a:solidFill>
                  <a:srgbClr val="F7F6F2"/>
                </a:solidFill>
                <a:latin typeface="Arial"/>
                <a:ea typeface="Arial"/>
                <a:cs typeface="Arial"/>
              </a:defRPr>
            </a:lvl3pPr>
            <a:lvl4pPr>
              <a:defRPr sz="1425" b="1">
                <a:solidFill>
                  <a:srgbClr val="F7F6F2"/>
                </a:solidFill>
                <a:latin typeface="Arial"/>
                <a:ea typeface="Arial"/>
                <a:cs typeface="Arial"/>
              </a:defRPr>
            </a:lvl4pPr>
            <a:lvl5pPr>
              <a:defRPr sz="1425" b="1">
                <a:solidFill>
                  <a:srgbClr val="F7F6F2"/>
                </a:solidFill>
                <a:latin typeface="Arial"/>
                <a:ea typeface="Arial"/>
                <a:cs typeface="Arial"/>
              </a:defRPr>
            </a:lvl5pPr>
            <a:lvl6pPr>
              <a:defRPr sz="1425" b="1">
                <a:solidFill>
                  <a:srgbClr val="F7F6F2"/>
                </a:solidFill>
                <a:latin typeface="Arial"/>
                <a:ea typeface="Arial"/>
                <a:cs typeface="Arial"/>
              </a:defRPr>
            </a:lvl6pPr>
            <a:lvl7pPr>
              <a:defRPr sz="1425" b="1">
                <a:solidFill>
                  <a:srgbClr val="F7F6F2"/>
                </a:solidFill>
                <a:latin typeface="Arial"/>
                <a:ea typeface="Arial"/>
                <a:cs typeface="Arial"/>
              </a:defRPr>
            </a:lvl7pPr>
            <a:lvl8pPr>
              <a:defRPr sz="1425" b="1">
                <a:solidFill>
                  <a:srgbClr val="F7F6F2"/>
                </a:solidFill>
                <a:latin typeface="Arial"/>
                <a:ea typeface="Arial"/>
                <a:cs typeface="Arial"/>
              </a:defRPr>
            </a:lvl8pPr>
            <a:lvl9pPr>
              <a:defRPr sz="1425" b="1">
                <a:solidFill>
                  <a:srgbClr val="F7F6F2"/>
                </a:solidFill>
                <a:latin typeface="Arial"/>
                <a:ea typeface="Arial"/>
                <a:cs typeface="Arial"/>
              </a:defRPr>
            </a:lvl9pPr>
          </a:lstStyle>
          <a:p xmlns:a="http://schemas.openxmlformats.org/drawingml/2006/main">
            <a:pPr>
              <a:defRPr sz="1425" b="1">
                <a:solidFill>
                  <a:srgbClr val="F7F6F2"/>
                </a:solidFill>
                <a:latin typeface="Arial"/>
                <a:ea typeface="Arial"/>
                <a:cs typeface="Arial"/>
              </a:defRPr>
            </a:pPr>
            <a:r>
              <a:rPr sz="1425" b="1">
                <a:solidFill>
                  <a:srgbClr val="F7F6F2"/>
                </a:solidFill>
                <a:latin typeface="Arial"/>
                <a:ea typeface="Arial"/>
                <a:cs typeface="Arial"/>
              </a:rPr>
              <a:t>초기 서쪽 확산</a:t>
            </a:r>
          </a:p>
        </p:txBody>
      </p:sp>
      <p:sp>
        <p:nvSpPr>
          <p:cNvPr id="53" name="South direction backing">
            <a:extLst xmlns:a="http://schemas.openxmlformats.org/drawingml/2006/main">
              <a:ext uri="{FF2B5EF4-FFF2-40B4-BE49-F238E27FC236}">
                <a16:creationId xmlns:a16="http://schemas.microsoft.com/office/drawing/2014/main" id="{9B8B8FC0-0A82-468D-9423-B358585A43B4}"/>
              </a:ext>
            </a:extLst>
          </p:cNvPr>
          <p:cNvSpPr>
            <a:spLocks xmlns:a="http://schemas.openxmlformats.org/drawingml/2006/main" noGrp="1"/>
          </p:cNvSpPr>
          <p:nvPr/>
        </p:nvSpPr>
        <p:spPr>
          <a:xfrm xmlns:a="http://schemas.openxmlformats.org/drawingml/2006/main">
            <a:off x="4436421" y="5030381"/>
            <a:ext cx="2609850" cy="514350"/>
          </a:xfrm>
          <a:prstGeom xmlns:a="http://schemas.openxmlformats.org/drawingml/2006/main" prst="rect">
            <a:avLst/>
          </a:prstGeom>
          <a:solidFill xmlns:a="http://schemas.openxmlformats.org/drawingml/2006/main">
            <a:srgbClr val="0B3158"/>
          </a:solidFill>
          <a:ln xmlns:a="http://schemas.openxmlformats.org/drawingml/2006/main" w="0">
            <a:noFill/>
          </a:ln>
        </p:spPr>
      </p:sp>
      <p:sp>
        <p:nvSpPr>
          <p:cNvPr id="54" name="South direction label">
            <a:extLst xmlns:a="http://schemas.openxmlformats.org/drawingml/2006/main">
              <a:ext uri="{FF2B5EF4-FFF2-40B4-BE49-F238E27FC236}">
                <a16:creationId xmlns:a16="http://schemas.microsoft.com/office/drawing/2014/main" id="{2FB44A9C-14B6-4A54-BFE8-22080FC6A7A0}"/>
              </a:ext>
            </a:extLst>
          </p:cNvPr>
          <p:cNvSpPr>
            <a:spLocks xmlns:a="http://schemas.openxmlformats.org/drawingml/2006/main" noGrp="1"/>
          </p:cNvSpPr>
          <p:nvPr/>
        </p:nvSpPr>
        <p:spPr>
          <a:xfrm xmlns:a="http://schemas.openxmlformats.org/drawingml/2006/main">
            <a:off x="4541196" y="5078006"/>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500" b="1">
                <a:solidFill>
                  <a:srgbClr val="F7F6F2"/>
                </a:solidFill>
                <a:latin typeface="Arial"/>
                <a:ea typeface="Arial"/>
                <a:cs typeface="Arial"/>
              </a:defRPr>
            </a:defPPr>
            <a:lvl1pPr>
              <a:defRPr sz="1500" b="1">
                <a:solidFill>
                  <a:srgbClr val="F7F6F2"/>
                </a:solidFill>
                <a:latin typeface="Arial"/>
                <a:ea typeface="Arial"/>
                <a:cs typeface="Arial"/>
              </a:defRPr>
            </a:lvl1pPr>
            <a:lvl2pPr>
              <a:defRPr sz="1500" b="1">
                <a:solidFill>
                  <a:srgbClr val="F7F6F2"/>
                </a:solidFill>
                <a:latin typeface="Arial"/>
                <a:ea typeface="Arial"/>
                <a:cs typeface="Arial"/>
              </a:defRPr>
            </a:lvl2pPr>
            <a:lvl3pPr>
              <a:defRPr sz="1500" b="1">
                <a:solidFill>
                  <a:srgbClr val="F7F6F2"/>
                </a:solidFill>
                <a:latin typeface="Arial"/>
                <a:ea typeface="Arial"/>
                <a:cs typeface="Arial"/>
              </a:defRPr>
            </a:lvl3pPr>
            <a:lvl4pPr>
              <a:defRPr sz="1500" b="1">
                <a:solidFill>
                  <a:srgbClr val="F7F6F2"/>
                </a:solidFill>
                <a:latin typeface="Arial"/>
                <a:ea typeface="Arial"/>
                <a:cs typeface="Arial"/>
              </a:defRPr>
            </a:lvl4pPr>
            <a:lvl5pPr>
              <a:defRPr sz="1500" b="1">
                <a:solidFill>
                  <a:srgbClr val="F7F6F2"/>
                </a:solidFill>
                <a:latin typeface="Arial"/>
                <a:ea typeface="Arial"/>
                <a:cs typeface="Arial"/>
              </a:defRPr>
            </a:lvl5pPr>
            <a:lvl6pPr>
              <a:defRPr sz="1500" b="1">
                <a:solidFill>
                  <a:srgbClr val="F7F6F2"/>
                </a:solidFill>
                <a:latin typeface="Arial"/>
                <a:ea typeface="Arial"/>
                <a:cs typeface="Arial"/>
              </a:defRPr>
            </a:lvl6pPr>
            <a:lvl7pPr>
              <a:defRPr sz="1500" b="1">
                <a:solidFill>
                  <a:srgbClr val="F7F6F2"/>
                </a:solidFill>
                <a:latin typeface="Arial"/>
                <a:ea typeface="Arial"/>
                <a:cs typeface="Arial"/>
              </a:defRPr>
            </a:lvl7pPr>
            <a:lvl8pPr>
              <a:defRPr sz="1500" b="1">
                <a:solidFill>
                  <a:srgbClr val="F7F6F2"/>
                </a:solidFill>
                <a:latin typeface="Arial"/>
                <a:ea typeface="Arial"/>
                <a:cs typeface="Arial"/>
              </a:defRPr>
            </a:lvl8pPr>
            <a:lvl9pPr>
              <a:defRPr sz="1500" b="1">
                <a:solidFill>
                  <a:srgbClr val="F7F6F2"/>
                </a:solidFill>
                <a:latin typeface="Arial"/>
                <a:ea typeface="Arial"/>
                <a:cs typeface="Arial"/>
              </a:defRPr>
            </a:lvl9pPr>
          </a:lstStyle>
          <a:p xmlns:a="http://schemas.openxmlformats.org/drawingml/2006/main">
            <a:pPr>
              <a:defRPr sz="1500" b="1">
                <a:solidFill>
                  <a:srgbClr val="F7F6F2"/>
                </a:solidFill>
                <a:latin typeface="Arial"/>
                <a:ea typeface="Arial"/>
                <a:cs typeface="Arial"/>
              </a:defRPr>
            </a:pPr>
            <a:r>
              <a:rPr sz="1500" b="1">
                <a:solidFill>
                  <a:srgbClr val="F7F6F2"/>
                </a:solidFill>
                <a:latin typeface="Arial"/>
                <a:ea typeface="Arial"/>
                <a:cs typeface="Arial"/>
              </a:rPr>
              <a:t>이후 남쪽 확산</a:t>
            </a:r>
          </a:p>
        </p:txBody>
      </p:sp>
      <p:sp>
        <p:nvSpPr>
          <p:cNvPr id="55" name="Reported southern districts">
            <a:extLst xmlns:a="http://schemas.openxmlformats.org/drawingml/2006/main">
              <a:ext uri="{FF2B5EF4-FFF2-40B4-BE49-F238E27FC236}">
                <a16:creationId xmlns:a16="http://schemas.microsoft.com/office/drawing/2014/main" id="{7D6DDA86-9798-4C04-9A6D-6FD0EA419A91}"/>
              </a:ext>
            </a:extLst>
          </p:cNvPr>
          <p:cNvSpPr>
            <a:spLocks xmlns:a="http://schemas.openxmlformats.org/drawingml/2006/main" noGrp="1"/>
          </p:cNvSpPr>
          <p:nvPr/>
        </p:nvSpPr>
        <p:spPr>
          <a:xfrm xmlns:a="http://schemas.openxmlformats.org/drawingml/2006/main">
            <a:off x="4541196" y="5335181"/>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200" b="0">
                <a:solidFill>
                  <a:srgbClr val="F7F6F2"/>
                </a:solidFill>
                <a:latin typeface="Arial"/>
                <a:ea typeface="Arial"/>
                <a:cs typeface="Arial"/>
              </a:defRPr>
            </a:defPPr>
            <a:lvl1pPr>
              <a:defRPr sz="1200" b="0">
                <a:solidFill>
                  <a:srgbClr val="F7F6F2"/>
                </a:solidFill>
                <a:latin typeface="Arial"/>
                <a:ea typeface="Arial"/>
                <a:cs typeface="Arial"/>
              </a:defRPr>
            </a:lvl1pPr>
            <a:lvl2pPr>
              <a:defRPr sz="1200" b="0">
                <a:solidFill>
                  <a:srgbClr val="F7F6F2"/>
                </a:solidFill>
                <a:latin typeface="Arial"/>
                <a:ea typeface="Arial"/>
                <a:cs typeface="Arial"/>
              </a:defRPr>
            </a:lvl2pPr>
            <a:lvl3pPr>
              <a:defRPr sz="1200" b="0">
                <a:solidFill>
                  <a:srgbClr val="F7F6F2"/>
                </a:solidFill>
                <a:latin typeface="Arial"/>
                <a:ea typeface="Arial"/>
                <a:cs typeface="Arial"/>
              </a:defRPr>
            </a:lvl3pPr>
            <a:lvl4pPr>
              <a:defRPr sz="1200" b="0">
                <a:solidFill>
                  <a:srgbClr val="F7F6F2"/>
                </a:solidFill>
                <a:latin typeface="Arial"/>
                <a:ea typeface="Arial"/>
                <a:cs typeface="Arial"/>
              </a:defRPr>
            </a:lvl4pPr>
            <a:lvl5pPr>
              <a:defRPr sz="1200" b="0">
                <a:solidFill>
                  <a:srgbClr val="F7F6F2"/>
                </a:solidFill>
                <a:latin typeface="Arial"/>
                <a:ea typeface="Arial"/>
                <a:cs typeface="Arial"/>
              </a:defRPr>
            </a:lvl5pPr>
            <a:lvl6pPr>
              <a:defRPr sz="1200" b="0">
                <a:solidFill>
                  <a:srgbClr val="F7F6F2"/>
                </a:solidFill>
                <a:latin typeface="Arial"/>
                <a:ea typeface="Arial"/>
                <a:cs typeface="Arial"/>
              </a:defRPr>
            </a:lvl6pPr>
            <a:lvl7pPr>
              <a:defRPr sz="1200" b="0">
                <a:solidFill>
                  <a:srgbClr val="F7F6F2"/>
                </a:solidFill>
                <a:latin typeface="Arial"/>
                <a:ea typeface="Arial"/>
                <a:cs typeface="Arial"/>
              </a:defRPr>
            </a:lvl7pPr>
            <a:lvl8pPr>
              <a:defRPr sz="1200" b="0">
                <a:solidFill>
                  <a:srgbClr val="F7F6F2"/>
                </a:solidFill>
                <a:latin typeface="Arial"/>
                <a:ea typeface="Arial"/>
                <a:cs typeface="Arial"/>
              </a:defRPr>
            </a:lvl8pPr>
            <a:lvl9pPr>
              <a:defRPr sz="1200" b="0">
                <a:solidFill>
                  <a:srgbClr val="F7F6F2"/>
                </a:solidFill>
                <a:latin typeface="Arial"/>
                <a:ea typeface="Arial"/>
                <a:cs typeface="Arial"/>
              </a:defRPr>
            </a:lvl9pPr>
          </a:lstStyle>
          <a:p xmlns:a="http://schemas.openxmlformats.org/drawingml/2006/main">
            <a:pPr>
              <a:defRPr sz="1200" b="0">
                <a:solidFill>
                  <a:srgbClr val="F7F6F2"/>
                </a:solidFill>
                <a:latin typeface="Arial"/>
                <a:ea typeface="Arial"/>
                <a:cs typeface="Arial"/>
              </a:defRPr>
            </a:pPr>
            <a:r>
              <a:rPr sz="1200" b="0">
                <a:solidFill>
                  <a:srgbClr val="F7F6F2"/>
                </a:solidFill>
                <a:latin typeface="Arial"/>
                <a:ea typeface="Arial"/>
                <a:cs typeface="Arial"/>
              </a:rPr>
              <a:t>3·5·7지구 방향 (보도)</a:t>
            </a:r>
          </a:p>
        </p:txBody>
      </p:sp>
      <p:sp>
        <p:nvSpPr>
          <p:cNvPr id="56" name="OSM attribution backing">
            <a:extLst xmlns:a="http://schemas.openxmlformats.org/drawingml/2006/main">
              <a:ext uri="{FF2B5EF4-FFF2-40B4-BE49-F238E27FC236}">
                <a16:creationId xmlns:a16="http://schemas.microsoft.com/office/drawing/2014/main" id="{B3808B5F-9EA5-4A24-840D-EB854EAA0E5A}"/>
              </a:ext>
            </a:extLst>
          </p:cNvPr>
          <p:cNvSpPr>
            <a:spLocks xmlns:a="http://schemas.openxmlformats.org/drawingml/2006/main" noGrp="1"/>
          </p:cNvSpPr>
          <p:nvPr/>
        </p:nvSpPr>
        <p:spPr>
          <a:xfrm xmlns:a="http://schemas.openxmlformats.org/drawingml/2006/main">
            <a:off x="5562600" y="5905500"/>
            <a:ext cx="2381250" cy="209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7" name="OSM attribution">
            <a:extLst xmlns:a="http://schemas.openxmlformats.org/drawingml/2006/main">
              <a:ext uri="{FF2B5EF4-FFF2-40B4-BE49-F238E27FC236}">
                <a16:creationId xmlns:a16="http://schemas.microsoft.com/office/drawing/2014/main" id="{FE432FAC-C36D-48E1-B429-82F2F4621B89}"/>
              </a:ext>
            </a:extLst>
          </p:cNvPr>
          <p:cNvSpPr>
            <a:spLocks xmlns:a="http://schemas.openxmlformats.org/drawingml/2006/main" noGrp="1"/>
          </p:cNvSpPr>
          <p:nvPr/>
        </p:nvSpPr>
        <p:spPr>
          <a:xfrm xmlns:a="http://schemas.openxmlformats.org/drawingml/2006/main">
            <a:off x="5657850" y="5915025"/>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050" b="0">
                <a:solidFill>
                  <a:srgbClr val="273A4B"/>
                </a:solidFill>
                <a:latin typeface="Arial"/>
                <a:ea typeface="Arial"/>
                <a:cs typeface="Arial"/>
              </a:defRPr>
            </a:defPPr>
            <a:lvl1pPr>
              <a:defRPr sz="1050" b="0">
                <a:solidFill>
                  <a:srgbClr val="273A4B"/>
                </a:solidFill>
                <a:latin typeface="Arial"/>
                <a:ea typeface="Arial"/>
                <a:cs typeface="Arial"/>
              </a:defRPr>
            </a:lvl1pPr>
            <a:lvl2pPr>
              <a:defRPr sz="1050" b="0">
                <a:solidFill>
                  <a:srgbClr val="273A4B"/>
                </a:solidFill>
                <a:latin typeface="Arial"/>
                <a:ea typeface="Arial"/>
                <a:cs typeface="Arial"/>
              </a:defRPr>
            </a:lvl2pPr>
            <a:lvl3pPr>
              <a:defRPr sz="1050" b="0">
                <a:solidFill>
                  <a:srgbClr val="273A4B"/>
                </a:solidFill>
                <a:latin typeface="Arial"/>
                <a:ea typeface="Arial"/>
                <a:cs typeface="Arial"/>
              </a:defRPr>
            </a:lvl3pPr>
            <a:lvl4pPr>
              <a:defRPr sz="1050" b="0">
                <a:solidFill>
                  <a:srgbClr val="273A4B"/>
                </a:solidFill>
                <a:latin typeface="Arial"/>
                <a:ea typeface="Arial"/>
                <a:cs typeface="Arial"/>
              </a:defRPr>
            </a:lvl4pPr>
            <a:lvl5pPr>
              <a:defRPr sz="1050" b="0">
                <a:solidFill>
                  <a:srgbClr val="273A4B"/>
                </a:solidFill>
                <a:latin typeface="Arial"/>
                <a:ea typeface="Arial"/>
                <a:cs typeface="Arial"/>
              </a:defRPr>
            </a:lvl5pPr>
            <a:lvl6pPr>
              <a:defRPr sz="1050" b="0">
                <a:solidFill>
                  <a:srgbClr val="273A4B"/>
                </a:solidFill>
                <a:latin typeface="Arial"/>
                <a:ea typeface="Arial"/>
                <a:cs typeface="Arial"/>
              </a:defRPr>
            </a:lvl6pPr>
            <a:lvl7pPr>
              <a:defRPr sz="1050" b="0">
                <a:solidFill>
                  <a:srgbClr val="273A4B"/>
                </a:solidFill>
                <a:latin typeface="Arial"/>
                <a:ea typeface="Arial"/>
                <a:cs typeface="Arial"/>
              </a:defRPr>
            </a:lvl7pPr>
            <a:lvl8pPr>
              <a:defRPr sz="1050" b="0">
                <a:solidFill>
                  <a:srgbClr val="273A4B"/>
                </a:solidFill>
                <a:latin typeface="Arial"/>
                <a:ea typeface="Arial"/>
                <a:cs typeface="Arial"/>
              </a:defRPr>
            </a:lvl8pPr>
            <a:lvl9pPr>
              <a:defRPr sz="1050" b="0">
                <a:solidFill>
                  <a:srgbClr val="273A4B"/>
                </a:solidFill>
                <a:latin typeface="Arial"/>
                <a:ea typeface="Arial"/>
                <a:cs typeface="Arial"/>
              </a:defRPr>
            </a:lvl9pPr>
          </a:lstStyle>
          <a:p xmlns:a="http://schemas.openxmlformats.org/drawingml/2006/main">
            <a:pPr>
              <a:defRPr sz="1050" b="0">
                <a:solidFill>
                  <a:srgbClr val="273A4B"/>
                </a:solidFill>
                <a:latin typeface="Arial"/>
                <a:ea typeface="Arial"/>
                <a:cs typeface="Arial"/>
              </a:defRPr>
            </a:pPr>
            <a:r>
              <a:rPr sz="1050" b="0">
                <a:solidFill>
                  <a:srgbClr val="273A4B"/>
                </a:solidFill>
                <a:latin typeface="Arial"/>
                <a:ea typeface="Arial"/>
                <a:cs typeface="Arial"/>
              </a:rPr>
              <a:t>© OpenStreetMap contributors</a:t>
            </a:r>
          </a:p>
        </p:txBody>
      </p:sp>
      <p:sp>
        <p:nvSpPr>
          <p:cNvPr id="58" name="Personal context heading">
            <a:extLst xmlns:a="http://schemas.openxmlformats.org/drawingml/2006/main">
              <a:ext uri="{FF2B5EF4-FFF2-40B4-BE49-F238E27FC236}">
                <a16:creationId xmlns:a16="http://schemas.microsoft.com/office/drawing/2014/main" id="{ABCF637B-55B0-4E96-8CC0-32EE85FA0618}"/>
              </a:ext>
            </a:extLst>
          </p:cNvPr>
          <p:cNvSpPr>
            <a:spLocks xmlns:a="http://schemas.openxmlformats.org/drawingml/2006/main" noGrp="1"/>
          </p:cNvSpPr>
          <p:nvPr/>
        </p:nvSpPr>
        <p:spPr>
          <a:xfrm xmlns:a="http://schemas.openxmlformats.org/drawingml/2006/main">
            <a:off x="8286750" y="2247900"/>
            <a:ext cx="3295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500" b="1">
                <a:solidFill>
                  <a:srgbClr val="CCD6E1"/>
                </a:solidFill>
                <a:latin typeface="Arial"/>
                <a:ea typeface="Arial"/>
                <a:cs typeface="Arial"/>
              </a:defRPr>
            </a:defPPr>
            <a:lvl1pPr>
              <a:defRPr sz="1500" b="1">
                <a:solidFill>
                  <a:srgbClr val="CCD6E1"/>
                </a:solidFill>
                <a:latin typeface="Arial"/>
                <a:ea typeface="Arial"/>
                <a:cs typeface="Arial"/>
              </a:defRPr>
            </a:lvl1pPr>
            <a:lvl2pPr>
              <a:defRPr sz="1500" b="1">
                <a:solidFill>
                  <a:srgbClr val="CCD6E1"/>
                </a:solidFill>
                <a:latin typeface="Arial"/>
                <a:ea typeface="Arial"/>
                <a:cs typeface="Arial"/>
              </a:defRPr>
            </a:lvl2pPr>
            <a:lvl3pPr>
              <a:defRPr sz="1500" b="1">
                <a:solidFill>
                  <a:srgbClr val="CCD6E1"/>
                </a:solidFill>
                <a:latin typeface="Arial"/>
                <a:ea typeface="Arial"/>
                <a:cs typeface="Arial"/>
              </a:defRPr>
            </a:lvl3pPr>
            <a:lvl4pPr>
              <a:defRPr sz="1500" b="1">
                <a:solidFill>
                  <a:srgbClr val="CCD6E1"/>
                </a:solidFill>
                <a:latin typeface="Arial"/>
                <a:ea typeface="Arial"/>
                <a:cs typeface="Arial"/>
              </a:defRPr>
            </a:lvl4pPr>
            <a:lvl5pPr>
              <a:defRPr sz="1500" b="1">
                <a:solidFill>
                  <a:srgbClr val="CCD6E1"/>
                </a:solidFill>
                <a:latin typeface="Arial"/>
                <a:ea typeface="Arial"/>
                <a:cs typeface="Arial"/>
              </a:defRPr>
            </a:lvl5pPr>
            <a:lvl6pPr>
              <a:defRPr sz="1500" b="1">
                <a:solidFill>
                  <a:srgbClr val="CCD6E1"/>
                </a:solidFill>
                <a:latin typeface="Arial"/>
                <a:ea typeface="Arial"/>
                <a:cs typeface="Arial"/>
              </a:defRPr>
            </a:lvl6pPr>
            <a:lvl7pPr>
              <a:defRPr sz="1500" b="1">
                <a:solidFill>
                  <a:srgbClr val="CCD6E1"/>
                </a:solidFill>
                <a:latin typeface="Arial"/>
                <a:ea typeface="Arial"/>
                <a:cs typeface="Arial"/>
              </a:defRPr>
            </a:lvl7pPr>
            <a:lvl8pPr>
              <a:defRPr sz="1500" b="1">
                <a:solidFill>
                  <a:srgbClr val="CCD6E1"/>
                </a:solidFill>
                <a:latin typeface="Arial"/>
                <a:ea typeface="Arial"/>
                <a:cs typeface="Arial"/>
              </a:defRPr>
            </a:lvl8pPr>
            <a:lvl9pPr>
              <a:defRPr sz="1500" b="1">
                <a:solidFill>
                  <a:srgbClr val="CCD6E1"/>
                </a:solidFill>
                <a:latin typeface="Arial"/>
                <a:ea typeface="Arial"/>
                <a:cs typeface="Arial"/>
              </a:defRPr>
            </a:lvl9pPr>
          </a:lstStyle>
          <a:p xmlns:a="http://schemas.openxmlformats.org/drawingml/2006/main">
            <a:pPr>
              <a:defRPr sz="1500" b="1">
                <a:solidFill>
                  <a:srgbClr val="CCD6E1"/>
                </a:solidFill>
                <a:latin typeface="Arial"/>
                <a:ea typeface="Arial"/>
                <a:cs typeface="Arial"/>
              </a:defRPr>
            </a:pPr>
            <a:r>
              <a:rPr sz="1500" b="1">
                <a:solidFill>
                  <a:srgbClr val="CCD6E1"/>
                </a:solidFill>
                <a:latin typeface="Arial"/>
                <a:ea typeface="Arial"/>
                <a:cs typeface="Arial"/>
              </a:rPr>
              <a:t>그날, 교육장 옥상에서</a:t>
            </a:r>
          </a:p>
        </p:txBody>
      </p:sp>
      <p:sp>
        <p:nvSpPr>
          <p:cNvPr id="59" name="Personal account">
            <a:extLst xmlns:a="http://schemas.openxmlformats.org/drawingml/2006/main">
              <a:ext uri="{FF2B5EF4-FFF2-40B4-BE49-F238E27FC236}">
                <a16:creationId xmlns:a16="http://schemas.microsoft.com/office/drawing/2014/main" id="{7CDDD2BC-9D13-4DCC-9099-23E165BE60A2}"/>
              </a:ext>
            </a:extLst>
          </p:cNvPr>
          <p:cNvSpPr>
            <a:spLocks xmlns:a="http://schemas.openxmlformats.org/drawingml/2006/main" noGrp="1"/>
          </p:cNvSpPr>
          <p:nvPr/>
        </p:nvSpPr>
        <p:spPr>
          <a:xfrm xmlns:a="http://schemas.openxmlformats.org/drawingml/2006/main">
            <a:off x="8286750" y="2676525"/>
            <a:ext cx="3295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725" b="0">
                <a:solidFill>
                  <a:srgbClr val="F7F6F2"/>
                </a:solidFill>
                <a:latin typeface="Arial"/>
                <a:ea typeface="Arial"/>
                <a:cs typeface="Arial"/>
              </a:defRPr>
            </a:defPPr>
            <a:lvl1pPr>
              <a:defRPr sz="1725" b="0">
                <a:solidFill>
                  <a:srgbClr val="F7F6F2"/>
                </a:solidFill>
                <a:latin typeface="Arial"/>
                <a:ea typeface="Arial"/>
                <a:cs typeface="Arial"/>
              </a:defRPr>
            </a:lvl1pPr>
            <a:lvl2pPr>
              <a:defRPr sz="1725" b="0">
                <a:solidFill>
                  <a:srgbClr val="F7F6F2"/>
                </a:solidFill>
                <a:latin typeface="Arial"/>
                <a:ea typeface="Arial"/>
                <a:cs typeface="Arial"/>
              </a:defRPr>
            </a:lvl2pPr>
            <a:lvl3pPr>
              <a:defRPr sz="1725" b="0">
                <a:solidFill>
                  <a:srgbClr val="F7F6F2"/>
                </a:solidFill>
                <a:latin typeface="Arial"/>
                <a:ea typeface="Arial"/>
                <a:cs typeface="Arial"/>
              </a:defRPr>
            </a:lvl3pPr>
            <a:lvl4pPr>
              <a:defRPr sz="1725" b="0">
                <a:solidFill>
                  <a:srgbClr val="F7F6F2"/>
                </a:solidFill>
                <a:latin typeface="Arial"/>
                <a:ea typeface="Arial"/>
                <a:cs typeface="Arial"/>
              </a:defRPr>
            </a:lvl4pPr>
            <a:lvl5pPr>
              <a:defRPr sz="1725" b="0">
                <a:solidFill>
                  <a:srgbClr val="F7F6F2"/>
                </a:solidFill>
                <a:latin typeface="Arial"/>
                <a:ea typeface="Arial"/>
                <a:cs typeface="Arial"/>
              </a:defRPr>
            </a:lvl5pPr>
            <a:lvl6pPr>
              <a:defRPr sz="1725" b="0">
                <a:solidFill>
                  <a:srgbClr val="F7F6F2"/>
                </a:solidFill>
                <a:latin typeface="Arial"/>
                <a:ea typeface="Arial"/>
                <a:cs typeface="Arial"/>
              </a:defRPr>
            </a:lvl6pPr>
            <a:lvl7pPr>
              <a:defRPr sz="1725" b="0">
                <a:solidFill>
                  <a:srgbClr val="F7F6F2"/>
                </a:solidFill>
                <a:latin typeface="Arial"/>
                <a:ea typeface="Arial"/>
                <a:cs typeface="Arial"/>
              </a:defRPr>
            </a:lvl7pPr>
            <a:lvl8pPr>
              <a:defRPr sz="1725" b="0">
                <a:solidFill>
                  <a:srgbClr val="F7F6F2"/>
                </a:solidFill>
                <a:latin typeface="Arial"/>
                <a:ea typeface="Arial"/>
                <a:cs typeface="Arial"/>
              </a:defRPr>
            </a:lvl8pPr>
            <a:lvl9pPr>
              <a:defRPr sz="1725" b="0">
                <a:solidFill>
                  <a:srgbClr val="F7F6F2"/>
                </a:solidFill>
                <a:latin typeface="Arial"/>
                <a:ea typeface="Arial"/>
                <a:cs typeface="Arial"/>
              </a:defRPr>
            </a:lvl9pPr>
          </a:lstStyle>
          <a:p xmlns:a="http://schemas.openxmlformats.org/drawingml/2006/main">
            <a:pPr>
              <a:defRPr sz="1725" b="0">
                <a:solidFill>
                  <a:srgbClr val="F7F6F2"/>
                </a:solidFill>
                <a:latin typeface="Arial"/>
                <a:ea typeface="Arial"/>
                <a:cs typeface="Arial"/>
              </a:defRPr>
            </a:pPr>
            <a:r>
              <a:rPr sz="1725" b="0">
                <a:solidFill>
                  <a:srgbClr val="F7F6F2"/>
                </a:solidFill>
                <a:latin typeface="Arial"/>
                <a:ea typeface="Arial"/>
                <a:cs typeface="Arial"/>
              </a:rPr>
              <a:t>재난문자는 받았지만,</a:t>
            </a:r>
          </a:p>
          <a:p xmlns:a="http://schemas.openxmlformats.org/drawingml/2006/main">
            <a:pPr>
              <a:defRPr sz="1725" b="0">
                <a:solidFill>
                  <a:srgbClr val="F7F6F2"/>
                </a:solidFill>
                <a:latin typeface="Arial"/>
                <a:ea typeface="Arial"/>
                <a:cs typeface="Arial"/>
              </a:defRPr>
            </a:pPr>
            <a:r>
              <a:rPr sz="1725" b="0">
                <a:solidFill>
                  <a:srgbClr val="F7F6F2"/>
                </a:solidFill>
                <a:latin typeface="Arial"/>
                <a:ea typeface="Arial"/>
                <a:cs typeface="Arial"/>
              </a:rPr>
              <a:t>연기가 멀어지는 듯해</a:t>
            </a:r>
          </a:p>
          <a:p xmlns:a="http://schemas.openxmlformats.org/drawingml/2006/main">
            <a:pPr>
              <a:defRPr sz="1725" b="0">
                <a:solidFill>
                  <a:srgbClr val="F7F6F2"/>
                </a:solidFill>
                <a:latin typeface="Arial"/>
                <a:ea typeface="Arial"/>
                <a:cs typeface="Arial"/>
              </a:defRPr>
            </a:pPr>
            <a:r>
              <a:rPr sz="1725" b="0">
                <a:solidFill>
                  <a:srgbClr val="F7F6F2"/>
                </a:solidFill>
                <a:latin typeface="Arial"/>
                <a:ea typeface="Arial"/>
                <a:cs typeface="Arial"/>
              </a:rPr>
              <a:t>대피하지 않았습니다.</a:t>
            </a:r>
          </a:p>
        </p:txBody>
      </p:sp>
      <p:sp>
        <p:nvSpPr>
          <p:cNvPr id="60" name="Decision gap">
            <a:extLst xmlns:a="http://schemas.openxmlformats.org/drawingml/2006/main">
              <a:ext uri="{FF2B5EF4-FFF2-40B4-BE49-F238E27FC236}">
                <a16:creationId xmlns:a16="http://schemas.microsoft.com/office/drawing/2014/main" id="{D86105DE-9F15-48F9-AE8C-9D1BB5E524F5}"/>
              </a:ext>
            </a:extLst>
          </p:cNvPr>
          <p:cNvSpPr>
            <a:spLocks xmlns:a="http://schemas.openxmlformats.org/drawingml/2006/main" noGrp="1"/>
          </p:cNvSpPr>
          <p:nvPr/>
        </p:nvSpPr>
        <p:spPr>
          <a:xfrm xmlns:a="http://schemas.openxmlformats.org/drawingml/2006/main">
            <a:off x="8286750" y="3686175"/>
            <a:ext cx="329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950" b="1">
                <a:solidFill>
                  <a:srgbClr val="FFB515"/>
                </a:solidFill>
                <a:latin typeface="Arial"/>
                <a:ea typeface="Arial"/>
                <a:cs typeface="Arial"/>
              </a:defRPr>
            </a:defPPr>
            <a:lvl1pPr>
              <a:defRPr sz="1950" b="1">
                <a:solidFill>
                  <a:srgbClr val="FFB515"/>
                </a:solidFill>
                <a:latin typeface="Arial"/>
                <a:ea typeface="Arial"/>
                <a:cs typeface="Arial"/>
              </a:defRPr>
            </a:lvl1pPr>
            <a:lvl2pPr>
              <a:defRPr sz="1950" b="1">
                <a:solidFill>
                  <a:srgbClr val="FFB515"/>
                </a:solidFill>
                <a:latin typeface="Arial"/>
                <a:ea typeface="Arial"/>
                <a:cs typeface="Arial"/>
              </a:defRPr>
            </a:lvl2pPr>
            <a:lvl3pPr>
              <a:defRPr sz="1950" b="1">
                <a:solidFill>
                  <a:srgbClr val="FFB515"/>
                </a:solidFill>
                <a:latin typeface="Arial"/>
                <a:ea typeface="Arial"/>
                <a:cs typeface="Arial"/>
              </a:defRPr>
            </a:lvl3pPr>
            <a:lvl4pPr>
              <a:defRPr sz="1950" b="1">
                <a:solidFill>
                  <a:srgbClr val="FFB515"/>
                </a:solidFill>
                <a:latin typeface="Arial"/>
                <a:ea typeface="Arial"/>
                <a:cs typeface="Arial"/>
              </a:defRPr>
            </a:lvl4pPr>
            <a:lvl5pPr>
              <a:defRPr sz="1950" b="1">
                <a:solidFill>
                  <a:srgbClr val="FFB515"/>
                </a:solidFill>
                <a:latin typeface="Arial"/>
                <a:ea typeface="Arial"/>
                <a:cs typeface="Arial"/>
              </a:defRPr>
            </a:lvl5pPr>
            <a:lvl6pPr>
              <a:defRPr sz="1950" b="1">
                <a:solidFill>
                  <a:srgbClr val="FFB515"/>
                </a:solidFill>
                <a:latin typeface="Arial"/>
                <a:ea typeface="Arial"/>
                <a:cs typeface="Arial"/>
              </a:defRPr>
            </a:lvl6pPr>
            <a:lvl7pPr>
              <a:defRPr sz="1950" b="1">
                <a:solidFill>
                  <a:srgbClr val="FFB515"/>
                </a:solidFill>
                <a:latin typeface="Arial"/>
                <a:ea typeface="Arial"/>
                <a:cs typeface="Arial"/>
              </a:defRPr>
            </a:lvl7pPr>
            <a:lvl8pPr>
              <a:defRPr sz="1950" b="1">
                <a:solidFill>
                  <a:srgbClr val="FFB515"/>
                </a:solidFill>
                <a:latin typeface="Arial"/>
                <a:ea typeface="Arial"/>
                <a:cs typeface="Arial"/>
              </a:defRPr>
            </a:lvl8pPr>
            <a:lvl9pPr>
              <a:defRPr sz="1950" b="1">
                <a:solidFill>
                  <a:srgbClr val="FFB515"/>
                </a:solidFill>
                <a:latin typeface="Arial"/>
                <a:ea typeface="Arial"/>
                <a:cs typeface="Arial"/>
              </a:defRPr>
            </a:lvl9pPr>
          </a:lstStyle>
          <a:p xmlns:a="http://schemas.openxmlformats.org/drawingml/2006/main">
            <a:pPr>
              <a:defRPr sz="1950" b="1">
                <a:solidFill>
                  <a:srgbClr val="FFB515"/>
                </a:solidFill>
                <a:latin typeface="Arial"/>
                <a:ea typeface="Arial"/>
                <a:cs typeface="Arial"/>
              </a:defRPr>
            </a:pPr>
            <a:r>
              <a:rPr sz="1950" b="1">
                <a:solidFill>
                  <a:srgbClr val="FFB515"/>
                </a:solidFill>
                <a:latin typeface="Arial"/>
                <a:ea typeface="Arial"/>
                <a:cs typeface="Arial"/>
              </a:rPr>
              <a:t>판단은 내 몫이었습니다.</a:t>
            </a:r>
          </a:p>
        </p:txBody>
      </p:sp>
      <p:sp>
        <p:nvSpPr>
          <p:cNvPr id="61" name="Service accent">
            <a:extLst xmlns:a="http://schemas.openxmlformats.org/drawingml/2006/main">
              <a:ext uri="{FF2B5EF4-FFF2-40B4-BE49-F238E27FC236}">
                <a16:creationId xmlns:a16="http://schemas.microsoft.com/office/drawing/2014/main" id="{F90F7986-9033-44E7-BF27-9996C8266FDD}"/>
              </a:ext>
            </a:extLst>
          </p:cNvPr>
          <p:cNvSpPr>
            <a:spLocks xmlns:a="http://schemas.openxmlformats.org/drawingml/2006/main" noGrp="1"/>
          </p:cNvSpPr>
          <p:nvPr/>
        </p:nvSpPr>
        <p:spPr>
          <a:xfrm xmlns:a="http://schemas.openxmlformats.org/drawingml/2006/main">
            <a:off x="8286750" y="4276725"/>
            <a:ext cx="685800" cy="38100"/>
          </a:xfrm>
          <a:prstGeom xmlns:a="http://schemas.openxmlformats.org/drawingml/2006/main" prst="rect">
            <a:avLst/>
          </a:prstGeom>
          <a:solidFill xmlns:a="http://schemas.openxmlformats.org/drawingml/2006/main">
            <a:srgbClr val="FFB515"/>
          </a:solidFill>
          <a:ln xmlns:a="http://schemas.openxmlformats.org/drawingml/2006/main" w="0">
            <a:noFill/>
          </a:ln>
        </p:spPr>
      </p:sp>
      <p:sp>
        <p:nvSpPr>
          <p:cNvPr id="62" name="Category">
            <a:extLst xmlns:a="http://schemas.openxmlformats.org/drawingml/2006/main">
              <a:ext uri="{FF2B5EF4-FFF2-40B4-BE49-F238E27FC236}">
                <a16:creationId xmlns:a16="http://schemas.microsoft.com/office/drawing/2014/main" id="{A377BB13-4BAC-4CD8-98B4-B40756FFB8EE}"/>
              </a:ext>
            </a:extLst>
          </p:cNvPr>
          <p:cNvSpPr>
            <a:spLocks xmlns:a="http://schemas.openxmlformats.org/drawingml/2006/main" noGrp="1"/>
          </p:cNvSpPr>
          <p:nvPr/>
        </p:nvSpPr>
        <p:spPr>
          <a:xfrm xmlns:a="http://schemas.openxmlformats.org/drawingml/2006/main">
            <a:off x="8286750" y="4505325"/>
            <a:ext cx="329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425" b="1">
                <a:solidFill>
                  <a:srgbClr val="CCD6E1"/>
                </a:solidFill>
                <a:latin typeface="Arial"/>
                <a:ea typeface="Arial"/>
                <a:cs typeface="Arial"/>
              </a:defRPr>
            </a:defPPr>
            <a:lvl1pPr>
              <a:defRPr sz="1425" b="1">
                <a:solidFill>
                  <a:srgbClr val="CCD6E1"/>
                </a:solidFill>
                <a:latin typeface="Arial"/>
                <a:ea typeface="Arial"/>
                <a:cs typeface="Arial"/>
              </a:defRPr>
            </a:lvl1pPr>
            <a:lvl2pPr>
              <a:defRPr sz="1425" b="1">
                <a:solidFill>
                  <a:srgbClr val="CCD6E1"/>
                </a:solidFill>
                <a:latin typeface="Arial"/>
                <a:ea typeface="Arial"/>
                <a:cs typeface="Arial"/>
              </a:defRPr>
            </a:lvl2pPr>
            <a:lvl3pPr>
              <a:defRPr sz="1425" b="1">
                <a:solidFill>
                  <a:srgbClr val="CCD6E1"/>
                </a:solidFill>
                <a:latin typeface="Arial"/>
                <a:ea typeface="Arial"/>
                <a:cs typeface="Arial"/>
              </a:defRPr>
            </a:lvl3pPr>
            <a:lvl4pPr>
              <a:defRPr sz="1425" b="1">
                <a:solidFill>
                  <a:srgbClr val="CCD6E1"/>
                </a:solidFill>
                <a:latin typeface="Arial"/>
                <a:ea typeface="Arial"/>
                <a:cs typeface="Arial"/>
              </a:defRPr>
            </a:lvl4pPr>
            <a:lvl5pPr>
              <a:defRPr sz="1425" b="1">
                <a:solidFill>
                  <a:srgbClr val="CCD6E1"/>
                </a:solidFill>
                <a:latin typeface="Arial"/>
                <a:ea typeface="Arial"/>
                <a:cs typeface="Arial"/>
              </a:defRPr>
            </a:lvl5pPr>
            <a:lvl6pPr>
              <a:defRPr sz="1425" b="1">
                <a:solidFill>
                  <a:srgbClr val="CCD6E1"/>
                </a:solidFill>
                <a:latin typeface="Arial"/>
                <a:ea typeface="Arial"/>
                <a:cs typeface="Arial"/>
              </a:defRPr>
            </a:lvl6pPr>
            <a:lvl7pPr>
              <a:defRPr sz="1425" b="1">
                <a:solidFill>
                  <a:srgbClr val="CCD6E1"/>
                </a:solidFill>
                <a:latin typeface="Arial"/>
                <a:ea typeface="Arial"/>
                <a:cs typeface="Arial"/>
              </a:defRPr>
            </a:lvl7pPr>
            <a:lvl8pPr>
              <a:defRPr sz="1425" b="1">
                <a:solidFill>
                  <a:srgbClr val="CCD6E1"/>
                </a:solidFill>
                <a:latin typeface="Arial"/>
                <a:ea typeface="Arial"/>
                <a:cs typeface="Arial"/>
              </a:defRPr>
            </a:lvl8pPr>
            <a:lvl9pPr>
              <a:defRPr sz="1425" b="1">
                <a:solidFill>
                  <a:srgbClr val="CCD6E1"/>
                </a:solidFill>
                <a:latin typeface="Arial"/>
                <a:ea typeface="Arial"/>
                <a:cs typeface="Arial"/>
              </a:defRPr>
            </a:lvl9pPr>
          </a:lstStyle>
          <a:p xmlns:a="http://schemas.openxmlformats.org/drawingml/2006/main">
            <a:pPr>
              <a:defRPr sz="1425" b="1">
                <a:solidFill>
                  <a:srgbClr val="CCD6E1"/>
                </a:solidFill>
                <a:latin typeface="Arial"/>
                <a:ea typeface="Arial"/>
                <a:cs typeface="Arial"/>
              </a:defRPr>
            </a:pPr>
            <a:r>
              <a:rPr sz="1425" b="1">
                <a:solidFill>
                  <a:srgbClr val="CCD6E1"/>
                </a:solidFill>
                <a:latin typeface="Arial"/>
                <a:ea typeface="Arial"/>
                <a:cs typeface="Arial"/>
              </a:rPr>
              <a:t>AI 기반 추천 서비스</a:t>
            </a:r>
          </a:p>
        </p:txBody>
      </p:sp>
      <p:sp>
        <p:nvSpPr>
          <p:cNvPr id="63" name="Service name">
            <a:extLst xmlns:a="http://schemas.openxmlformats.org/drawingml/2006/main">
              <a:ext uri="{FF2B5EF4-FFF2-40B4-BE49-F238E27FC236}">
                <a16:creationId xmlns:a16="http://schemas.microsoft.com/office/drawing/2014/main" id="{FD69CD20-105B-4155-AD7A-E15F8730BDA9}"/>
              </a:ext>
            </a:extLst>
          </p:cNvPr>
          <p:cNvSpPr>
            <a:spLocks xmlns:a="http://schemas.openxmlformats.org/drawingml/2006/main" noGrp="1"/>
          </p:cNvSpPr>
          <p:nvPr/>
        </p:nvSpPr>
        <p:spPr>
          <a:xfrm xmlns:a="http://schemas.openxmlformats.org/drawingml/2006/main">
            <a:off x="8248650" y="4810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4050" b="1">
                <a:solidFill>
                  <a:srgbClr val="FFB515"/>
                </a:solidFill>
                <a:latin typeface="Arial"/>
                <a:ea typeface="Arial"/>
                <a:cs typeface="Arial"/>
              </a:defRPr>
            </a:defPPr>
            <a:lvl1pPr>
              <a:defRPr sz="4050" b="1">
                <a:solidFill>
                  <a:srgbClr val="FFB515"/>
                </a:solidFill>
                <a:latin typeface="Arial"/>
                <a:ea typeface="Arial"/>
                <a:cs typeface="Arial"/>
              </a:defRPr>
            </a:lvl1pPr>
            <a:lvl2pPr>
              <a:defRPr sz="4050" b="1">
                <a:solidFill>
                  <a:srgbClr val="FFB515"/>
                </a:solidFill>
                <a:latin typeface="Arial"/>
                <a:ea typeface="Arial"/>
                <a:cs typeface="Arial"/>
              </a:defRPr>
            </a:lvl2pPr>
            <a:lvl3pPr>
              <a:defRPr sz="4050" b="1">
                <a:solidFill>
                  <a:srgbClr val="FFB515"/>
                </a:solidFill>
                <a:latin typeface="Arial"/>
                <a:ea typeface="Arial"/>
                <a:cs typeface="Arial"/>
              </a:defRPr>
            </a:lvl3pPr>
            <a:lvl4pPr>
              <a:defRPr sz="4050" b="1">
                <a:solidFill>
                  <a:srgbClr val="FFB515"/>
                </a:solidFill>
                <a:latin typeface="Arial"/>
                <a:ea typeface="Arial"/>
                <a:cs typeface="Arial"/>
              </a:defRPr>
            </a:lvl4pPr>
            <a:lvl5pPr>
              <a:defRPr sz="4050" b="1">
                <a:solidFill>
                  <a:srgbClr val="FFB515"/>
                </a:solidFill>
                <a:latin typeface="Arial"/>
                <a:ea typeface="Arial"/>
                <a:cs typeface="Arial"/>
              </a:defRPr>
            </a:lvl5pPr>
            <a:lvl6pPr>
              <a:defRPr sz="4050" b="1">
                <a:solidFill>
                  <a:srgbClr val="FFB515"/>
                </a:solidFill>
                <a:latin typeface="Arial"/>
                <a:ea typeface="Arial"/>
                <a:cs typeface="Arial"/>
              </a:defRPr>
            </a:lvl6pPr>
            <a:lvl7pPr>
              <a:defRPr sz="4050" b="1">
                <a:solidFill>
                  <a:srgbClr val="FFB515"/>
                </a:solidFill>
                <a:latin typeface="Arial"/>
                <a:ea typeface="Arial"/>
                <a:cs typeface="Arial"/>
              </a:defRPr>
            </a:lvl7pPr>
            <a:lvl8pPr>
              <a:defRPr sz="4050" b="1">
                <a:solidFill>
                  <a:srgbClr val="FFB515"/>
                </a:solidFill>
                <a:latin typeface="Arial"/>
                <a:ea typeface="Arial"/>
                <a:cs typeface="Arial"/>
              </a:defRPr>
            </a:lvl8pPr>
            <a:lvl9pPr>
              <a:defRPr sz="4050" b="1">
                <a:solidFill>
                  <a:srgbClr val="FFB515"/>
                </a:solidFill>
                <a:latin typeface="Arial"/>
                <a:ea typeface="Arial"/>
                <a:cs typeface="Arial"/>
              </a:defRPr>
            </a:lvl9pPr>
          </a:lstStyle>
          <a:p xmlns:a="http://schemas.openxmlformats.org/drawingml/2006/main">
            <a:pPr>
              <a:defRPr sz="4050" b="1">
                <a:solidFill>
                  <a:srgbClr val="FFB515"/>
                </a:solidFill>
                <a:latin typeface="Arial"/>
                <a:ea typeface="Arial"/>
                <a:cs typeface="Arial"/>
              </a:defRPr>
            </a:pPr>
            <a:r>
              <a:rPr sz="4050" b="1">
                <a:solidFill>
                  <a:srgbClr val="FFB515"/>
                </a:solidFill>
                <a:latin typeface="Arial"/>
                <a:ea typeface="Arial"/>
                <a:cs typeface="Arial"/>
              </a:rPr>
              <a:t>봉화지기</a:t>
            </a:r>
          </a:p>
        </p:txBody>
      </p:sp>
      <p:sp>
        <p:nvSpPr>
          <p:cNvPr id="64" name="Service promise">
            <a:extLst xmlns:a="http://schemas.openxmlformats.org/drawingml/2006/main">
              <a:ext uri="{FF2B5EF4-FFF2-40B4-BE49-F238E27FC236}">
                <a16:creationId xmlns:a16="http://schemas.microsoft.com/office/drawing/2014/main" id="{24AC59EF-F076-4CA0-8B03-47FE9F7F533E}"/>
              </a:ext>
            </a:extLst>
          </p:cNvPr>
          <p:cNvSpPr>
            <a:spLocks xmlns:a="http://schemas.openxmlformats.org/drawingml/2006/main" noGrp="1"/>
          </p:cNvSpPr>
          <p:nvPr/>
        </p:nvSpPr>
        <p:spPr>
          <a:xfrm xmlns:a="http://schemas.openxmlformats.org/drawingml/2006/main">
            <a:off x="8286750" y="5600700"/>
            <a:ext cx="3295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800" b="0">
                <a:solidFill>
                  <a:srgbClr val="F7F6F2"/>
                </a:solidFill>
                <a:latin typeface="Arial"/>
                <a:ea typeface="Arial"/>
                <a:cs typeface="Arial"/>
              </a:defRPr>
            </a:defPPr>
            <a:lvl1pPr>
              <a:defRPr sz="1800" b="0">
                <a:solidFill>
                  <a:srgbClr val="F7F6F2"/>
                </a:solidFill>
                <a:latin typeface="Arial"/>
                <a:ea typeface="Arial"/>
                <a:cs typeface="Arial"/>
              </a:defRPr>
            </a:lvl1pPr>
            <a:lvl2pPr>
              <a:defRPr sz="1800" b="0">
                <a:solidFill>
                  <a:srgbClr val="F7F6F2"/>
                </a:solidFill>
                <a:latin typeface="Arial"/>
                <a:ea typeface="Arial"/>
                <a:cs typeface="Arial"/>
              </a:defRPr>
            </a:lvl2pPr>
            <a:lvl3pPr>
              <a:defRPr sz="1800" b="0">
                <a:solidFill>
                  <a:srgbClr val="F7F6F2"/>
                </a:solidFill>
                <a:latin typeface="Arial"/>
                <a:ea typeface="Arial"/>
                <a:cs typeface="Arial"/>
              </a:defRPr>
            </a:lvl3pPr>
            <a:lvl4pPr>
              <a:defRPr sz="1800" b="0">
                <a:solidFill>
                  <a:srgbClr val="F7F6F2"/>
                </a:solidFill>
                <a:latin typeface="Arial"/>
                <a:ea typeface="Arial"/>
                <a:cs typeface="Arial"/>
              </a:defRPr>
            </a:lvl4pPr>
            <a:lvl5pPr>
              <a:defRPr sz="1800" b="0">
                <a:solidFill>
                  <a:srgbClr val="F7F6F2"/>
                </a:solidFill>
                <a:latin typeface="Arial"/>
                <a:ea typeface="Arial"/>
                <a:cs typeface="Arial"/>
              </a:defRPr>
            </a:lvl5pPr>
            <a:lvl6pPr>
              <a:defRPr sz="1800" b="0">
                <a:solidFill>
                  <a:srgbClr val="F7F6F2"/>
                </a:solidFill>
                <a:latin typeface="Arial"/>
                <a:ea typeface="Arial"/>
                <a:cs typeface="Arial"/>
              </a:defRPr>
            </a:lvl6pPr>
            <a:lvl7pPr>
              <a:defRPr sz="1800" b="0">
                <a:solidFill>
                  <a:srgbClr val="F7F6F2"/>
                </a:solidFill>
                <a:latin typeface="Arial"/>
                <a:ea typeface="Arial"/>
                <a:cs typeface="Arial"/>
              </a:defRPr>
            </a:lvl7pPr>
            <a:lvl8pPr>
              <a:defRPr sz="1800" b="0">
                <a:solidFill>
                  <a:srgbClr val="F7F6F2"/>
                </a:solidFill>
                <a:latin typeface="Arial"/>
                <a:ea typeface="Arial"/>
                <a:cs typeface="Arial"/>
              </a:defRPr>
            </a:lvl8pPr>
            <a:lvl9pPr>
              <a:defRPr sz="1800" b="0">
                <a:solidFill>
                  <a:srgbClr val="F7F6F2"/>
                </a:solidFill>
                <a:latin typeface="Arial"/>
                <a:ea typeface="Arial"/>
                <a:cs typeface="Arial"/>
              </a:defRPr>
            </a:lvl9pPr>
          </a:lstStyle>
          <a:p xmlns:a="http://schemas.openxmlformats.org/drawingml/2006/main">
            <a:pPr>
              <a:defRPr sz="1800" b="0">
                <a:solidFill>
                  <a:srgbClr val="F7F6F2"/>
                </a:solidFill>
                <a:latin typeface="Arial"/>
                <a:ea typeface="Arial"/>
                <a:cs typeface="Arial"/>
              </a:defRPr>
            </a:pPr>
            <a:r>
              <a:rPr sz="1800" b="0">
                <a:solidFill>
                  <a:srgbClr val="F7F6F2"/>
                </a:solidFill>
                <a:latin typeface="Arial"/>
                <a:ea typeface="Arial"/>
                <a:cs typeface="Arial"/>
              </a:rPr>
              <a:t>나에게 미칠 영향을 예측하고</a:t>
            </a:r>
          </a:p>
          <a:p xmlns:a="http://schemas.openxmlformats.org/drawingml/2006/main">
            <a:pPr>
              <a:defRPr sz="1800" b="0">
                <a:solidFill>
                  <a:srgbClr val="F7F6F2"/>
                </a:solidFill>
                <a:latin typeface="Arial"/>
                <a:ea typeface="Arial"/>
                <a:cs typeface="Arial"/>
              </a:defRPr>
            </a:pPr>
            <a:r>
              <a:rPr sz="1800" b="0">
                <a:solidFill>
                  <a:srgbClr val="F7F6F2"/>
                </a:solidFill>
                <a:latin typeface="Arial"/>
                <a:ea typeface="Arial"/>
                <a:cs typeface="Arial"/>
              </a:rPr>
              <a:t>다음 행동을 추천합니다</a:t>
            </a:r>
          </a:p>
        </p:txBody>
      </p:sp>
      <p:sp>
        <p:nvSpPr>
          <p:cNvPr id="65" name="Visible source boundary">
            <a:extLst xmlns:a="http://schemas.openxmlformats.org/drawingml/2006/main">
              <a:ext uri="{FF2B5EF4-FFF2-40B4-BE49-F238E27FC236}">
                <a16:creationId xmlns:a16="http://schemas.microsoft.com/office/drawing/2014/main" id="{2508149B-1FD9-47D2-8D56-3EF34672961C}"/>
              </a:ext>
            </a:extLst>
          </p:cNvPr>
          <p:cNvSpPr>
            <a:spLocks xmlns:a="http://schemas.openxmlformats.org/drawingml/2006/main" noGrp="1"/>
          </p:cNvSpPr>
          <p:nvPr/>
        </p:nvSpPr>
        <p:spPr>
          <a:xfrm xmlns:a="http://schemas.openxmlformats.org/drawingml/2006/main">
            <a:off x="609600" y="63055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200" b="0">
                <a:solidFill>
                  <a:srgbClr val="CCD6E1"/>
                </a:solidFill>
                <a:latin typeface="Arial"/>
                <a:ea typeface="Arial"/>
                <a:cs typeface="Arial"/>
              </a:defRPr>
            </a:defPPr>
            <a:lvl1pPr>
              <a:defRPr sz="1200" b="0">
                <a:solidFill>
                  <a:srgbClr val="CCD6E1"/>
                </a:solidFill>
                <a:latin typeface="Arial"/>
                <a:ea typeface="Arial"/>
                <a:cs typeface="Arial"/>
              </a:defRPr>
            </a:lvl1pPr>
            <a:lvl2pPr>
              <a:defRPr sz="1200" b="0">
                <a:solidFill>
                  <a:srgbClr val="CCD6E1"/>
                </a:solidFill>
                <a:latin typeface="Arial"/>
                <a:ea typeface="Arial"/>
                <a:cs typeface="Arial"/>
              </a:defRPr>
            </a:lvl2pPr>
            <a:lvl3pPr>
              <a:defRPr sz="1200" b="0">
                <a:solidFill>
                  <a:srgbClr val="CCD6E1"/>
                </a:solidFill>
                <a:latin typeface="Arial"/>
                <a:ea typeface="Arial"/>
                <a:cs typeface="Arial"/>
              </a:defRPr>
            </a:lvl3pPr>
            <a:lvl4pPr>
              <a:defRPr sz="1200" b="0">
                <a:solidFill>
                  <a:srgbClr val="CCD6E1"/>
                </a:solidFill>
                <a:latin typeface="Arial"/>
                <a:ea typeface="Arial"/>
                <a:cs typeface="Arial"/>
              </a:defRPr>
            </a:lvl4pPr>
            <a:lvl5pPr>
              <a:defRPr sz="1200" b="0">
                <a:solidFill>
                  <a:srgbClr val="CCD6E1"/>
                </a:solidFill>
                <a:latin typeface="Arial"/>
                <a:ea typeface="Arial"/>
                <a:cs typeface="Arial"/>
              </a:defRPr>
            </a:lvl5pPr>
            <a:lvl6pPr>
              <a:defRPr sz="1200" b="0">
                <a:solidFill>
                  <a:srgbClr val="CCD6E1"/>
                </a:solidFill>
                <a:latin typeface="Arial"/>
                <a:ea typeface="Arial"/>
                <a:cs typeface="Arial"/>
              </a:defRPr>
            </a:lvl6pPr>
            <a:lvl7pPr>
              <a:defRPr sz="1200" b="0">
                <a:solidFill>
                  <a:srgbClr val="CCD6E1"/>
                </a:solidFill>
                <a:latin typeface="Arial"/>
                <a:ea typeface="Arial"/>
                <a:cs typeface="Arial"/>
              </a:defRPr>
            </a:lvl7pPr>
            <a:lvl8pPr>
              <a:defRPr sz="1200" b="0">
                <a:solidFill>
                  <a:srgbClr val="CCD6E1"/>
                </a:solidFill>
                <a:latin typeface="Arial"/>
                <a:ea typeface="Arial"/>
                <a:cs typeface="Arial"/>
              </a:defRPr>
            </a:lvl8pPr>
            <a:lvl9pPr>
              <a:defRPr sz="1200" b="0">
                <a:solidFill>
                  <a:srgbClr val="CCD6E1"/>
                </a:solidFill>
                <a:latin typeface="Arial"/>
                <a:ea typeface="Arial"/>
                <a:cs typeface="Arial"/>
              </a:defRPr>
            </a:lvl9pPr>
          </a:lstStyle>
          <a:p xmlns:a="http://schemas.openxmlformats.org/drawingml/2006/main">
            <a:pPr>
              <a:defRPr sz="1200" b="0">
                <a:solidFill>
                  <a:srgbClr val="CCD6E1"/>
                </a:solidFill>
                <a:latin typeface="Arial"/>
                <a:ea typeface="Arial"/>
                <a:cs typeface="Arial"/>
              </a:defRPr>
            </a:pPr>
            <a:r>
              <a:rPr sz="1200" b="0">
                <a:solidFill>
                  <a:srgbClr val="CCD6E1"/>
                </a:solidFill>
                <a:latin typeface="Arial"/>
                <a:ea typeface="Arial"/>
                <a:cs typeface="Arial"/>
              </a:rPr>
              <a:t>화살표: 10.27 소방 브리핑 인용 보도의 방향 개요 · 길이·끝점은 확산 거리·도달 지점이 아님</a:t>
            </a:r>
          </a:p>
        </p:txBody>
      </p:sp>
      <p:sp>
        <p:nvSpPr>
          <p:cNvPr id="66" name="Visible case and source">
            <a:extLst xmlns:a="http://schemas.openxmlformats.org/drawingml/2006/main">
              <a:ext uri="{FF2B5EF4-FFF2-40B4-BE49-F238E27FC236}">
                <a16:creationId xmlns:a16="http://schemas.microsoft.com/office/drawing/2014/main" id="{4EF8C902-2568-4739-97D6-7A7E124726B8}"/>
              </a:ext>
            </a:extLst>
          </p:cNvPr>
          <p:cNvSpPr>
            <a:spLocks xmlns:a="http://schemas.openxmlformats.org/drawingml/2006/main" noGrp="1"/>
          </p:cNvSpPr>
          <p:nvPr/>
        </p:nvSpPr>
        <p:spPr>
          <a:xfrm xmlns:a="http://schemas.openxmlformats.org/drawingml/2006/main">
            <a:off x="609600" y="65722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lstStyle xmlns:a="http://schemas.openxmlformats.org/drawingml/2006/main">
            <a:defPPr>
              <a:defRPr sz="1050" b="0">
                <a:solidFill>
                  <a:srgbClr val="CCD6E1"/>
                </a:solidFill>
                <a:latin typeface="Arial"/>
                <a:ea typeface="Arial"/>
                <a:cs typeface="Arial"/>
              </a:defRPr>
            </a:defPPr>
            <a:lvl1pPr>
              <a:defRPr sz="1050" b="0">
                <a:solidFill>
                  <a:srgbClr val="CCD6E1"/>
                </a:solidFill>
                <a:latin typeface="Arial"/>
                <a:ea typeface="Arial"/>
                <a:cs typeface="Arial"/>
              </a:defRPr>
            </a:lvl1pPr>
            <a:lvl2pPr>
              <a:defRPr sz="1050" b="0">
                <a:solidFill>
                  <a:srgbClr val="CCD6E1"/>
                </a:solidFill>
                <a:latin typeface="Arial"/>
                <a:ea typeface="Arial"/>
                <a:cs typeface="Arial"/>
              </a:defRPr>
            </a:lvl2pPr>
            <a:lvl3pPr>
              <a:defRPr sz="1050" b="0">
                <a:solidFill>
                  <a:srgbClr val="CCD6E1"/>
                </a:solidFill>
                <a:latin typeface="Arial"/>
                <a:ea typeface="Arial"/>
                <a:cs typeface="Arial"/>
              </a:defRPr>
            </a:lvl3pPr>
            <a:lvl4pPr>
              <a:defRPr sz="1050" b="0">
                <a:solidFill>
                  <a:srgbClr val="CCD6E1"/>
                </a:solidFill>
                <a:latin typeface="Arial"/>
                <a:ea typeface="Arial"/>
                <a:cs typeface="Arial"/>
              </a:defRPr>
            </a:lvl4pPr>
            <a:lvl5pPr>
              <a:defRPr sz="1050" b="0">
                <a:solidFill>
                  <a:srgbClr val="CCD6E1"/>
                </a:solidFill>
                <a:latin typeface="Arial"/>
                <a:ea typeface="Arial"/>
                <a:cs typeface="Arial"/>
              </a:defRPr>
            </a:lvl5pPr>
            <a:lvl6pPr>
              <a:defRPr sz="1050" b="0">
                <a:solidFill>
                  <a:srgbClr val="CCD6E1"/>
                </a:solidFill>
                <a:latin typeface="Arial"/>
                <a:ea typeface="Arial"/>
                <a:cs typeface="Arial"/>
              </a:defRPr>
            </a:lvl6pPr>
            <a:lvl7pPr>
              <a:defRPr sz="1050" b="0">
                <a:solidFill>
                  <a:srgbClr val="CCD6E1"/>
                </a:solidFill>
                <a:latin typeface="Arial"/>
                <a:ea typeface="Arial"/>
                <a:cs typeface="Arial"/>
              </a:defRPr>
            </a:lvl7pPr>
            <a:lvl8pPr>
              <a:defRPr sz="1050" b="0">
                <a:solidFill>
                  <a:srgbClr val="CCD6E1"/>
                </a:solidFill>
                <a:latin typeface="Arial"/>
                <a:ea typeface="Arial"/>
                <a:cs typeface="Arial"/>
              </a:defRPr>
            </a:lvl8pPr>
            <a:lvl9pPr>
              <a:defRPr sz="1050" b="0">
                <a:solidFill>
                  <a:srgbClr val="CCD6E1"/>
                </a:solidFill>
                <a:latin typeface="Arial"/>
                <a:ea typeface="Arial"/>
                <a:cs typeface="Arial"/>
              </a:defRPr>
            </a:lvl9pPr>
          </a:lstStyle>
          <a:p xmlns:a="http://schemas.openxmlformats.org/drawingml/2006/main">
            <a:pPr>
              <a:defRPr sz="1050" b="0">
                <a:solidFill>
                  <a:srgbClr val="CCD6E1"/>
                </a:solidFill>
                <a:latin typeface="Arial"/>
                <a:ea typeface="Arial"/>
                <a:cs typeface="Arial"/>
              </a:defRPr>
            </a:pPr>
            <a:r>
              <a:rPr sz="1050" b="0">
                <a:solidFill>
                  <a:srgbClr val="CCD6E1"/>
                </a:solidFill>
                <a:latin typeface="Arial"/>
                <a:ea typeface="Arial"/>
                <a:cs typeface="Arial"/>
              </a:rPr>
              <a:t>구룡마을은 가건물 밀집 화재 사례 / 산불 MVP 도입 · 출처: 아이뉴스24·강남구청·이노베이션아카데미 (노트 참조)</a:t>
            </a:r>
          </a:p>
        </p:txBody>
      </p:sp>
    </p:spTree>
    <p:extLst>
      <p:ext uri="{BB962C8B-B14F-4D97-AF65-F5344CB8AC3E}">
        <p14:creationId xmlns:p14="http://schemas.microsoft.com/office/powerpoint/2010/main" val="783686355"/>
      </p:ext>
    </p:extLst>
  </p:cSld>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2026-10-31T13:12:07.9980000Z</dcterms:created>
  <dcterms:modified xsi:type="dcterms:W3CDTF">2026-10-31T13:12:07.9980000Z</dcterms:modified>
</coreProperties>
</file>