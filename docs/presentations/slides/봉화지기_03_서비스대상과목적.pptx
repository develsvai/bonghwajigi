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a21f71a1d54fe2" /><Relationship Type="http://schemas.openxmlformats.org/officeDocument/2006/relationships/extended-properties" Target="/docProps/app.xml" Id="R4c2ad162725b4490" /><Relationship Type="http://schemas.openxmlformats.org/officeDocument/2006/relationships/officeDocument" Target="/ppt/presentation.xml" Id="R409918ca8b144588" /></Relationships>
</file>

<file path=ppt/presentation.xml><?xml version="1.0" encoding="utf-8"?>
<p:presentation xmlns:p="http://schemas.openxmlformats.org/presentationml/2006/main">
  <p:sldMasterIdLst>
    <p:sldMasterId xmlns:r="http://schemas.openxmlformats.org/officeDocument/2006/relationships" id="2147483648" r:id="Rb610e894421b4b77"/>
  </p:sldMasterIdLst>
  <p:notesMasterIdLst>
    <p:notesMasterId xmlns:r="http://schemas.openxmlformats.org/officeDocument/2006/relationships" r:id="R7f30b9980a0042d3"/>
  </p:notesMasterIdLst>
  <p:sldIdLst>
    <p:sldId xmlns:r="http://schemas.openxmlformats.org/officeDocument/2006/relationships" id="256" r:id="Ra2803753db014951"/>
  </p:sldIdLst>
  <p:sldSz cx="12192000" cy="685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5738E33-45E3-4656-82C1-05467E921EFD}">
  <a:tblStyle styleId="{55738E33-45E3-4656-82C1-05467E921EF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e7338b2004c4a1a" /><Relationship Type="http://schemas.openxmlformats.org/officeDocument/2006/relationships/slideMaster" Target="/ppt/slideMasters/slideMaster1.xml" Id="Rb610e894421b4b77" /><Relationship Type="http://schemas.openxmlformats.org/officeDocument/2006/relationships/notesMaster" Target="/ppt/notesMasters/notesMaster1.xml" Id="R7f30b9980a0042d3" /><Relationship Type="http://schemas.openxmlformats.org/officeDocument/2006/relationships/presProps" Target="/ppt/presProps.xml" Id="R2745b97cff3b41c1" /><Relationship Type="http://schemas.openxmlformats.org/officeDocument/2006/relationships/viewProps" Target="/ppt/viewProps.xml" Id="R185c93389ef64339" /><Relationship Type="http://schemas.openxmlformats.org/officeDocument/2006/relationships/tableStyles" Target="/ppt/tableStyles.xml" Id="Raa10f8b9c4824d64" /><Relationship Type="http://schemas.openxmlformats.org/officeDocument/2006/relationships/slide" Target="/ppt/slides/slide1.xml" Id="Ra2803753db0149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3c4d599fde4f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72d4e7086b470b" /><Relationship Type="http://schemas.openxmlformats.org/officeDocument/2006/relationships/notesMaster" Target="/ppt/notesMasters/notesMaster1.xml" Id="Rdcf09798b55e44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전체 발표의 3페이지용 단독 슬라이드입니다. 기존 템플릿의 세 번째 슬라이드 구조, 배경, 글꼴과 노란 강조 영역을 활용했습니다.</a:t>
            </a:r>
            <a:endParaRPr sz="1200"/>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t>발표 멘트</a:t>
            </a:r>
            <a:endParaRPr sz="1200"/>
          </a:p>
          <a:p xmlns:a="http://schemas.openxmlformats.org/drawingml/2006/main">
            <a:pPr marL="0" lvl="0" indent="0" algn="l">
              <a:spcBef>
                <a:spcPts val="0"/>
              </a:spcBef>
              <a:spcAft>
                <a:spcPts val="0"/>
              </a:spcAft>
              <a:buNone/>
            </a:pPr>
            <a:r>
              <a:t>봉화지기는 재난문자를 받은 뒤 나에게 미칠 영향과 다음 행동을 알고 싶은 사람을 위한 서비스입니다. MVP에서는 특히 이동과 준비에 시간이 필요한 사람, 그리고 영유아나 돌봄 대상자와 함께 움직여야 하는 보호자를 우선합니다. 같은 재난이라도 이동 능력, 동행 조건, 준비 시간에 따라 필요한 지원이 다르기 때문입니다. 이후에는 이동수단이 부족하거나 지역이 낯선 사람, 언어·정보 접근에 어려움이 있는 사람, 연기 노출에 민감한 사람으로 지원 범위를 넓히고자 합니다. 목적은 재난의 진행과 개인의 조건을 함께 고려해 지금 필요한 다음 행동을 짧고 명확하게 추천하는 것입니다.</a:t>
            </a:r>
            <a:endParaRPr sz="1200"/>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t>기획 범위</a:t>
            </a:r>
            <a:endParaRPr sz="1200"/>
          </a:p>
          <a:p xmlns:a="http://schemas.openxmlformats.org/drawingml/2006/main">
            <a:pPr marL="0" lvl="0" indent="0" algn="l">
              <a:spcBef>
                <a:spcPts val="0"/>
              </a:spcBef>
              <a:spcAft>
                <a:spcPts val="0"/>
              </a:spcAft>
              <a:buNone/>
            </a:pPr>
            <a:r>
              <a:t>이 장의 구분은 대화에서 정리한 서비스 대상 제안입니다. 법정 취약계층 판정, 검증된 자동 분류, 구현 완료 기능을 뜻하지 않습니다. 나이·장애명만으로 위험을 단정하지 않고 사용자가 설정한 실제 이동·동행·지원 조건을 고려합니다. '미리 준비'는 모든 사람에게 무조건 먼저 출발하라는 뜻이 아닙니다. 준비, 보호자 연락, 도움 요청, 공식 대피 안내 확인 등 필요한 행동을 지원하는 목적이며 공식 대피명령과 현장 지시를 우선합니다. 검증되지 않은 도달시각·출발 마감시각·안전 경로를 확정해 제시하지 않습니다. 지원 요청이 실제 구조·이송 서비스 접수 또는 도착을 보장하는 것은 아닙니다.</a:t>
            </a:r>
            <a:endParaRPr sz="1200"/>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t>개인별 추천의 입력 예</a:t>
            </a:r>
            <a:endParaRPr sz="1200"/>
          </a:p>
          <a:p xmlns:a="http://schemas.openxmlformats.org/drawingml/2006/main">
            <a:pPr marL="0" lvl="0" indent="0" algn="l">
              <a:spcBef>
                <a:spcPts val="0"/>
              </a:spcBef>
              <a:spcAft>
                <a:spcPts val="0"/>
              </a:spcAft>
              <a:buNone/>
            </a:pPr>
            <a:r>
              <a:t>현재 위치, 혼자 이동 가능 여부, 이동 보조 필요 여부, 동행 인원과 돌봄 조건, 이동수단, 선호 언어·알림 방식 등을 사전 선택 및 상황 확인으로 수집하는 기획을 생각할 수 있습니다. 민감한 건강정보는 필수 입력으로 단정하지 않습니다.</a:t>
            </a:r>
            <a:endParaRPr sz="1200"/>
          </a:p>
          <a:p xmlns:a="http://schemas.openxmlformats.org/drawingml/2006/main">
            <a:pPr marL="0" lvl="0" indent="0" algn="l">
              <a:spcBef>
                <a:spcPts val="0"/>
              </a:spcBef>
              <a:spcAft>
                <a:spcPts val="0"/>
              </a:spcAft>
              <a:buNone/>
            </a:pPr>
            <a:r>
              <a:t/>
            </a:r>
            <a:endParaRPr sz="1200"/>
          </a:p>
          <a:p xmlns:a="http://schemas.openxmlformats.org/drawingml/2006/main">
            <a:pPr marL="0" lvl="0" indent="0" algn="l">
              <a:spcBef>
                <a:spcPts val="0"/>
              </a:spcBef>
              <a:spcAft>
                <a:spcPts val="0"/>
              </a:spcAft>
              <a:buNone/>
            </a:pPr>
            <a:r>
              <a:t>대상 선정에 참고한 공공기관 자료</a:t>
            </a:r>
            <a:endParaRPr sz="1200"/>
          </a:p>
          <a:p xmlns:a="http://schemas.openxmlformats.org/drawingml/2006/main">
            <a:pPr marL="0" lvl="0" indent="0" algn="l">
              <a:spcBef>
                <a:spcPts val="0"/>
              </a:spcBef>
              <a:spcAft>
                <a:spcPts val="0"/>
              </a:spcAft>
              <a:buNone/>
            </a:pPr>
            <a:r>
              <a:t>Cal OES, Evacuation &amp; Transportation: 이동수단·의료·돌봄·언어 및 접근·기능적 필요를 고려한 대피계획. 미국 지침으로 한국의 제도·이송 서비스 가용성을 보장하는 자료는 아닙니다.</a:t>
            </a:r>
            <a:endParaRPr sz="1200"/>
          </a:p>
          <a:p xmlns:a="http://schemas.openxmlformats.org/drawingml/2006/main">
            <a:pPr marL="0" lvl="0" indent="0" algn="l">
              <a:spcBef>
                <a:spcPts val="0"/>
              </a:spcBef>
              <a:spcAft>
                <a:spcPts val="0"/>
              </a:spcAft>
              <a:buNone/>
            </a:pPr>
            <a:r>
              <a:t>https://www.caloes.ca.gov/office-of-the-director/policy-administration/access-functional-needs/evacuation-transportation/</a:t>
            </a:r>
            <a:endParaRPr sz="1200"/>
          </a:p>
          <a:p xmlns:a="http://schemas.openxmlformats.org/drawingml/2006/main">
            <a:pPr marL="0" lvl="0" indent="0" algn="l">
              <a:spcBef>
                <a:spcPts val="0"/>
              </a:spcBef>
              <a:spcAft>
                <a:spcPts val="0"/>
              </a:spcAft>
              <a:buNone/>
            </a:pPr>
            <a:r>
              <a:t>CDC, Sheltering and Evacuating, 2024-09-11: 접근 가능한 교통과 대피 시 지원 필요를 미리 계획할 필요를 설명.</a:t>
            </a:r>
            <a:endParaRPr sz="1200"/>
          </a:p>
          <a:p xmlns:a="http://schemas.openxmlformats.org/drawingml/2006/main">
            <a:pPr marL="0" lvl="0" indent="0" algn="l">
              <a:spcBef>
                <a:spcPts val="0"/>
              </a:spcBef>
              <a:spcAft>
                <a:spcPts val="0"/>
              </a:spcAft>
              <a:buNone/>
            </a:pPr>
            <a:r>
              <a:t>https://www.cdc.gov/disability-emergency-preparedness/people-with-disabilities/sheltering-and-evacuating.html</a:t>
            </a:r>
            <a:endParaRPr sz="1200"/>
          </a:p>
          <a:p xmlns:a="http://schemas.openxmlformats.org/drawingml/2006/main">
            <a:pPr marL="0" lvl="0" indent="0" algn="l">
              <a:spcBef>
                <a:spcPts val="0"/>
              </a:spcBef>
              <a:spcAft>
                <a:spcPts val="0"/>
              </a:spcAft>
              <a:buNone/>
            </a:pPr>
            <a:r>
              <a:t>확인일: 2026-10-31 KST.</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70808ad7b149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a879e2654c042d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81581fce084d0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558224afc5b4a1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289d44506f46d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2cf15c249224674"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2" name="Google Shape;12;p14">
            <a:extLst xmlns:a="http://schemas.openxmlformats.org/drawingml/2006/main">
              <a:ext uri="{FF2B5EF4-FFF2-40B4-BE49-F238E27FC236}">
                <a16:creationId xmlns:a16="http://schemas.microsoft.com/office/drawing/2014/main" id="{FC5185A7-76D3-4FCE-B512-149BA98DCF0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defRPr>
            </a:lvl1pPr>
            <a:lvl2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2pPr>
            <a:lvl3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3pPr>
            <a:lvl4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4pPr>
            <a:lvl5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5pPr>
            <a:lvl6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6pPr>
            <a:lvl7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7pPr>
            <a:lvl8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8pPr>
            <a:lvl9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9pPr>
          </a:lstStyle>
          <a:p xmlns:a="http://schemas.openxmlformats.org/drawingml/2006/main">
            <a:endParaRPr/>
          </a:p>
        </p:txBody>
      </p:sp>
      <p:sp>
        <p:nvSpPr>
          <p:cNvPr id="13" name="Google Shape;13;p14">
            <a:extLst xmlns:a="http://schemas.openxmlformats.org/drawingml/2006/main">
              <a:ext uri="{FF2B5EF4-FFF2-40B4-BE49-F238E27FC236}">
                <a16:creationId xmlns:a16="http://schemas.microsoft.com/office/drawing/2014/main" id="{9A2F4E09-834E-4EB6-9549-B7252480BB8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1pPr>
            <a:lvl2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2pPr>
            <a:lvl3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3pPr>
            <a:lvl4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4pPr>
            <a:lvl5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5pPr>
            <a:lvl6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6pPr>
            <a:lvl7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7pPr>
            <a:lvl8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8pPr>
            <a:lvl9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Layouts/slideLayout3.xml><?xml version="1.0" encoding="utf-8"?>
<p:sldLayout xmlns:p="http://schemas.openxmlformats.org/presentationml/2006/main" matchingName="Section Header">
  <p:cSld name="Section Header">
    <p:spTree>
      <p:nvGrpSpPr>
        <p:cNvPr id="1" name=""/>
        <p:cNvGrpSpPr/>
        <p:nvPr/>
      </p:nvGrpSpPr>
      <p:grpSpPr>
        <a:xfrm xmlns:a="http://schemas.openxmlformats.org/drawingml/2006/main"/>
      </p:grpSpPr>
      <p:sp>
        <p:nvSpPr>
          <p:cNvPr id="15" name="Google Shape;15;p15">
            <a:extLst xmlns:a="http://schemas.openxmlformats.org/drawingml/2006/main">
              <a:ext uri="{FF2B5EF4-FFF2-40B4-BE49-F238E27FC236}">
                <a16:creationId xmlns:a16="http://schemas.microsoft.com/office/drawing/2014/main" id="{CCBF739E-A5EA-47CF-AE07-D21E2196C6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4200"/>
              <a:buFont typeface="Arial"/>
              <a:buNone/>
              <a:defRPr sz="4200" b="1" i="0" u="none" strike="noStrike" cap="none">
                <a:solidFill>
                  <a:schemeClr val="dk1"/>
                </a:solidFill>
                <a:latin typeface="Arial"/>
                <a:ea typeface="Arial"/>
                <a:cs typeface="Arial"/>
              </a:defRPr>
            </a:lvl1pPr>
            <a:lvl2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2pPr>
            <a:lvl3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3pPr>
            <a:lvl4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4pPr>
            <a:lvl5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5pPr>
            <a:lvl6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6pPr>
            <a:lvl7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7pPr>
            <a:lvl8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8pPr>
            <a:lvl9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9pPr>
          </a:lstStyle>
          <a:p xmlns:a="http://schemas.openxmlformats.org/drawingml/2006/main">
            <a:endParaRPr/>
          </a:p>
        </p:txBody>
      </p:sp>
    </p:spTree>
  </p:cSld>
</p:sldLayout>
</file>

<file path=ppt/slideLayouts/slideLayout4.xml><?xml version="1.0" encoding="utf-8"?>
<p:sldLayout xmlns:p="http://schemas.openxmlformats.org/presentationml/2006/main" matchingName="Title and Body">
  <p:cSld name="Title and Body">
    <p:spTree>
      <p:nvGrpSpPr>
        <p:cNvPr id="1" name=""/>
        <p:cNvGrpSpPr/>
        <p:nvPr/>
      </p:nvGrpSpPr>
      <p:grpSpPr>
        <a:xfrm xmlns:a="http://schemas.openxmlformats.org/drawingml/2006/main"/>
      </p:grpSpPr>
      <p:sp>
        <p:nvSpPr>
          <p:cNvPr id="17" name="Google Shape;17;p16">
            <a:extLst xmlns:a="http://schemas.openxmlformats.org/drawingml/2006/main">
              <a:ext uri="{FF2B5EF4-FFF2-40B4-BE49-F238E27FC236}">
                <a16:creationId xmlns:a16="http://schemas.microsoft.com/office/drawing/2014/main" id="{997CE5A2-6B84-42D6-9E1C-B3C4B7F663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defRPr>
            </a:lvl1pPr>
            <a:lvl2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2pPr>
            <a:lvl3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3pPr>
            <a:lvl4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4pPr>
            <a:lvl5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5pPr>
            <a:lvl6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6pPr>
            <a:lvl7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7pPr>
            <a:lvl8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8pPr>
            <a:lvl9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9pPr>
          </a:lstStyle>
          <a:p xmlns:a="http://schemas.openxmlformats.org/drawingml/2006/main">
            <a:endParaRPr/>
          </a:p>
        </p:txBody>
      </p:sp>
      <p:sp>
        <p:nvSpPr>
          <p:cNvPr id="18" name="Google Shape;18;p16">
            <a:extLst xmlns:a="http://schemas.openxmlformats.org/drawingml/2006/main">
              <a:ext uri="{FF2B5EF4-FFF2-40B4-BE49-F238E27FC236}">
                <a16:creationId xmlns:a16="http://schemas.microsoft.com/office/drawing/2014/main" id="{B81C38BE-1EA0-4DE0-A1DE-71142F11360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71475" algn="l">
              <a:lnSpc>
                <a:spcPct val="110000"/>
              </a:lnSpc>
              <a:spcBef>
                <a:spcPts val="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1pPr>
            <a:lvl2pPr marL="914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2pPr>
            <a:lvl3pPr marL="1371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3pPr>
            <a:lvl4pPr marL="18288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4pPr>
            <a:lvl5pPr marL="22860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5pPr>
            <a:lvl6pPr marL="27432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6pPr>
            <a:lvl7pPr marL="3200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7pPr>
            <a:lvl8pPr marL="3657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8pPr>
            <a:lvl9pPr marL="4114800" marR="0" indent="-371475" algn="l">
              <a:lnSpc>
                <a:spcPct val="110000"/>
              </a:lnSpc>
              <a:spcBef>
                <a:spcPts val="1200"/>
              </a:spcBef>
              <a:spcAft>
                <a:spcPts val="1200"/>
              </a:spcAft>
              <a:buClr>
                <a:schemeClr val="dk1"/>
              </a:buClr>
              <a:buSzPts val="2250"/>
              <a:buFont typeface="Arial"/>
              <a:buChar char="•"/>
              <a:defRPr sz="225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Layouts/slideLayout5.xml><?xml version="1.0" encoding="utf-8"?>
<p:sldLayout xmlns:p="http://schemas.openxmlformats.org/presentationml/2006/main" matchingName="Title and Two Column">
  <p:cSld name="Title and Two Column">
    <p:spTree>
      <p:nvGrpSpPr>
        <p:cNvPr id="1" name=""/>
        <p:cNvGrpSpPr/>
        <p:nvPr/>
      </p:nvGrpSpPr>
      <p:grpSpPr>
        <a:xfrm xmlns:a="http://schemas.openxmlformats.org/drawingml/2006/main"/>
      </p:grpSpPr>
      <p:sp>
        <p:nvSpPr>
          <p:cNvPr id="20" name="Google Shape;20;p17">
            <a:extLst xmlns:a="http://schemas.openxmlformats.org/drawingml/2006/main">
              <a:ext uri="{FF2B5EF4-FFF2-40B4-BE49-F238E27FC236}">
                <a16:creationId xmlns:a16="http://schemas.microsoft.com/office/drawing/2014/main" id="{E0DA8B88-635E-413E-A793-E8F318D9B4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defRPr>
            </a:lvl1pPr>
            <a:lvl2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2pPr>
            <a:lvl3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3pPr>
            <a:lvl4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4pPr>
            <a:lvl5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5pPr>
            <a:lvl6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6pPr>
            <a:lvl7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7pPr>
            <a:lvl8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8pPr>
            <a:lvl9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9pPr>
          </a:lstStyle>
          <a:p xmlns:a="http://schemas.openxmlformats.org/drawingml/2006/main">
            <a:endParaRPr/>
          </a:p>
        </p:txBody>
      </p:sp>
      <p:sp>
        <p:nvSpPr>
          <p:cNvPr id="21" name="Google Shape;21;p17">
            <a:extLst xmlns:a="http://schemas.openxmlformats.org/drawingml/2006/main">
              <a:ext uri="{FF2B5EF4-FFF2-40B4-BE49-F238E27FC236}">
                <a16:creationId xmlns:a16="http://schemas.microsoft.com/office/drawing/2014/main" id="{1FBFC142-CD02-4917-9592-DC8F7D2D35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61950" algn="l">
              <a:lnSpc>
                <a:spcPct val="110000"/>
              </a:lnSpc>
              <a:spcBef>
                <a:spcPts val="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1pPr>
            <a:lvl2pPr marL="914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2pPr>
            <a:lvl3pPr marL="1371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3pPr>
            <a:lvl4pPr marL="18288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4pPr>
            <a:lvl5pPr marL="22860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5pPr>
            <a:lvl6pPr marL="27432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6pPr>
            <a:lvl7pPr marL="3200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7pPr>
            <a:lvl8pPr marL="3657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8pPr>
            <a:lvl9pPr marL="4114800" marR="0" indent="-361950" algn="l">
              <a:lnSpc>
                <a:spcPct val="110000"/>
              </a:lnSpc>
              <a:spcBef>
                <a:spcPts val="1200"/>
              </a:spcBef>
              <a:spcAft>
                <a:spcPts val="1200"/>
              </a:spcAft>
              <a:buClr>
                <a:schemeClr val="dk1"/>
              </a:buClr>
              <a:buSzPts val="2100"/>
              <a:buFont typeface="Arial"/>
              <a:buChar char="•"/>
              <a:defRPr sz="2100" b="0" i="0" u="none" strike="noStrike" cap="none">
                <a:solidFill>
                  <a:schemeClr val="dk1"/>
                </a:solidFill>
                <a:latin typeface="Arial"/>
                <a:ea typeface="Arial"/>
                <a:cs typeface="Arial"/>
              </a:defRPr>
            </a:lvl9pPr>
          </a:lstStyle>
          <a:p xmlns:a="http://schemas.openxmlformats.org/drawingml/2006/main">
            <a:endParaRPr/>
          </a:p>
        </p:txBody>
      </p:sp>
      <p:sp>
        <p:nvSpPr>
          <p:cNvPr id="22" name="Google Shape;22;p17">
            <a:extLst xmlns:a="http://schemas.openxmlformats.org/drawingml/2006/main">
              <a:ext uri="{FF2B5EF4-FFF2-40B4-BE49-F238E27FC236}">
                <a16:creationId xmlns:a16="http://schemas.microsoft.com/office/drawing/2014/main" id="{6F159003-4153-4F44-A47B-8A123A97DBC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61950" algn="l">
              <a:lnSpc>
                <a:spcPct val="110000"/>
              </a:lnSpc>
              <a:spcBef>
                <a:spcPts val="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1pPr>
            <a:lvl2pPr marL="914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2pPr>
            <a:lvl3pPr marL="1371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3pPr>
            <a:lvl4pPr marL="18288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4pPr>
            <a:lvl5pPr marL="22860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5pPr>
            <a:lvl6pPr marL="27432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6pPr>
            <a:lvl7pPr marL="3200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7pPr>
            <a:lvl8pPr marL="3657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8pPr>
            <a:lvl9pPr marL="4114800" marR="0" indent="-361950" algn="l">
              <a:lnSpc>
                <a:spcPct val="110000"/>
              </a:lnSpc>
              <a:spcBef>
                <a:spcPts val="1200"/>
              </a:spcBef>
              <a:spcAft>
                <a:spcPts val="1200"/>
              </a:spcAft>
              <a:buClr>
                <a:schemeClr val="dk1"/>
              </a:buClr>
              <a:buSzPts val="2100"/>
              <a:buFont typeface="Arial"/>
              <a:buChar char="•"/>
              <a:defRPr sz="210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Layouts/slideLayout6.xml><?xml version="1.0" encoding="utf-8"?>
<p:sldLayout xmlns:p="http://schemas.openxmlformats.org/presentationml/2006/main" matchingName="Title and One Column">
  <p:cSld name="Title and One Column">
    <p:spTree>
      <p:nvGrpSpPr>
        <p:cNvPr id="1" name=""/>
        <p:cNvGrpSpPr/>
        <p:nvPr/>
      </p:nvGrpSpPr>
      <p:grpSpPr>
        <a:xfrm xmlns:a="http://schemas.openxmlformats.org/drawingml/2006/main"/>
      </p:grpSpPr>
      <p:sp>
        <p:nvSpPr>
          <p:cNvPr id="24" name="Google Shape;24;p18">
            <a:extLst xmlns:a="http://schemas.openxmlformats.org/drawingml/2006/main">
              <a:ext uri="{FF2B5EF4-FFF2-40B4-BE49-F238E27FC236}">
                <a16:creationId xmlns:a16="http://schemas.microsoft.com/office/drawing/2014/main" id="{B6BCECB6-118F-40D1-A2DF-EBD8F94555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defRPr>
            </a:lvl1pPr>
            <a:lvl2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2pPr>
            <a:lvl3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3pPr>
            <a:lvl4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4pPr>
            <a:lvl5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5pPr>
            <a:lvl6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6pPr>
            <a:lvl7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7pPr>
            <a:lvl8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8pPr>
            <a:lvl9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9pPr>
          </a:lstStyle>
          <a:p xmlns:a="http://schemas.openxmlformats.org/drawingml/2006/main">
            <a:endParaRPr/>
          </a:p>
        </p:txBody>
      </p:sp>
      <p:sp>
        <p:nvSpPr>
          <p:cNvPr id="25" name="Google Shape;25;p18">
            <a:extLst xmlns:a="http://schemas.openxmlformats.org/drawingml/2006/main">
              <a:ext uri="{FF2B5EF4-FFF2-40B4-BE49-F238E27FC236}">
                <a16:creationId xmlns:a16="http://schemas.microsoft.com/office/drawing/2014/main" id="{47E87719-227F-42FA-9508-A9541A4003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71475" algn="l">
              <a:lnSpc>
                <a:spcPct val="110000"/>
              </a:lnSpc>
              <a:spcBef>
                <a:spcPts val="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1pPr>
            <a:lvl2pPr marL="914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2pPr>
            <a:lvl3pPr marL="1371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3pPr>
            <a:lvl4pPr marL="18288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4pPr>
            <a:lvl5pPr marL="22860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5pPr>
            <a:lvl6pPr marL="27432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6pPr>
            <a:lvl7pPr marL="3200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7pPr>
            <a:lvl8pPr marL="3657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8pPr>
            <a:lvl9pPr marL="4114800" marR="0" indent="-371475" algn="l">
              <a:lnSpc>
                <a:spcPct val="110000"/>
              </a:lnSpc>
              <a:spcBef>
                <a:spcPts val="1200"/>
              </a:spcBef>
              <a:spcAft>
                <a:spcPts val="1200"/>
              </a:spcAft>
              <a:buClr>
                <a:schemeClr val="dk1"/>
              </a:buClr>
              <a:buSzPts val="2250"/>
              <a:buFont typeface="Arial"/>
              <a:buChar char="•"/>
              <a:defRPr sz="225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21723aa1bf4cdf" /><Relationship Type="http://schemas.openxmlformats.org/officeDocument/2006/relationships/slideLayout" Target="/ppt/slideLayouts/slideLayout1.xml" Id="R6b99496e98554880" /><Relationship Type="http://schemas.openxmlformats.org/officeDocument/2006/relationships/slideLayout" Target="/ppt/slideLayouts/slideLayout2.xml" Id="R46b55d19c9d14ace" /><Relationship Type="http://schemas.openxmlformats.org/officeDocument/2006/relationships/slideLayout" Target="/ppt/slideLayouts/slideLayout3.xml" Id="Rb873e01c72fa45c4" /><Relationship Type="http://schemas.openxmlformats.org/officeDocument/2006/relationships/slideLayout" Target="/ppt/slideLayouts/slideLayout4.xml" Id="Rbff1b52addf5497f" /><Relationship Type="http://schemas.openxmlformats.org/officeDocument/2006/relationships/slideLayout" Target="/ppt/slideLayouts/slideLayout5.xml" Id="R90ce25c0c53b446f" /><Relationship Type="http://schemas.openxmlformats.org/officeDocument/2006/relationships/slideLayout" Target="/ppt/slideLayouts/slideLayout6.xml" Id="Rda9f430e309d4505"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b99496e98554880"/>
    <p:sldLayoutId xmlns:r="http://schemas.openxmlformats.org/officeDocument/2006/relationships" id="2147483650" r:id="R46b55d19c9d14ace"/>
    <p:sldLayoutId xmlns:r="http://schemas.openxmlformats.org/officeDocument/2006/relationships" id="2147483651" r:id="Rb873e01c72fa45c4"/>
    <p:sldLayoutId xmlns:r="http://schemas.openxmlformats.org/officeDocument/2006/relationships" id="2147483652" r:id="Rbff1b52addf5497f"/>
    <p:sldLayoutId xmlns:r="http://schemas.openxmlformats.org/officeDocument/2006/relationships" id="2147483653" r:id="R90ce25c0c53b446f"/>
    <p:sldLayoutId xmlns:r="http://schemas.openxmlformats.org/officeDocument/2006/relationships" id="2147483654" r:id="Rda9f430e309d4505"/>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5ed9eb31324aed" /><Relationship Type="http://schemas.openxmlformats.org/officeDocument/2006/relationships/notesSlide" Target="/ppt/notesSlides/notesSlide1.xml" Id="R995576a211e54824" /></Relationships>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9" name="Google Shape;69;p3">
            <a:extLst xmlns:a="http://schemas.openxmlformats.org/drawingml/2006/main">
              <a:ext uri="{FF2B5EF4-FFF2-40B4-BE49-F238E27FC236}">
                <a16:creationId xmlns:a16="http://schemas.microsoft.com/office/drawing/2014/main" id="{9F10702B-DA81-4125-BD2D-E32BBE6A21C1}"/>
              </a:ext>
            </a:extLst>
          </p:cNvPr>
          <p:cNvSpPr>
            <a:spLocks xmlns:a="http://schemas.openxmlformats.org/drawingml/2006/main" noGrp="1"/>
          </p:cNvSpPr>
          <p:nvPr/>
        </p:nvSpPr>
        <p:spPr>
          <a:xfrm xmlns:a="http://schemas.openxmlformats.org/drawingml/2006/main">
            <a:off x="609600" y="304800"/>
            <a:ext cx="8572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062F5B"/>
              </a:buClr>
              <a:buSzPts val="1200"/>
              <a:buFont typeface="Arial"/>
              <a:buNone/>
            </a:pPr>
            <a:r>
              <a:rPr sz="1200" b="1">
                <a:solidFill>
                  <a:srgbClr val="062F5B"/>
                </a:solidFill>
                <a:latin typeface="Arial"/>
                <a:ea typeface="Arial"/>
                <a:cs typeface="Arial"/>
              </a:rPr>
              <a:t>03 / USERS &amp; PURPOSE</a:t>
            </a:r>
            <a:endParaRPr/>
          </a:p>
        </p:txBody>
      </p:sp>
      <p:sp>
        <p:nvSpPr>
          <p:cNvPr id="70" name="Google Shape;70;p3">
            <a:extLst xmlns:a="http://schemas.openxmlformats.org/drawingml/2006/main">
              <a:ext uri="{FF2B5EF4-FFF2-40B4-BE49-F238E27FC236}">
                <a16:creationId xmlns:a16="http://schemas.microsoft.com/office/drawing/2014/main" id="{ED50188E-DB77-43FE-A100-2ECC2FA3BEF2}"/>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71" name="Google Shape;71;p3">
            <a:extLst xmlns:a="http://schemas.openxmlformats.org/drawingml/2006/main">
              <a:ext uri="{FF2B5EF4-FFF2-40B4-BE49-F238E27FC236}">
                <a16:creationId xmlns:a16="http://schemas.microsoft.com/office/drawing/2014/main" id="{BA5CFAC0-DC45-437E-9A2D-D45CAA01F02F}"/>
              </a:ext>
            </a:extLst>
          </p:cNvPr>
          <p:cNvSpPr>
            <a:spLocks xmlns:a="http://schemas.openxmlformats.org/drawingml/2006/main" noGrp="1"/>
          </p:cNvSpPr>
          <p:nvPr/>
        </p:nvSpPr>
        <p:spPr>
          <a:xfrm xmlns:a="http://schemas.openxmlformats.org/drawingml/2006/main">
            <a:off x="609600" y="6467475"/>
            <a:ext cx="6667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65707C"/>
              </a:buClr>
              <a:buSzPts val="1100"/>
              <a:buFont typeface="Arial"/>
              <a:buNone/>
            </a:pPr>
            <a:r>
              <a:rPr sz="1100" b="0">
                <a:solidFill>
                  <a:srgbClr val="65707C"/>
                </a:solidFill>
                <a:latin typeface="Arial"/>
                <a:ea typeface="Arial"/>
                <a:cs typeface="Arial"/>
              </a:rPr>
              <a:t>CODYSSEY AI HACKATHON 2026</a:t>
            </a:r>
            <a:endParaRPr/>
          </a:p>
        </p:txBody>
      </p:sp>
      <p:sp>
        <p:nvSpPr>
          <p:cNvPr id="72" name="Google Shape;72;p3">
            <a:extLst xmlns:a="http://schemas.openxmlformats.org/drawingml/2006/main">
              <a:ext uri="{FF2B5EF4-FFF2-40B4-BE49-F238E27FC236}">
                <a16:creationId xmlns:a16="http://schemas.microsoft.com/office/drawing/2014/main" id="{23203A85-AAEF-41FB-90EF-F218FD1F600E}"/>
              </a:ext>
            </a:extLst>
          </p:cNvPr>
          <p:cNvSpPr>
            <a:spLocks xmlns:a="http://schemas.openxmlformats.org/drawingml/2006/main" noGrp="1"/>
          </p:cNvSpPr>
          <p:nvPr/>
        </p:nvSpPr>
        <p:spPr>
          <a:xfrm xmlns:a="http://schemas.openxmlformats.org/drawingml/2006/main">
            <a:off x="10820400" y="6448425"/>
            <a:ext cx="7620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10000"/>
              </a:lnSpc>
              <a:spcBef>
                <a:spcPts val="0"/>
              </a:spcBef>
              <a:spcAft>
                <a:spcPts val="0"/>
              </a:spcAft>
              <a:buClr>
                <a:srgbClr val="062F5B"/>
              </a:buClr>
              <a:buSzPts val="1200"/>
              <a:buFont typeface="Arial"/>
              <a:buNone/>
            </a:pPr>
            <a:r>
              <a:rPr sz="1200" b="1">
                <a:solidFill>
                  <a:srgbClr val="062F5B"/>
                </a:solidFill>
                <a:latin typeface="Arial"/>
                <a:ea typeface="Arial"/>
                <a:cs typeface="Arial"/>
              </a:rPr>
              <a:t>03</a:t>
            </a:r>
            <a:endParaRPr/>
          </a:p>
        </p:txBody>
      </p:sp>
      <p:sp>
        <p:nvSpPr>
          <p:cNvPr id="73" name="Google Shape;73;p3">
            <a:extLst xmlns:a="http://schemas.openxmlformats.org/drawingml/2006/main">
              <a:ext uri="{FF2B5EF4-FFF2-40B4-BE49-F238E27FC236}">
                <a16:creationId xmlns:a16="http://schemas.microsoft.com/office/drawing/2014/main" id="{ECE568A8-A390-4936-8F73-AD9FDAECB98A}"/>
              </a:ext>
            </a:extLst>
          </p:cNvPr>
          <p:cNvSpPr>
            <a:spLocks xmlns:a="http://schemas.openxmlformats.org/drawingml/2006/main" noGrp="1"/>
          </p:cNvSpPr>
          <p:nvPr/>
        </p:nvSpPr>
        <p:spPr>
          <a:xfrm xmlns:a="http://schemas.openxmlformats.org/drawingml/2006/main">
            <a:off x="609599" y="866775"/>
            <a:ext cx="10972800" cy="5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062F5B"/>
              </a:buClr>
              <a:buSzPts val="3400"/>
              <a:buFont typeface="Arial"/>
              <a:buNone/>
            </a:pPr>
            <a:r>
              <a:rPr sz="3400" b="1">
                <a:solidFill>
                  <a:srgbClr val="062F5B"/>
                </a:solidFill>
                <a:latin typeface="Arial"/>
                <a:ea typeface="Arial"/>
                <a:cs typeface="Arial"/>
              </a:rPr>
              <a:t>서비스 대상과 목적</a:t>
            </a:r>
            <a:endParaRPr/>
          </a:p>
        </p:txBody>
      </p:sp>
      <p:sp>
        <p:nvSpPr>
          <p:cNvPr id="74" name="Google Shape;74;p3">
            <a:extLst xmlns:a="http://schemas.openxmlformats.org/drawingml/2006/main">
              <a:ext uri="{FF2B5EF4-FFF2-40B4-BE49-F238E27FC236}">
                <a16:creationId xmlns:a16="http://schemas.microsoft.com/office/drawing/2014/main" id="{9BE62CE3-62F4-4761-9D22-3A55B2F8E85B}"/>
              </a:ext>
            </a:extLst>
          </p:cNvPr>
          <p:cNvSpPr>
            <a:spLocks xmlns:a="http://schemas.openxmlformats.org/drawingml/2006/main" noGrp="1"/>
          </p:cNvSpPr>
          <p:nvPr/>
        </p:nvSpPr>
        <p:spPr>
          <a:xfrm xmlns:a="http://schemas.openxmlformats.org/drawingml/2006/main">
            <a:off x="605600" y="1428764"/>
            <a:ext cx="10972800" cy="5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062F5B"/>
              </a:buClr>
              <a:buSzPts val="2800"/>
              <a:buFont typeface="Arial"/>
              <a:buNone/>
            </a:pPr>
            <a:r>
              <a:rPr sz="2500" b="1">
                <a:solidFill>
                  <a:srgbClr val="062F5B"/>
                </a:solidFill>
                <a:latin typeface="Arial"/>
                <a:ea typeface="Arial"/>
                <a:cs typeface="Arial"/>
              </a:rPr>
              <a:t>같은 재난에도, 필요한 시간과 도움이 다릅니다</a:t>
            </a:r>
            <a:endParaRPr sz="2500"/>
          </a:p>
        </p:txBody>
      </p:sp>
      <p:sp>
        <p:nvSpPr>
          <p:cNvPr id="76" name="Google Shape;76;p3">
            <a:extLst xmlns:a="http://schemas.openxmlformats.org/drawingml/2006/main">
              <a:ext uri="{FF2B5EF4-FFF2-40B4-BE49-F238E27FC236}">
                <a16:creationId xmlns:a16="http://schemas.microsoft.com/office/drawing/2014/main" id="{D3B05FF4-E8C7-47BA-9689-A3B744810CF1}"/>
              </a:ext>
            </a:extLst>
          </p:cNvPr>
          <p:cNvSpPr>
            <a:spLocks xmlns:a="http://schemas.openxmlformats.org/drawingml/2006/main" noGrp="1"/>
          </p:cNvSpPr>
          <p:nvPr/>
        </p:nvSpPr>
        <p:spPr>
          <a:xfrm xmlns:a="http://schemas.openxmlformats.org/drawingml/2006/main" rot="0" flipH="0" flipV="0">
            <a:off x="857975" y="2709134"/>
            <a:ext cx="142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062F5B"/>
              </a:buClr>
              <a:buSzPts val="1200"/>
              <a:buFont typeface="Arial"/>
              <a:buNone/>
            </a:pPr>
            <a:r>
              <a:rPr sz="1200" b="1">
                <a:solidFill>
                  <a:srgbClr val="062F5B"/>
                </a:solidFill>
                <a:latin typeface="Arial"/>
                <a:ea typeface="Arial"/>
                <a:cs typeface="Arial"/>
              </a:rPr>
              <a:t>공통 대상</a:t>
            </a:r>
            <a:endParaRPr/>
          </a:p>
        </p:txBody>
      </p:sp>
      <p:sp>
        <p:nvSpPr>
          <p:cNvPr id="77" name="Google Shape;77;p3">
            <a:extLst xmlns:a="http://schemas.openxmlformats.org/drawingml/2006/main">
              <a:ext uri="{FF2B5EF4-FFF2-40B4-BE49-F238E27FC236}">
                <a16:creationId xmlns:a16="http://schemas.microsoft.com/office/drawing/2014/main" id="{3FBA396D-6701-4BBF-AF25-B505E3D4B261}"/>
              </a:ext>
            </a:extLst>
          </p:cNvPr>
          <p:cNvSpPr>
            <a:spLocks xmlns:a="http://schemas.openxmlformats.org/drawingml/2006/main" noGrp="1"/>
          </p:cNvSpPr>
          <p:nvPr/>
        </p:nvSpPr>
        <p:spPr>
          <a:xfrm xmlns:a="http://schemas.openxmlformats.org/drawingml/2006/main" rot="0" flipH="0" flipV="0">
            <a:off x="857975" y="3057525"/>
            <a:ext cx="2609850" cy="704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062F5B"/>
              </a:buClr>
              <a:buSzPts val="2100"/>
              <a:buFont typeface="Arial"/>
              <a:buNone/>
            </a:pPr>
            <a:r>
              <a:rPr sz="2100" b="1">
                <a:solidFill>
                  <a:srgbClr val="062F5B"/>
                </a:solidFill>
                <a:latin typeface="Arial"/>
                <a:ea typeface="Arial"/>
                <a:cs typeface="Arial"/>
              </a:rPr>
              <a:t>영향 판단이</a:t>
            </a:r>
            <a:endParaRPr/>
          </a:p>
          <a:p xmlns:a="http://schemas.openxmlformats.org/drawingml/2006/main">
            <a:pPr marL="0" marR="0" lvl="0" indent="0" algn="l">
              <a:lnSpc>
                <a:spcPct val="110000"/>
              </a:lnSpc>
              <a:spcBef>
                <a:spcPts val="0"/>
              </a:spcBef>
              <a:spcAft>
                <a:spcPts val="0"/>
              </a:spcAft>
              <a:buClr>
                <a:srgbClr val="062F5B"/>
              </a:buClr>
              <a:buSzPts val="2100"/>
              <a:buFont typeface="Arial"/>
              <a:buNone/>
            </a:pPr>
            <a:r>
              <a:rPr sz="2100" b="1">
                <a:solidFill>
                  <a:srgbClr val="062F5B"/>
                </a:solidFill>
                <a:latin typeface="Arial"/>
                <a:ea typeface="Arial"/>
                <a:cs typeface="Arial"/>
              </a:rPr>
              <a:t>필요한 사람</a:t>
            </a:r>
          </a:p>
        </p:txBody>
      </p:sp>
      <p:sp>
        <p:nvSpPr>
          <p:cNvPr id="78" name="Google Shape;78;p3">
            <a:extLst xmlns:a="http://schemas.openxmlformats.org/drawingml/2006/main">
              <a:ext uri="{FF2B5EF4-FFF2-40B4-BE49-F238E27FC236}">
                <a16:creationId xmlns:a16="http://schemas.microsoft.com/office/drawing/2014/main" id="{21182C2A-A157-442E-9058-B208447DBCF4}"/>
              </a:ext>
            </a:extLst>
          </p:cNvPr>
          <p:cNvSpPr>
            <a:spLocks xmlns:a="http://schemas.openxmlformats.org/drawingml/2006/main" noGrp="1"/>
          </p:cNvSpPr>
          <p:nvPr/>
        </p:nvSpPr>
        <p:spPr>
          <a:xfrm xmlns:a="http://schemas.openxmlformats.org/drawingml/2006/main" rot="0" flipH="0" flipV="0">
            <a:off x="857975" y="3990975"/>
            <a:ext cx="2609850" cy="8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65707C"/>
              </a:buClr>
              <a:buSzPts val="1700"/>
              <a:buFont typeface="Arial"/>
              <a:buNone/>
            </a:pPr>
            <a:r>
              <a:rPr sz="1700" b="0">
                <a:solidFill>
                  <a:srgbClr val="65707C"/>
                </a:solidFill>
                <a:latin typeface="Arial"/>
                <a:ea typeface="Arial"/>
                <a:cs typeface="Arial"/>
              </a:rPr>
              <a:t>재난문자를 받은 뒤</a:t>
            </a:r>
            <a:endParaRPr/>
          </a:p>
          <a:p xmlns:a="http://schemas.openxmlformats.org/drawingml/2006/main">
            <a:pPr marL="0" marR="0" lvl="0" indent="0" algn="l">
              <a:lnSpc>
                <a:spcPct val="110000"/>
              </a:lnSpc>
              <a:spcBef>
                <a:spcPts val="0"/>
              </a:spcBef>
              <a:spcAft>
                <a:spcPts val="0"/>
              </a:spcAft>
              <a:buClr>
                <a:srgbClr val="65707C"/>
              </a:buClr>
              <a:buSzPts val="1700"/>
              <a:buFont typeface="Arial"/>
              <a:buNone/>
            </a:pPr>
            <a:r>
              <a:rPr sz="1700" b="0">
                <a:solidFill>
                  <a:srgbClr val="65707C"/>
                </a:solidFill>
                <a:latin typeface="Arial"/>
                <a:ea typeface="Arial"/>
                <a:cs typeface="Arial"/>
              </a:rPr>
              <a:t>내 위치의 영향과</a:t>
            </a:r>
          </a:p>
          <a:p xmlns:a="http://schemas.openxmlformats.org/drawingml/2006/main">
            <a:pPr marL="0" marR="0" lvl="0" indent="0" algn="l">
              <a:lnSpc>
                <a:spcPct val="110000"/>
              </a:lnSpc>
              <a:spcBef>
                <a:spcPts val="0"/>
              </a:spcBef>
              <a:spcAft>
                <a:spcPts val="0"/>
              </a:spcAft>
              <a:buClr>
                <a:srgbClr val="65707C"/>
              </a:buClr>
              <a:buSzPts val="1700"/>
              <a:buFont typeface="Arial"/>
              <a:buNone/>
            </a:pPr>
            <a:r>
              <a:rPr sz="1700" b="0">
                <a:solidFill>
                  <a:srgbClr val="65707C"/>
                </a:solidFill>
                <a:latin typeface="Arial"/>
                <a:ea typeface="Arial"/>
                <a:cs typeface="Arial"/>
              </a:rPr>
              <a:t>다음 행동이 궁금한 사람</a:t>
            </a:r>
          </a:p>
        </p:txBody>
      </p:sp>
      <p:sp>
        <p:nvSpPr>
          <p:cNvPr id="80" name="Google Shape;80;p3">
            <a:extLst xmlns:a="http://schemas.openxmlformats.org/drawingml/2006/main">
              <a:ext uri="{FF2B5EF4-FFF2-40B4-BE49-F238E27FC236}">
                <a16:creationId xmlns:a16="http://schemas.microsoft.com/office/drawing/2014/main" id="{40272D8E-5FD6-4994-954C-3F7C370DBA9B}"/>
              </a:ext>
            </a:extLst>
          </p:cNvPr>
          <p:cNvSpPr>
            <a:spLocks xmlns:a="http://schemas.openxmlformats.org/drawingml/2006/main" noGrp="1"/>
          </p:cNvSpPr>
          <p:nvPr/>
        </p:nvSpPr>
        <p:spPr>
          <a:xfrm xmlns:a="http://schemas.openxmlformats.org/drawingml/2006/main" rot="0" flipH="0" flipV="0">
            <a:off x="3781973" y="2399572"/>
            <a:ext cx="4495800" cy="2647950"/>
          </a:xfrm>
          <a:prstGeom xmlns:a="http://schemas.openxmlformats.org/drawingml/2006/main" prst="rect">
            <a:avLst/>
          </a:prstGeom>
          <a:solidFill xmlns:a="http://schemas.openxmlformats.org/drawingml/2006/main">
            <a:srgbClr val="FFB51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81" name="Google Shape;81;p3">
            <a:extLst xmlns:a="http://schemas.openxmlformats.org/drawingml/2006/main">
              <a:ext uri="{FF2B5EF4-FFF2-40B4-BE49-F238E27FC236}">
                <a16:creationId xmlns:a16="http://schemas.microsoft.com/office/drawing/2014/main" id="{3139D85E-B0FD-4A2A-946E-CC89872BF3CD}"/>
              </a:ext>
            </a:extLst>
          </p:cNvPr>
          <p:cNvSpPr>
            <a:spLocks xmlns:a="http://schemas.openxmlformats.org/drawingml/2006/main" noGrp="1"/>
          </p:cNvSpPr>
          <p:nvPr/>
        </p:nvSpPr>
        <p:spPr>
          <a:xfrm xmlns:a="http://schemas.openxmlformats.org/drawingml/2006/main" rot="0" flipH="0" flipV="0">
            <a:off x="4029623" y="2571022"/>
            <a:ext cx="142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062F5B"/>
              </a:buClr>
              <a:buSzPts val="1200"/>
              <a:buFont typeface="Arial"/>
              <a:buNone/>
            </a:pPr>
            <a:r>
              <a:rPr sz="1200" b="1">
                <a:solidFill>
                  <a:srgbClr val="062F5B"/>
                </a:solidFill>
                <a:latin typeface="Arial"/>
                <a:ea typeface="Arial"/>
                <a:cs typeface="Arial"/>
              </a:rPr>
              <a:t>MVP 우선 대상</a:t>
            </a:r>
            <a:endParaRPr/>
          </a:p>
        </p:txBody>
      </p:sp>
      <p:sp>
        <p:nvSpPr>
          <p:cNvPr id="82" name="Google Shape;82;p3">
            <a:extLst xmlns:a="http://schemas.openxmlformats.org/drawingml/2006/main">
              <a:ext uri="{FF2B5EF4-FFF2-40B4-BE49-F238E27FC236}">
                <a16:creationId xmlns:a16="http://schemas.microsoft.com/office/drawing/2014/main" id="{A1BF8245-C8C2-4345-9ADE-1B239E697B58}"/>
              </a:ext>
            </a:extLst>
          </p:cNvPr>
          <p:cNvSpPr>
            <a:spLocks xmlns:a="http://schemas.openxmlformats.org/drawingml/2006/main" noGrp="1"/>
          </p:cNvSpPr>
          <p:nvPr/>
        </p:nvSpPr>
        <p:spPr>
          <a:xfrm xmlns:a="http://schemas.openxmlformats.org/drawingml/2006/main" rot="0" flipH="0" flipV="0">
            <a:off x="4029623" y="2905125"/>
            <a:ext cx="4000500" cy="752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062F5B"/>
              </a:buClr>
              <a:buSzPts val="2300"/>
              <a:buFont typeface="Arial"/>
              <a:buNone/>
            </a:pPr>
            <a:r>
              <a:rPr sz="2300" b="1">
                <a:solidFill>
                  <a:srgbClr val="062F5B"/>
                </a:solidFill>
                <a:latin typeface="Arial"/>
                <a:ea typeface="Arial"/>
                <a:cs typeface="Arial"/>
              </a:rPr>
              <a:t>이동·준비에 시간이</a:t>
            </a:r>
            <a:endParaRPr/>
          </a:p>
          <a:p xmlns:a="http://schemas.openxmlformats.org/drawingml/2006/main">
            <a:pPr marL="0" marR="0" lvl="0" indent="0" algn="l">
              <a:lnSpc>
                <a:spcPct val="110000"/>
              </a:lnSpc>
              <a:spcBef>
                <a:spcPts val="0"/>
              </a:spcBef>
              <a:spcAft>
                <a:spcPts val="0"/>
              </a:spcAft>
              <a:buClr>
                <a:srgbClr val="062F5B"/>
              </a:buClr>
              <a:buSzPts val="2300"/>
              <a:buFont typeface="Arial"/>
              <a:buNone/>
            </a:pPr>
            <a:r>
              <a:rPr sz="2300" b="1">
                <a:solidFill>
                  <a:srgbClr val="062F5B"/>
                </a:solidFill>
                <a:latin typeface="Arial"/>
                <a:ea typeface="Arial"/>
                <a:cs typeface="Arial"/>
              </a:rPr>
              <a:t>필요한 사람과 보호자</a:t>
            </a:r>
          </a:p>
        </p:txBody>
      </p:sp>
      <p:sp>
        <p:nvSpPr>
          <p:cNvPr id="83" name="Google Shape;83;p3">
            <a:extLst xmlns:a="http://schemas.openxmlformats.org/drawingml/2006/main">
              <a:ext uri="{FF2B5EF4-FFF2-40B4-BE49-F238E27FC236}">
                <a16:creationId xmlns:a16="http://schemas.microsoft.com/office/drawing/2014/main" id="{5E2F2F14-AAB4-44FF-8322-37FBE4EECA54}"/>
              </a:ext>
            </a:extLst>
          </p:cNvPr>
          <p:cNvSpPr>
            <a:spLocks xmlns:a="http://schemas.openxmlformats.org/drawingml/2006/main" noGrp="1"/>
          </p:cNvSpPr>
          <p:nvPr/>
        </p:nvSpPr>
        <p:spPr>
          <a:xfrm xmlns:a="http://schemas.openxmlformats.org/drawingml/2006/main" rot="0" flipH="0" flipV="0">
            <a:off x="4029623" y="3848100"/>
            <a:ext cx="4000500"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062F5B"/>
              </a:buClr>
              <a:buSzPts val="1800"/>
              <a:buFont typeface="Arial"/>
              <a:buNone/>
            </a:pPr>
            <a:r>
              <a:rPr sz="1800" b="0">
                <a:solidFill>
                  <a:srgbClr val="062F5B"/>
                </a:solidFill>
                <a:latin typeface="Arial"/>
                <a:ea typeface="Arial"/>
                <a:cs typeface="Arial"/>
              </a:rPr>
              <a:t>이동에 도움이 필요한 사람</a:t>
            </a:r>
            <a:endParaRPr/>
          </a:p>
          <a:p xmlns:a="http://schemas.openxmlformats.org/drawingml/2006/main">
            <a:pPr marL="0" marR="0" lvl="0" indent="0" algn="l">
              <a:lnSpc>
                <a:spcPct val="110000"/>
              </a:lnSpc>
              <a:spcBef>
                <a:spcPts val="0"/>
              </a:spcBef>
              <a:spcAft>
                <a:spcPts val="0"/>
              </a:spcAft>
              <a:buClr>
                <a:srgbClr val="062F5B"/>
              </a:buClr>
              <a:buSzPts val="1800"/>
              <a:buFont typeface="Arial"/>
              <a:buNone/>
            </a:pPr>
            <a:r>
              <a:rPr sz="1800" b="0">
                <a:solidFill>
                  <a:srgbClr val="062F5B"/>
                </a:solidFill>
                <a:latin typeface="Arial"/>
                <a:ea typeface="Arial"/>
                <a:cs typeface="Arial"/>
              </a:rPr>
              <a:t>영유아·돌봄 대상자의 보호자</a:t>
            </a:r>
          </a:p>
        </p:txBody>
      </p:sp>
      <p:sp>
        <p:nvSpPr>
          <p:cNvPr id="85" name="Google Shape;85;p3">
            <a:extLst xmlns:a="http://schemas.openxmlformats.org/drawingml/2006/main">
              <a:ext uri="{FF2B5EF4-FFF2-40B4-BE49-F238E27FC236}">
                <a16:creationId xmlns:a16="http://schemas.microsoft.com/office/drawing/2014/main" id="{FB92A91F-A275-4D1C-8FCD-1D8DA57EACA6}"/>
              </a:ext>
            </a:extLst>
          </p:cNvPr>
          <p:cNvSpPr>
            <a:spLocks xmlns:a="http://schemas.openxmlformats.org/drawingml/2006/main" noGrp="1"/>
          </p:cNvSpPr>
          <p:nvPr/>
        </p:nvSpPr>
        <p:spPr>
          <a:xfrm xmlns:a="http://schemas.openxmlformats.org/drawingml/2006/main" rot="0" flipH="0" flipV="0">
            <a:off x="8591921" y="2709134"/>
            <a:ext cx="142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062F5B"/>
              </a:buClr>
              <a:buSzPts val="1200"/>
              <a:buFont typeface="Arial"/>
              <a:buNone/>
            </a:pPr>
            <a:r>
              <a:rPr sz="1200" b="1">
                <a:solidFill>
                  <a:srgbClr val="062F5B"/>
                </a:solidFill>
                <a:latin typeface="Arial"/>
                <a:ea typeface="Arial"/>
                <a:cs typeface="Arial"/>
              </a:rPr>
              <a:t>확장 대상</a:t>
            </a:r>
            <a:endParaRPr/>
          </a:p>
        </p:txBody>
      </p:sp>
      <p:sp>
        <p:nvSpPr>
          <p:cNvPr id="86" name="Google Shape;86;p3">
            <a:extLst xmlns:a="http://schemas.openxmlformats.org/drawingml/2006/main">
              <a:ext uri="{FF2B5EF4-FFF2-40B4-BE49-F238E27FC236}">
                <a16:creationId xmlns:a16="http://schemas.microsoft.com/office/drawing/2014/main" id="{C41B6D36-73D2-4346-B6A8-DB0D8783FEE1}"/>
              </a:ext>
            </a:extLst>
          </p:cNvPr>
          <p:cNvSpPr>
            <a:spLocks xmlns:a="http://schemas.openxmlformats.org/drawingml/2006/main" noGrp="1"/>
          </p:cNvSpPr>
          <p:nvPr/>
        </p:nvSpPr>
        <p:spPr>
          <a:xfrm xmlns:a="http://schemas.openxmlformats.org/drawingml/2006/main" rot="0" flipH="0" flipV="0">
            <a:off x="8591921" y="3057525"/>
            <a:ext cx="2990850" cy="704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062F5B"/>
              </a:buClr>
              <a:buSzPts val="2100"/>
              <a:buFont typeface="Arial"/>
              <a:buNone/>
            </a:pPr>
            <a:r>
              <a:rPr sz="2100" b="1">
                <a:solidFill>
                  <a:srgbClr val="062F5B"/>
                </a:solidFill>
                <a:latin typeface="Arial"/>
                <a:ea typeface="Arial"/>
                <a:cs typeface="Arial"/>
              </a:rPr>
              <a:t>상황별 지원이</a:t>
            </a:r>
            <a:endParaRPr/>
          </a:p>
          <a:p xmlns:a="http://schemas.openxmlformats.org/drawingml/2006/main">
            <a:pPr marL="0" marR="0" lvl="0" indent="0" algn="l">
              <a:lnSpc>
                <a:spcPct val="110000"/>
              </a:lnSpc>
              <a:spcBef>
                <a:spcPts val="0"/>
              </a:spcBef>
              <a:spcAft>
                <a:spcPts val="0"/>
              </a:spcAft>
              <a:buClr>
                <a:srgbClr val="062F5B"/>
              </a:buClr>
              <a:buSzPts val="2100"/>
              <a:buFont typeface="Arial"/>
              <a:buNone/>
            </a:pPr>
            <a:r>
              <a:rPr sz="2100" b="1">
                <a:solidFill>
                  <a:srgbClr val="062F5B"/>
                </a:solidFill>
                <a:latin typeface="Arial"/>
                <a:ea typeface="Arial"/>
                <a:cs typeface="Arial"/>
              </a:rPr>
              <a:t>필요한 사람</a:t>
            </a:r>
          </a:p>
        </p:txBody>
      </p:sp>
      <p:sp>
        <p:nvSpPr>
          <p:cNvPr id="87" name="Google Shape;87;p3">
            <a:extLst xmlns:a="http://schemas.openxmlformats.org/drawingml/2006/main">
              <a:ext uri="{FF2B5EF4-FFF2-40B4-BE49-F238E27FC236}">
                <a16:creationId xmlns:a16="http://schemas.microsoft.com/office/drawing/2014/main" id="{A840A230-2F3A-411D-9C7B-E01AD1D6E9B5}"/>
              </a:ext>
            </a:extLst>
          </p:cNvPr>
          <p:cNvSpPr>
            <a:spLocks xmlns:a="http://schemas.openxmlformats.org/drawingml/2006/main" noGrp="1"/>
          </p:cNvSpPr>
          <p:nvPr/>
        </p:nvSpPr>
        <p:spPr>
          <a:xfrm xmlns:a="http://schemas.openxmlformats.org/drawingml/2006/main" rot="0" flipH="0" flipV="0">
            <a:off x="8591921" y="3990975"/>
            <a:ext cx="2990850" cy="8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65707C"/>
              </a:buClr>
              <a:buSzPts val="1700"/>
              <a:buFont typeface="Arial"/>
              <a:buNone/>
            </a:pPr>
            <a:r>
              <a:rPr sz="1700" b="0">
                <a:solidFill>
                  <a:srgbClr val="65707C"/>
                </a:solidFill>
                <a:latin typeface="Arial"/>
                <a:ea typeface="Arial"/>
                <a:cs typeface="Arial"/>
              </a:rPr>
              <a:t>이동수단·지역 정보 부족</a:t>
            </a:r>
            <a:endParaRPr/>
          </a:p>
          <a:p xmlns:a="http://schemas.openxmlformats.org/drawingml/2006/main">
            <a:pPr marL="0" marR="0" lvl="0" indent="0" algn="l">
              <a:lnSpc>
                <a:spcPct val="110000"/>
              </a:lnSpc>
              <a:spcBef>
                <a:spcPts val="0"/>
              </a:spcBef>
              <a:spcAft>
                <a:spcPts val="0"/>
              </a:spcAft>
              <a:buClr>
                <a:srgbClr val="65707C"/>
              </a:buClr>
              <a:buSzPts val="1700"/>
              <a:buFont typeface="Arial"/>
              <a:buNone/>
            </a:pPr>
            <a:r>
              <a:rPr sz="1700" b="0">
                <a:solidFill>
                  <a:srgbClr val="65707C"/>
                </a:solidFill>
                <a:latin typeface="Arial"/>
                <a:ea typeface="Arial"/>
                <a:cs typeface="Arial"/>
              </a:rPr>
              <a:t>언어·정보 접근의 어려움</a:t>
            </a:r>
          </a:p>
          <a:p xmlns:a="http://schemas.openxmlformats.org/drawingml/2006/main">
            <a:pPr marL="0" marR="0" lvl="0" indent="0" algn="l">
              <a:lnSpc>
                <a:spcPct val="110000"/>
              </a:lnSpc>
              <a:spcBef>
                <a:spcPts val="0"/>
              </a:spcBef>
              <a:spcAft>
                <a:spcPts val="0"/>
              </a:spcAft>
              <a:buClr>
                <a:srgbClr val="65707C"/>
              </a:buClr>
              <a:buSzPts val="1700"/>
              <a:buFont typeface="Arial"/>
              <a:buNone/>
            </a:pPr>
            <a:r>
              <a:rPr sz="1700" b="0">
                <a:solidFill>
                  <a:srgbClr val="65707C"/>
                </a:solidFill>
                <a:latin typeface="Arial"/>
                <a:ea typeface="Arial"/>
                <a:cs typeface="Arial"/>
              </a:rPr>
              <a:t>연기 노출에 민감한 조건</a:t>
            </a:r>
          </a:p>
        </p:txBody>
      </p:sp>
      <p:sp>
        <p:nvSpPr>
          <p:cNvPr id="88" name="Google Shape;88;p3">
            <a:extLst xmlns:a="http://schemas.openxmlformats.org/drawingml/2006/main">
              <a:ext uri="{FF2B5EF4-FFF2-40B4-BE49-F238E27FC236}">
                <a16:creationId xmlns:a16="http://schemas.microsoft.com/office/drawing/2014/main" id="{D3FEED7E-25CB-49DD-A577-5AFF6B7CF322}"/>
              </a:ext>
            </a:extLst>
          </p:cNvPr>
          <p:cNvSpPr>
            <a:spLocks xmlns:a="http://schemas.openxmlformats.org/drawingml/2006/main" noGrp="1"/>
          </p:cNvSpPr>
          <p:nvPr/>
        </p:nvSpPr>
        <p:spPr>
          <a:xfrm xmlns:a="http://schemas.openxmlformats.org/drawingml/2006/main">
            <a:off x="609600" y="5657850"/>
            <a:ext cx="10972800" cy="9525"/>
          </a:xfrm>
          <a:prstGeom xmlns:a="http://schemas.openxmlformats.org/drawingml/2006/main" prst="rect">
            <a:avLst/>
          </a:prstGeom>
          <a:solidFill xmlns:a="http://schemas.openxmlformats.org/drawingml/2006/main">
            <a:srgbClr val="CCD3D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89" name="Google Shape;89;p3">
            <a:extLst xmlns:a="http://schemas.openxmlformats.org/drawingml/2006/main">
              <a:ext uri="{FF2B5EF4-FFF2-40B4-BE49-F238E27FC236}">
                <a16:creationId xmlns:a16="http://schemas.microsoft.com/office/drawing/2014/main" id="{5B3CC7BB-73CF-476A-86C2-6295D865C5E1}"/>
              </a:ext>
            </a:extLst>
          </p:cNvPr>
          <p:cNvSpPr>
            <a:spLocks xmlns:a="http://schemas.openxmlformats.org/drawingml/2006/main" noGrp="1"/>
          </p:cNvSpPr>
          <p:nvPr/>
        </p:nvSpPr>
        <p:spPr>
          <a:xfrm xmlns:a="http://schemas.openxmlformats.org/drawingml/2006/main">
            <a:off x="609600" y="5829300"/>
            <a:ext cx="157162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062F5B"/>
              </a:buClr>
              <a:buSzPts val="1200"/>
              <a:buFont typeface="Arial"/>
              <a:buNone/>
            </a:pPr>
            <a:r>
              <a:rPr sz="1200" b="1">
                <a:solidFill>
                  <a:srgbClr val="062F5B"/>
                </a:solidFill>
                <a:latin typeface="Arial"/>
                <a:ea typeface="Arial"/>
                <a:cs typeface="Arial"/>
              </a:rPr>
              <a:t>봉화지기의 목적</a:t>
            </a:r>
            <a:endParaRPr/>
          </a:p>
        </p:txBody>
      </p:sp>
      <p:sp>
        <p:nvSpPr>
          <p:cNvPr id="90" name="Google Shape;90;p3">
            <a:extLst xmlns:a="http://schemas.openxmlformats.org/drawingml/2006/main">
              <a:ext uri="{FF2B5EF4-FFF2-40B4-BE49-F238E27FC236}">
                <a16:creationId xmlns:a16="http://schemas.microsoft.com/office/drawing/2014/main" id="{0197D194-55C4-4F68-B850-C1BAC1F7F563}"/>
              </a:ext>
            </a:extLst>
          </p:cNvPr>
          <p:cNvSpPr>
            <a:spLocks xmlns:a="http://schemas.openxmlformats.org/drawingml/2006/main" noGrp="1"/>
          </p:cNvSpPr>
          <p:nvPr/>
        </p:nvSpPr>
        <p:spPr>
          <a:xfrm xmlns:a="http://schemas.openxmlformats.org/drawingml/2006/main">
            <a:off x="2381250" y="5800725"/>
            <a:ext cx="9201150" cy="371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062F5B"/>
              </a:buClr>
              <a:buSzPts val="1900"/>
              <a:buFont typeface="Arial"/>
              <a:buNone/>
            </a:pPr>
            <a:r>
              <a:rPr sz="1900" b="0">
                <a:solidFill>
                  <a:srgbClr val="062F5B"/>
                </a:solidFill>
                <a:latin typeface="Arial"/>
                <a:ea typeface="Arial"/>
                <a:cs typeface="Arial"/>
              </a:rPr>
              <a:t>영향을 파악하고, 내 상황에 맞는 다음 행동을 추천합니다</a:t>
            </a:r>
            <a:endParaRPr/>
          </a:p>
        </p:txBody>
      </p:sp>
      <p:sp>
        <p:nvSpPr>
          <p:cNvPr id="91" name="Primary user purpose">
            <a:extLst xmlns:a="http://schemas.openxmlformats.org/drawingml/2006/main">
              <a:ext uri="{FF2B5EF4-FFF2-40B4-BE49-F238E27FC236}">
                <a16:creationId xmlns:a16="http://schemas.microsoft.com/office/drawing/2014/main" id="{1BD2C940-EFDF-46B6-BC29-2207085FDA59}"/>
              </a:ext>
            </a:extLst>
          </p:cNvPr>
          <p:cNvSpPr>
            <a:spLocks xmlns:a="http://schemas.openxmlformats.org/drawingml/2006/main" noGrp="1"/>
          </p:cNvSpPr>
          <p:nvPr/>
        </p:nvSpPr>
        <p:spPr>
          <a:xfrm xmlns:a="http://schemas.openxmlformats.org/drawingml/2006/main">
            <a:off x="4029647" y="463867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lstStyle xmlns:a="http://schemas.openxmlformats.org/drawingml/2006/main">
            <a:defPPr>
              <a:defRPr sz="1500" b="1">
                <a:solidFill>
                  <a:srgbClr val="062F5B"/>
                </a:solidFill>
                <a:latin typeface="Arial"/>
                <a:ea typeface="Arial"/>
                <a:cs typeface="Arial"/>
              </a:defRPr>
            </a:defPPr>
            <a:lvl1pPr>
              <a:defRPr sz="1500" b="1">
                <a:solidFill>
                  <a:srgbClr val="062F5B"/>
                </a:solidFill>
                <a:latin typeface="Arial"/>
                <a:ea typeface="Arial"/>
                <a:cs typeface="Arial"/>
              </a:defRPr>
            </a:lvl1pPr>
            <a:lvl2pPr>
              <a:defRPr sz="1500" b="1">
                <a:solidFill>
                  <a:srgbClr val="062F5B"/>
                </a:solidFill>
                <a:latin typeface="Arial"/>
                <a:ea typeface="Arial"/>
                <a:cs typeface="Arial"/>
              </a:defRPr>
            </a:lvl2pPr>
            <a:lvl3pPr>
              <a:defRPr sz="1500" b="1">
                <a:solidFill>
                  <a:srgbClr val="062F5B"/>
                </a:solidFill>
                <a:latin typeface="Arial"/>
                <a:ea typeface="Arial"/>
                <a:cs typeface="Arial"/>
              </a:defRPr>
            </a:lvl3pPr>
            <a:lvl4pPr>
              <a:defRPr sz="1500" b="1">
                <a:solidFill>
                  <a:srgbClr val="062F5B"/>
                </a:solidFill>
                <a:latin typeface="Arial"/>
                <a:ea typeface="Arial"/>
                <a:cs typeface="Arial"/>
              </a:defRPr>
            </a:lvl4pPr>
            <a:lvl5pPr>
              <a:defRPr sz="1500" b="1">
                <a:solidFill>
                  <a:srgbClr val="062F5B"/>
                </a:solidFill>
                <a:latin typeface="Arial"/>
                <a:ea typeface="Arial"/>
                <a:cs typeface="Arial"/>
              </a:defRPr>
            </a:lvl5pPr>
            <a:lvl6pPr>
              <a:defRPr sz="1500" b="1">
                <a:solidFill>
                  <a:srgbClr val="062F5B"/>
                </a:solidFill>
                <a:latin typeface="Arial"/>
                <a:ea typeface="Arial"/>
                <a:cs typeface="Arial"/>
              </a:defRPr>
            </a:lvl6pPr>
            <a:lvl7pPr>
              <a:defRPr sz="1500" b="1">
                <a:solidFill>
                  <a:srgbClr val="062F5B"/>
                </a:solidFill>
                <a:latin typeface="Arial"/>
                <a:ea typeface="Arial"/>
                <a:cs typeface="Arial"/>
              </a:defRPr>
            </a:lvl7pPr>
            <a:lvl8pPr>
              <a:defRPr sz="1500" b="1">
                <a:solidFill>
                  <a:srgbClr val="062F5B"/>
                </a:solidFill>
                <a:latin typeface="Arial"/>
                <a:ea typeface="Arial"/>
                <a:cs typeface="Arial"/>
              </a:defRPr>
            </a:lvl8pPr>
            <a:lvl9pPr>
              <a:defRPr sz="1500" b="1">
                <a:solidFill>
                  <a:srgbClr val="062F5B"/>
                </a:solidFill>
                <a:latin typeface="Arial"/>
                <a:ea typeface="Arial"/>
                <a:cs typeface="Arial"/>
              </a:defRPr>
            </a:lvl9pPr>
          </a:lstStyle>
          <a:p xmlns:a="http://schemas.openxmlformats.org/drawingml/2006/main">
            <a:pPr>
              <a:defRPr sz="1500" b="1">
                <a:solidFill>
                  <a:srgbClr val="062F5B"/>
                </a:solidFill>
                <a:latin typeface="Arial"/>
                <a:ea typeface="Arial"/>
                <a:cs typeface="Arial"/>
              </a:defRPr>
            </a:pPr>
            <a:r>
              <a:rPr sz="1500" b="1">
                <a:solidFill>
                  <a:srgbClr val="062F5B"/>
                </a:solidFill>
                <a:latin typeface="Arial"/>
                <a:ea typeface="Arial"/>
                <a:cs typeface="Arial"/>
              </a:rPr>
              <a:t>미리 준비하고, 필요한 도움을 확보</a:t>
            </a:r>
          </a:p>
        </p:txBody>
      </p:sp>
    </p:spTree>
    <p:extLst>
      <p:ext uri="{BB962C8B-B14F-4D97-AF65-F5344CB8AC3E}">
        <p14:creationId xmlns:p14="http://schemas.microsoft.com/office/powerpoint/2010/main" val="916044127"/>
      </p:ext>
    </p:extLst>
  </p:cSld>
</p:sld>
</file>

<file path=ppt/theme/theme1.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2026-10-31T13:28:49.8550000Z</dcterms:created>
  <dcterms:modified xsi:type="dcterms:W3CDTF">2026-10-31T13:28:49.8550000Z</dcterms:modified>
</coreProperties>
</file>